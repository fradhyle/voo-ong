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455" r:id="rId3"/>
    <p:sldId id="458" r:id="rId4"/>
    <p:sldId id="462" r:id="rId5"/>
    <p:sldId id="463" r:id="rId6"/>
    <p:sldId id="466" r:id="rId7"/>
    <p:sldId id="394" r:id="rId8"/>
    <p:sldId id="467" r:id="rId9"/>
    <p:sldId id="468" r:id="rId10"/>
    <p:sldId id="469" r:id="rId11"/>
    <p:sldId id="470" r:id="rId12"/>
    <p:sldId id="471" r:id="rId13"/>
    <p:sldId id="472" r:id="rId14"/>
    <p:sldId id="473" r:id="rId15"/>
  </p:sldIdLst>
  <p:sldSz cx="12192000" cy="6858000"/>
  <p:notesSz cx="6858000" cy="9144000"/>
  <p:embeddedFontLst>
    <p:embeddedFont>
      <p:font typeface="경기천년제목 Medium" panose="02020603020101020101" pitchFamily="18" charset="-127"/>
      <p:regular r:id="rId16"/>
    </p:embeddedFont>
    <p:embeddedFont>
      <p:font typeface="맑은 고딕" panose="020B0503020000020004" pitchFamily="50" charset="-127"/>
      <p:regular r:id="rId17"/>
      <p:bold r:id="rId18"/>
    </p:embeddedFont>
    <p:embeddedFont>
      <p:font typeface="Calibri" panose="020F0502020204030204" pitchFamily="34" charset="0"/>
      <p:regular r:id="rId19"/>
      <p:bold r:id="rId20"/>
      <p:italic r:id="rId21"/>
      <p:boldItalic r:id="rId22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323C9-B4B0-4EF3-B18F-139AD01C47B9}" v="230" dt="2020-06-07T14:36:54.2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동혁 임" userId="879f4c796d7a5333" providerId="LiveId" clId="{040323C9-B4B0-4EF3-B18F-139AD01C47B9}"/>
    <pc:docChg chg="undo custSel mod addSld delSld modSld">
      <pc:chgData name="동혁 임" userId="879f4c796d7a5333" providerId="LiveId" clId="{040323C9-B4B0-4EF3-B18F-139AD01C47B9}" dt="2020-06-07T14:38:56.563" v="2382" actId="20577"/>
      <pc:docMkLst>
        <pc:docMk/>
      </pc:docMkLst>
      <pc:sldChg chg="addSp delSp modSp new del mod setBg">
        <pc:chgData name="동혁 임" userId="879f4c796d7a5333" providerId="LiveId" clId="{040323C9-B4B0-4EF3-B18F-139AD01C47B9}" dt="2020-06-07T13:31:41.030" v="17" actId="47"/>
        <pc:sldMkLst>
          <pc:docMk/>
          <pc:sldMk cId="1620891860" sldId="256"/>
        </pc:sldMkLst>
        <pc:spChg chg="mod">
          <ac:chgData name="동혁 임" userId="879f4c796d7a5333" providerId="LiveId" clId="{040323C9-B4B0-4EF3-B18F-139AD01C47B9}" dt="2020-06-07T13:31:28.895" v="16" actId="26606"/>
          <ac:spMkLst>
            <pc:docMk/>
            <pc:sldMk cId="1620891860" sldId="256"/>
            <ac:spMk id="2" creationId="{27B5EDA9-0DE2-47D3-87F6-6CEAF72C74A1}"/>
          </ac:spMkLst>
        </pc:spChg>
        <pc:spChg chg="mod">
          <ac:chgData name="동혁 임" userId="879f4c796d7a5333" providerId="LiveId" clId="{040323C9-B4B0-4EF3-B18F-139AD01C47B9}" dt="2020-06-07T13:31:28.895" v="16" actId="26606"/>
          <ac:spMkLst>
            <pc:docMk/>
            <pc:sldMk cId="1620891860" sldId="256"/>
            <ac:spMk id="3" creationId="{044AC1C4-3447-4FFA-BF0F-4B159CFDE478}"/>
          </ac:spMkLst>
        </pc:spChg>
        <pc:spChg chg="add">
          <ac:chgData name="동혁 임" userId="879f4c796d7a5333" providerId="LiveId" clId="{040323C9-B4B0-4EF3-B18F-139AD01C47B9}" dt="2020-06-07T13:31:28.895" v="16" actId="26606"/>
          <ac:spMkLst>
            <pc:docMk/>
            <pc:sldMk cId="1620891860" sldId="256"/>
            <ac:spMk id="12" creationId="{AB45A142-4255-493C-8284-5D566C121B10}"/>
          </ac:spMkLst>
        </pc:spChg>
        <pc:picChg chg="add del mod">
          <ac:chgData name="동혁 임" userId="879f4c796d7a5333" providerId="LiveId" clId="{040323C9-B4B0-4EF3-B18F-139AD01C47B9}" dt="2020-06-07T13:31:22.065" v="13" actId="931"/>
          <ac:picMkLst>
            <pc:docMk/>
            <pc:sldMk cId="1620891860" sldId="256"/>
            <ac:picMk id="5" creationId="{2A460270-BB15-4D8A-A9BF-9B1B9B1CBE61}"/>
          </ac:picMkLst>
        </pc:picChg>
        <pc:picChg chg="add mod">
          <ac:chgData name="동혁 임" userId="879f4c796d7a5333" providerId="LiveId" clId="{040323C9-B4B0-4EF3-B18F-139AD01C47B9}" dt="2020-06-07T13:31:28.895" v="16" actId="26606"/>
          <ac:picMkLst>
            <pc:docMk/>
            <pc:sldMk cId="1620891860" sldId="256"/>
            <ac:picMk id="7" creationId="{4215DD89-10DD-4B8B-BC0D-43D69B7DA6F3}"/>
          </ac:picMkLst>
        </pc:picChg>
        <pc:cxnChg chg="add">
          <ac:chgData name="동혁 임" userId="879f4c796d7a5333" providerId="LiveId" clId="{040323C9-B4B0-4EF3-B18F-139AD01C47B9}" dt="2020-06-07T13:31:28.895" v="16" actId="26606"/>
          <ac:cxnSpMkLst>
            <pc:docMk/>
            <pc:sldMk cId="1620891860" sldId="256"/>
            <ac:cxnSpMk id="14" creationId="{38FB9660-F42F-4313-BBC4-47C007FE484C}"/>
          </ac:cxnSpMkLst>
        </pc:cxnChg>
      </pc:sldChg>
      <pc:sldChg chg="addSp delSp modSp add mod setBg delDesignElem">
        <pc:chgData name="동혁 임" userId="879f4c796d7a5333" providerId="LiveId" clId="{040323C9-B4B0-4EF3-B18F-139AD01C47B9}" dt="2020-06-07T13:32:40.731" v="32" actId="1076"/>
        <pc:sldMkLst>
          <pc:docMk/>
          <pc:sldMk cId="3238683003" sldId="256"/>
        </pc:sldMkLst>
        <pc:spChg chg="mod">
          <ac:chgData name="동혁 임" userId="879f4c796d7a5333" providerId="LiveId" clId="{040323C9-B4B0-4EF3-B18F-139AD01C47B9}" dt="2020-06-07T13:32:09.483" v="28" actId="26606"/>
          <ac:spMkLst>
            <pc:docMk/>
            <pc:sldMk cId="3238683003" sldId="256"/>
            <ac:spMk id="2" creationId="{74088992-6B49-4629-9CCD-F3EB1F92057A}"/>
          </ac:spMkLst>
        </pc:spChg>
        <pc:spChg chg="mod">
          <ac:chgData name="동혁 임" userId="879f4c796d7a5333" providerId="LiveId" clId="{040323C9-B4B0-4EF3-B18F-139AD01C47B9}" dt="2020-06-07T13:32:09.478" v="27" actId="26606"/>
          <ac:spMkLst>
            <pc:docMk/>
            <pc:sldMk cId="3238683003" sldId="256"/>
            <ac:spMk id="3" creationId="{2DCDA21F-FF33-45C7-A2A9-F92B056E946C}"/>
          </ac:spMkLst>
        </pc:spChg>
        <pc:spChg chg="add del">
          <ac:chgData name="동혁 임" userId="879f4c796d7a5333" providerId="LiveId" clId="{040323C9-B4B0-4EF3-B18F-139AD01C47B9}" dt="2020-06-07T13:32:09.478" v="27" actId="26606"/>
          <ac:spMkLst>
            <pc:docMk/>
            <pc:sldMk cId="3238683003" sldId="256"/>
            <ac:spMk id="10" creationId="{55666830-9A19-4E01-8505-D6C7F9AC5665}"/>
          </ac:spMkLst>
        </pc:spChg>
        <pc:spChg chg="add del">
          <ac:chgData name="동혁 임" userId="879f4c796d7a5333" providerId="LiveId" clId="{040323C9-B4B0-4EF3-B18F-139AD01C47B9}" dt="2020-06-07T13:32:09.478" v="27" actId="26606"/>
          <ac:spMkLst>
            <pc:docMk/>
            <pc:sldMk cId="3238683003" sldId="256"/>
            <ac:spMk id="12" creationId="{AE9FC877-7FB6-4D22-9988-35420644E202}"/>
          </ac:spMkLst>
        </pc:spChg>
        <pc:spChg chg="add del">
          <ac:chgData name="동혁 임" userId="879f4c796d7a5333" providerId="LiveId" clId="{040323C9-B4B0-4EF3-B18F-139AD01C47B9}" dt="2020-06-07T13:32:09.478" v="27" actId="26606"/>
          <ac:spMkLst>
            <pc:docMk/>
            <pc:sldMk cId="3238683003" sldId="256"/>
            <ac:spMk id="14" creationId="{E41809D1-F12E-46BB-B804-5F209D325E8B}"/>
          </ac:spMkLst>
        </pc:spChg>
        <pc:spChg chg="add del">
          <ac:chgData name="동혁 임" userId="879f4c796d7a5333" providerId="LiveId" clId="{040323C9-B4B0-4EF3-B18F-139AD01C47B9}" dt="2020-06-07T13:32:09.478" v="27" actId="26606"/>
          <ac:spMkLst>
            <pc:docMk/>
            <pc:sldMk cId="3238683003" sldId="256"/>
            <ac:spMk id="16" creationId="{AF2F604E-43BE-4DC3-B983-E071523364F8}"/>
          </ac:spMkLst>
        </pc:spChg>
        <pc:spChg chg="add del">
          <ac:chgData name="동혁 임" userId="879f4c796d7a5333" providerId="LiveId" clId="{040323C9-B4B0-4EF3-B18F-139AD01C47B9}" dt="2020-06-07T13:32:09.478" v="27" actId="26606"/>
          <ac:spMkLst>
            <pc:docMk/>
            <pc:sldMk cId="3238683003" sldId="256"/>
            <ac:spMk id="18" creationId="{08C9B587-E65E-4B52-B37C-ABEBB6E87928}"/>
          </ac:spMkLst>
        </pc:spChg>
        <pc:spChg chg="add">
          <ac:chgData name="동혁 임" userId="879f4c796d7a5333" providerId="LiveId" clId="{040323C9-B4B0-4EF3-B18F-139AD01C47B9}" dt="2020-06-07T13:32:09.483" v="28" actId="26606"/>
          <ac:spMkLst>
            <pc:docMk/>
            <pc:sldMk cId="3238683003" sldId="256"/>
            <ac:spMk id="20" creationId="{0E2F58BF-12E5-4B5A-AD25-4DAAA2742A7B}"/>
          </ac:spMkLst>
        </pc:spChg>
        <pc:spChg chg="add">
          <ac:chgData name="동혁 임" userId="879f4c796d7a5333" providerId="LiveId" clId="{040323C9-B4B0-4EF3-B18F-139AD01C47B9}" dt="2020-06-07T13:32:09.483" v="28" actId="26606"/>
          <ac:spMkLst>
            <pc:docMk/>
            <pc:sldMk cId="3238683003" sldId="256"/>
            <ac:spMk id="21" creationId="{AF2F604E-43BE-4DC3-B983-E071523364F8}"/>
          </ac:spMkLst>
        </pc:spChg>
        <pc:spChg chg="add">
          <ac:chgData name="동혁 임" userId="879f4c796d7a5333" providerId="LiveId" clId="{040323C9-B4B0-4EF3-B18F-139AD01C47B9}" dt="2020-06-07T13:32:09.483" v="28" actId="26606"/>
          <ac:spMkLst>
            <pc:docMk/>
            <pc:sldMk cId="3238683003" sldId="256"/>
            <ac:spMk id="22" creationId="{08C9B587-E65E-4B52-B37C-ABEBB6E87928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238683003" sldId="256"/>
            <ac:spMk id="91" creationId="{0E2F58BF-12E5-4B5A-AD25-4DAAA2742A7B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238683003" sldId="256"/>
            <ac:spMk id="92" creationId="{AF2F604E-43BE-4DC3-B983-E071523364F8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238683003" sldId="256"/>
            <ac:spMk id="93" creationId="{08C9B587-E65E-4B52-B37C-ABEBB6E87928}"/>
          </ac:spMkLst>
        </pc:spChg>
        <pc:picChg chg="mod ord">
          <ac:chgData name="동혁 임" userId="879f4c796d7a5333" providerId="LiveId" clId="{040323C9-B4B0-4EF3-B18F-139AD01C47B9}" dt="2020-06-07T13:32:40.731" v="32" actId="1076"/>
          <ac:picMkLst>
            <pc:docMk/>
            <pc:sldMk cId="3238683003" sldId="256"/>
            <ac:picMk id="5" creationId="{474D4225-71EC-4F60-AD3D-5BAC7E7C0DFB}"/>
          </ac:picMkLst>
        </pc:picChg>
      </pc:sldChg>
      <pc:sldChg chg="addSp delSp modSp add mod setBg delDesignElem">
        <pc:chgData name="동혁 임" userId="879f4c796d7a5333" providerId="LiveId" clId="{040323C9-B4B0-4EF3-B18F-139AD01C47B9}" dt="2020-06-07T13:58:30.332" v="406" actId="20577"/>
        <pc:sldMkLst>
          <pc:docMk/>
          <pc:sldMk cId="3850195081" sldId="394"/>
        </pc:sldMkLst>
        <pc:spChg chg="mod">
          <ac:chgData name="동혁 임" userId="879f4c796d7a5333" providerId="LiveId" clId="{040323C9-B4B0-4EF3-B18F-139AD01C47B9}" dt="2020-06-07T13:57:36.959" v="370" actId="26606"/>
          <ac:spMkLst>
            <pc:docMk/>
            <pc:sldMk cId="3850195081" sldId="394"/>
            <ac:spMk id="2" creationId="{92C16D84-DA2B-4A94-B1F9-715A25B6E23E}"/>
          </ac:spMkLst>
        </pc:spChg>
        <pc:spChg chg="add del">
          <ac:chgData name="동혁 임" userId="879f4c796d7a5333" providerId="LiveId" clId="{040323C9-B4B0-4EF3-B18F-139AD01C47B9}" dt="2020-06-07T13:57:34" v="368" actId="26606"/>
          <ac:spMkLst>
            <pc:docMk/>
            <pc:sldMk cId="3850195081" sldId="394"/>
            <ac:spMk id="7" creationId="{3A5B4632-C963-4296-86F0-79AA9EA5AE98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850195081" sldId="394"/>
            <ac:spMk id="10" creationId="{53B021B3-DE93-4AB7-8A18-CF5F1CED88B8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850195081" sldId="394"/>
            <ac:spMk id="12" creationId="{52D502E5-F6B4-4D58-B4AE-FC466FF15EE8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850195081" sldId="394"/>
            <ac:spMk id="14" creationId="{9DECDBF4-02B6-4BB4-B65B-B8107AD6A9E8}"/>
          </ac:spMkLst>
        </pc:spChg>
        <pc:graphicFrameChg chg="mod modGraphic">
          <ac:chgData name="동혁 임" userId="879f4c796d7a5333" providerId="LiveId" clId="{040323C9-B4B0-4EF3-B18F-139AD01C47B9}" dt="2020-06-07T13:58:30.332" v="406" actId="20577"/>
          <ac:graphicFrameMkLst>
            <pc:docMk/>
            <pc:sldMk cId="3850195081" sldId="394"/>
            <ac:graphicFrameMk id="5" creationId="{7E2D0525-4215-4147-BF3E-23BCD44D0F1F}"/>
          </ac:graphicFrameMkLst>
        </pc:graphicFrameChg>
      </pc:sldChg>
      <pc:sldChg chg="addSp delSp modSp add mod setBg delDesignElem">
        <pc:chgData name="동혁 임" userId="879f4c796d7a5333" providerId="LiveId" clId="{040323C9-B4B0-4EF3-B18F-139AD01C47B9}" dt="2020-06-07T13:33:51.412" v="40" actId="2711"/>
        <pc:sldMkLst>
          <pc:docMk/>
          <pc:sldMk cId="3662461531" sldId="455"/>
        </pc:sldMkLst>
        <pc:spChg chg="mod">
          <ac:chgData name="동혁 임" userId="879f4c796d7a5333" providerId="LiveId" clId="{040323C9-B4B0-4EF3-B18F-139AD01C47B9}" dt="2020-06-07T13:33:51.412" v="40" actId="2711"/>
          <ac:spMkLst>
            <pc:docMk/>
            <pc:sldMk cId="3662461531" sldId="455"/>
            <ac:spMk id="2" creationId="{ACA6A695-0FB3-45A8-9993-0BA438DCA38E}"/>
          </ac:spMkLst>
        </pc:spChg>
        <pc:spChg chg="mod">
          <ac:chgData name="동혁 임" userId="879f4c796d7a5333" providerId="LiveId" clId="{040323C9-B4B0-4EF3-B18F-139AD01C47B9}" dt="2020-06-07T13:33:46.363" v="39" actId="26606"/>
          <ac:spMkLst>
            <pc:docMk/>
            <pc:sldMk cId="3662461531" sldId="455"/>
            <ac:spMk id="3" creationId="{8844C958-477B-47F5-9106-5C728F296F3C}"/>
          </ac:spMkLst>
        </pc:spChg>
        <pc:spChg chg="add del">
          <ac:chgData name="동혁 임" userId="879f4c796d7a5333" providerId="LiveId" clId="{040323C9-B4B0-4EF3-B18F-139AD01C47B9}" dt="2020-06-07T13:32:50.852" v="34" actId="26606"/>
          <ac:spMkLst>
            <pc:docMk/>
            <pc:sldMk cId="3662461531" sldId="455"/>
            <ac:spMk id="8" creationId="{1ACA2EA0-FFD3-42EC-9406-B595015ED96E}"/>
          </ac:spMkLst>
        </pc:spChg>
        <pc:spChg chg="add del">
          <ac:chgData name="동혁 임" userId="879f4c796d7a5333" providerId="LiveId" clId="{040323C9-B4B0-4EF3-B18F-139AD01C47B9}" dt="2020-06-07T13:32:50.852" v="34" actId="26606"/>
          <ac:spMkLst>
            <pc:docMk/>
            <pc:sldMk cId="3662461531" sldId="455"/>
            <ac:spMk id="10" creationId="{D5288BCE-665C-472A-8C43-664BCFA31E43}"/>
          </ac:spMkLst>
        </pc:spChg>
        <pc:spChg chg="add del">
          <ac:chgData name="동혁 임" userId="879f4c796d7a5333" providerId="LiveId" clId="{040323C9-B4B0-4EF3-B18F-139AD01C47B9}" dt="2020-06-07T13:32:50.852" v="34" actId="26606"/>
          <ac:spMkLst>
            <pc:docMk/>
            <pc:sldMk cId="3662461531" sldId="455"/>
            <ac:spMk id="12" creationId="{46C57131-53A7-4C1A-BEA8-25F06A06AD29}"/>
          </ac:spMkLst>
        </pc:spChg>
        <pc:spChg chg="add del">
          <ac:chgData name="동혁 임" userId="879f4c796d7a5333" providerId="LiveId" clId="{040323C9-B4B0-4EF3-B18F-139AD01C47B9}" dt="2020-06-07T13:33:46.363" v="39" actId="26606"/>
          <ac:spMkLst>
            <pc:docMk/>
            <pc:sldMk cId="3662461531" sldId="455"/>
            <ac:spMk id="14" creationId="{3629484E-3792-4B3D-89AD-7C8A1ED0E0D4}"/>
          </ac:spMkLst>
        </pc:spChg>
        <pc:spChg chg="add del">
          <ac:chgData name="동혁 임" userId="879f4c796d7a5333" providerId="LiveId" clId="{040323C9-B4B0-4EF3-B18F-139AD01C47B9}" dt="2020-06-07T13:33:46.363" v="39" actId="26606"/>
          <ac:spMkLst>
            <pc:docMk/>
            <pc:sldMk cId="3662461531" sldId="455"/>
            <ac:spMk id="15" creationId="{FFD48BC7-DC40-47DE-87EE-9F4B6ECB9ABB}"/>
          </ac:spMkLst>
        </pc:spChg>
        <pc:spChg chg="add del">
          <ac:chgData name="동혁 임" userId="879f4c796d7a5333" providerId="LiveId" clId="{040323C9-B4B0-4EF3-B18F-139AD01C47B9}" dt="2020-06-07T13:33:46.363" v="39" actId="26606"/>
          <ac:spMkLst>
            <pc:docMk/>
            <pc:sldMk cId="3662461531" sldId="455"/>
            <ac:spMk id="16" creationId="{E502BBC7-2C76-46F3-BC24-5985BC13DB88}"/>
          </ac:spMkLst>
        </pc:spChg>
        <pc:spChg chg="add del">
          <ac:chgData name="동혁 임" userId="879f4c796d7a5333" providerId="LiveId" clId="{040323C9-B4B0-4EF3-B18F-139AD01C47B9}" dt="2020-06-07T13:33:46.363" v="39" actId="26606"/>
          <ac:spMkLst>
            <pc:docMk/>
            <pc:sldMk cId="3662461531" sldId="455"/>
            <ac:spMk id="17" creationId="{C7F28D52-2A5F-4D23-81AE-7CB8B591C7AF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662461531" sldId="455"/>
            <ac:spMk id="19" creationId="{FFD48BC7-DC40-47DE-87EE-9F4B6ECB9ABB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662461531" sldId="455"/>
            <ac:spMk id="21" creationId="{E502BBC7-2C76-46F3-BC24-5985BC13DB88}"/>
          </ac:spMkLst>
        </pc:spChg>
        <pc:spChg chg="add">
          <ac:chgData name="동혁 임" userId="879f4c796d7a5333" providerId="LiveId" clId="{040323C9-B4B0-4EF3-B18F-139AD01C47B9}" dt="2020-06-07T13:33:46.363" v="39" actId="26606"/>
          <ac:spMkLst>
            <pc:docMk/>
            <pc:sldMk cId="3662461531" sldId="455"/>
            <ac:spMk id="22" creationId="{BAD76F3E-3A97-486B-B402-44400A8B9173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662461531" sldId="455"/>
            <ac:spMk id="23" creationId="{C7F28D52-2A5F-4D23-81AE-7CB8B591C7AF}"/>
          </ac:spMkLst>
        </pc:spChg>
        <pc:spChg chg="add">
          <ac:chgData name="동혁 임" userId="879f4c796d7a5333" providerId="LiveId" clId="{040323C9-B4B0-4EF3-B18F-139AD01C47B9}" dt="2020-06-07T13:33:46.363" v="39" actId="26606"/>
          <ac:spMkLst>
            <pc:docMk/>
            <pc:sldMk cId="3662461531" sldId="455"/>
            <ac:spMk id="24" creationId="{391F6B52-91F4-4AEB-B6DB-29FEBCF28C8B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662461531" sldId="455"/>
            <ac:spMk id="25" creationId="{3629484E-3792-4B3D-89AD-7C8A1ED0E0D4}"/>
          </ac:spMkLst>
        </pc:spChg>
        <pc:spChg chg="add">
          <ac:chgData name="동혁 임" userId="879f4c796d7a5333" providerId="LiveId" clId="{040323C9-B4B0-4EF3-B18F-139AD01C47B9}" dt="2020-06-07T13:33:46.363" v="39" actId="26606"/>
          <ac:spMkLst>
            <pc:docMk/>
            <pc:sldMk cId="3662461531" sldId="455"/>
            <ac:spMk id="26" creationId="{2CD6F061-7C53-44F4-9794-953DB70A451B}"/>
          </ac:spMkLst>
        </pc:spChg>
      </pc:sldChg>
      <pc:sldChg chg="addSp delSp modSp add mod setBg delDesignElem">
        <pc:chgData name="동혁 임" userId="879f4c796d7a5333" providerId="LiveId" clId="{040323C9-B4B0-4EF3-B18F-139AD01C47B9}" dt="2020-06-07T13:33:35.558" v="37" actId="2711"/>
        <pc:sldMkLst>
          <pc:docMk/>
          <pc:sldMk cId="3283935177" sldId="458"/>
        </pc:sldMkLst>
        <pc:spChg chg="mod">
          <ac:chgData name="동혁 임" userId="879f4c796d7a5333" providerId="LiveId" clId="{040323C9-B4B0-4EF3-B18F-139AD01C47B9}" dt="2020-06-07T13:33:35.558" v="37" actId="2711"/>
          <ac:spMkLst>
            <pc:docMk/>
            <pc:sldMk cId="3283935177" sldId="458"/>
            <ac:spMk id="2" creationId="{B02CA57B-D100-40B4-AA43-D00C1C56E090}"/>
          </ac:spMkLst>
        </pc:spChg>
        <pc:spChg chg="mod">
          <ac:chgData name="동혁 임" userId="879f4c796d7a5333" providerId="LiveId" clId="{040323C9-B4B0-4EF3-B18F-139AD01C47B9}" dt="2020-06-07T13:33:35.558" v="37" actId="2711"/>
          <ac:spMkLst>
            <pc:docMk/>
            <pc:sldMk cId="3283935177" sldId="458"/>
            <ac:spMk id="4" creationId="{AEC2FAB8-FC77-4465-BA5B-7CE8A3F5A219}"/>
          </ac:spMkLst>
        </pc:spChg>
        <pc:spChg chg="add">
          <ac:chgData name="동혁 임" userId="879f4c796d7a5333" providerId="LiveId" clId="{040323C9-B4B0-4EF3-B18F-139AD01C47B9}" dt="2020-06-07T13:33:23.317" v="36" actId="26606"/>
          <ac:spMkLst>
            <pc:docMk/>
            <pc:sldMk cId="3283935177" sldId="458"/>
            <ac:spMk id="15" creationId="{5EBC18B6-E5C3-4AD1-97A4-E6A3477A0BB9}"/>
          </ac:spMkLst>
        </pc:spChg>
        <pc:spChg chg="add">
          <ac:chgData name="동혁 임" userId="879f4c796d7a5333" providerId="LiveId" clId="{040323C9-B4B0-4EF3-B18F-139AD01C47B9}" dt="2020-06-07T13:33:23.317" v="36" actId="26606"/>
          <ac:spMkLst>
            <pc:docMk/>
            <pc:sldMk cId="3283935177" sldId="458"/>
            <ac:spMk id="17" creationId="{136A4AB6-B72B-4CC6-ADCF-BE807B6C3D71}"/>
          </ac:spMkLst>
        </pc:spChg>
        <pc:spChg chg="add">
          <ac:chgData name="동혁 임" userId="879f4c796d7a5333" providerId="LiveId" clId="{040323C9-B4B0-4EF3-B18F-139AD01C47B9}" dt="2020-06-07T13:33:23.317" v="36" actId="26606"/>
          <ac:spMkLst>
            <pc:docMk/>
            <pc:sldMk cId="3283935177" sldId="458"/>
            <ac:spMk id="19" creationId="{B35D540D-9486-4236-952A-F72DC52D79BF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283935177" sldId="458"/>
            <ac:spMk id="23" creationId="{5EBC18B6-E5C3-4AD1-97A4-E6A3477A0BB9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283935177" sldId="458"/>
            <ac:spMk id="24" creationId="{136A4AB6-B72B-4CC6-ADCF-BE807B6C3D71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283935177" sldId="458"/>
            <ac:spMk id="25" creationId="{B35D540D-9486-4236-952A-F72DC52D79BF}"/>
          </ac:spMkLst>
        </pc:spChg>
        <pc:picChg chg="mod">
          <ac:chgData name="동혁 임" userId="879f4c796d7a5333" providerId="LiveId" clId="{040323C9-B4B0-4EF3-B18F-139AD01C47B9}" dt="2020-06-07T13:33:23.317" v="36" actId="26606"/>
          <ac:picMkLst>
            <pc:docMk/>
            <pc:sldMk cId="3283935177" sldId="458"/>
            <ac:picMk id="6" creationId="{56418714-C005-4C4D-ABA9-B1378FC1830E}"/>
          </ac:picMkLst>
        </pc:picChg>
      </pc:sldChg>
      <pc:sldChg chg="addSp delSp modSp add mod setBg delDesignElem">
        <pc:chgData name="동혁 임" userId="879f4c796d7a5333" providerId="LiveId" clId="{040323C9-B4B0-4EF3-B18F-139AD01C47B9}" dt="2020-06-07T13:35:32.101" v="122" actId="26606"/>
        <pc:sldMkLst>
          <pc:docMk/>
          <pc:sldMk cId="766984885" sldId="462"/>
        </pc:sldMkLst>
        <pc:spChg chg="mod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2" creationId="{E2CAAD5F-3195-4E8B-9DD2-666E22EA36AC}"/>
          </ac:spMkLst>
        </pc:spChg>
        <pc:spChg chg="mod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3" creationId="{B360727B-1A4F-4B75-805D-115FE78B5FB3}"/>
          </ac:spMkLst>
        </pc:spChg>
        <pc:spChg chg="add del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5" creationId="{A52B99F1-B2DC-437E-A8A1-A57F2F29F8D1}"/>
          </ac:spMkLst>
        </pc:spChg>
        <pc:spChg chg="add del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6" creationId="{55F8BA08-3E38-4B70-B93A-74F08E092206}"/>
          </ac:spMkLst>
        </pc:spChg>
        <pc:spChg chg="add del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7" creationId="{357F1B33-79AB-4A71-8CEC-4546D709B8C8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766984885" sldId="462"/>
            <ac:spMk id="8" creationId="{1C799903-48D5-4A31-A1A2-541072D9771E}"/>
          </ac:spMkLst>
        </pc:spChg>
        <pc:spChg chg="add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9" creationId="{1C799903-48D5-4A31-A1A2-541072D9771E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766984885" sldId="462"/>
            <ac:spMk id="10" creationId="{8EFFF109-FC58-4FD3-BE05-9775A1310F55}"/>
          </ac:spMkLst>
        </pc:spChg>
        <pc:spChg chg="add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11" creationId="{8EFFF109-FC58-4FD3-BE05-9775A1310F55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766984885" sldId="462"/>
            <ac:spMk id="12" creationId="{E1B96AD6-92A9-4273-A62B-96A1C3E0BA95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766984885" sldId="462"/>
            <ac:spMk id="14" creationId="{463EEC44-1BA3-44ED-81FC-A644B04B2A44}"/>
          </ac:spMkLst>
        </pc:spChg>
        <pc:spChg chg="add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16" creationId="{E1B96AD6-92A9-4273-A62B-96A1C3E0BA95}"/>
          </ac:spMkLst>
        </pc:spChg>
        <pc:spChg chg="add">
          <ac:chgData name="동혁 임" userId="879f4c796d7a5333" providerId="LiveId" clId="{040323C9-B4B0-4EF3-B18F-139AD01C47B9}" dt="2020-06-07T13:35:32.101" v="122" actId="26606"/>
          <ac:spMkLst>
            <pc:docMk/>
            <pc:sldMk cId="766984885" sldId="462"/>
            <ac:spMk id="18" creationId="{463EEC44-1BA3-44ED-81FC-A644B04B2A44}"/>
          </ac:spMkLst>
        </pc:spChg>
      </pc:sldChg>
      <pc:sldChg chg="addSp delSp modSp add mod setBg delDesignElem">
        <pc:chgData name="동혁 임" userId="879f4c796d7a5333" providerId="LiveId" clId="{040323C9-B4B0-4EF3-B18F-139AD01C47B9}" dt="2020-06-07T13:35:30.125" v="121" actId="26606"/>
        <pc:sldMkLst>
          <pc:docMk/>
          <pc:sldMk cId="876443573" sldId="463"/>
        </pc:sldMkLst>
        <pc:spChg chg="mod">
          <ac:chgData name="동혁 임" userId="879f4c796d7a5333" providerId="LiveId" clId="{040323C9-B4B0-4EF3-B18F-139AD01C47B9}" dt="2020-06-07T13:35:30.125" v="121" actId="26606"/>
          <ac:spMkLst>
            <pc:docMk/>
            <pc:sldMk cId="876443573" sldId="463"/>
            <ac:spMk id="2" creationId="{16AB9CD7-D469-4882-A734-F3253D95DD76}"/>
          </ac:spMkLst>
        </pc:spChg>
        <pc:spChg chg="mod">
          <ac:chgData name="동혁 임" userId="879f4c796d7a5333" providerId="LiveId" clId="{040323C9-B4B0-4EF3-B18F-139AD01C47B9}" dt="2020-06-07T13:35:30.117" v="120" actId="26606"/>
          <ac:spMkLst>
            <pc:docMk/>
            <pc:sldMk cId="876443573" sldId="463"/>
            <ac:spMk id="3" creationId="{4697BC1B-C93B-4487-986E-FBA768D31F18}"/>
          </ac:spMkLst>
        </pc:spChg>
        <pc:spChg chg="add del">
          <ac:chgData name="동혁 임" userId="879f4c796d7a5333" providerId="LiveId" clId="{040323C9-B4B0-4EF3-B18F-139AD01C47B9}" dt="2020-06-07T13:35:30.117" v="120" actId="26606"/>
          <ac:spMkLst>
            <pc:docMk/>
            <pc:sldMk cId="876443573" sldId="463"/>
            <ac:spMk id="5" creationId="{A52B99F1-B2DC-437E-A8A1-A57F2F29F8D1}"/>
          </ac:spMkLst>
        </pc:spChg>
        <pc:spChg chg="add del">
          <ac:chgData name="동혁 임" userId="879f4c796d7a5333" providerId="LiveId" clId="{040323C9-B4B0-4EF3-B18F-139AD01C47B9}" dt="2020-06-07T13:35:30.117" v="120" actId="26606"/>
          <ac:spMkLst>
            <pc:docMk/>
            <pc:sldMk cId="876443573" sldId="463"/>
            <ac:spMk id="6" creationId="{55F8BA08-3E38-4B70-B93A-74F08E092206}"/>
          </ac:spMkLst>
        </pc:spChg>
        <pc:spChg chg="add del">
          <ac:chgData name="동혁 임" userId="879f4c796d7a5333" providerId="LiveId" clId="{040323C9-B4B0-4EF3-B18F-139AD01C47B9}" dt="2020-06-07T13:35:30.117" v="120" actId="26606"/>
          <ac:spMkLst>
            <pc:docMk/>
            <pc:sldMk cId="876443573" sldId="463"/>
            <ac:spMk id="7" creationId="{357F1B33-79AB-4A71-8CEC-4546D709B8C8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876443573" sldId="463"/>
            <ac:spMk id="8" creationId="{1C799903-48D5-4A31-A1A2-541072D9771E}"/>
          </ac:spMkLst>
        </pc:spChg>
        <pc:spChg chg="add">
          <ac:chgData name="동혁 임" userId="879f4c796d7a5333" providerId="LiveId" clId="{040323C9-B4B0-4EF3-B18F-139AD01C47B9}" dt="2020-06-07T13:35:30.125" v="121" actId="26606"/>
          <ac:spMkLst>
            <pc:docMk/>
            <pc:sldMk cId="876443573" sldId="463"/>
            <ac:spMk id="9" creationId="{1C799903-48D5-4A31-A1A2-541072D9771E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876443573" sldId="463"/>
            <ac:spMk id="10" creationId="{8EFFF109-FC58-4FD3-BE05-9775A1310F55}"/>
          </ac:spMkLst>
        </pc:spChg>
        <pc:spChg chg="add">
          <ac:chgData name="동혁 임" userId="879f4c796d7a5333" providerId="LiveId" clId="{040323C9-B4B0-4EF3-B18F-139AD01C47B9}" dt="2020-06-07T13:35:30.125" v="121" actId="26606"/>
          <ac:spMkLst>
            <pc:docMk/>
            <pc:sldMk cId="876443573" sldId="463"/>
            <ac:spMk id="11" creationId="{8EFFF109-FC58-4FD3-BE05-9775A1310F55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876443573" sldId="463"/>
            <ac:spMk id="12" creationId="{E1B96AD6-92A9-4273-A62B-96A1C3E0BA95}"/>
          </ac:spMkLst>
        </pc:spChg>
        <pc:spChg chg="add">
          <ac:chgData name="동혁 임" userId="879f4c796d7a5333" providerId="LiveId" clId="{040323C9-B4B0-4EF3-B18F-139AD01C47B9}" dt="2020-06-07T13:35:30.125" v="121" actId="26606"/>
          <ac:spMkLst>
            <pc:docMk/>
            <pc:sldMk cId="876443573" sldId="463"/>
            <ac:spMk id="13" creationId="{E1B96AD6-92A9-4273-A62B-96A1C3E0BA95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876443573" sldId="463"/>
            <ac:spMk id="14" creationId="{463EEC44-1BA3-44ED-81FC-A644B04B2A44}"/>
          </ac:spMkLst>
        </pc:spChg>
        <pc:spChg chg="add">
          <ac:chgData name="동혁 임" userId="879f4c796d7a5333" providerId="LiveId" clId="{040323C9-B4B0-4EF3-B18F-139AD01C47B9}" dt="2020-06-07T13:35:30.125" v="121" actId="26606"/>
          <ac:spMkLst>
            <pc:docMk/>
            <pc:sldMk cId="876443573" sldId="463"/>
            <ac:spMk id="15" creationId="{463EEC44-1BA3-44ED-81FC-A644B04B2A44}"/>
          </ac:spMkLst>
        </pc:spChg>
      </pc:sldChg>
      <pc:sldChg chg="delSp add del setBg delDesignElem">
        <pc:chgData name="동혁 임" userId="879f4c796d7a5333" providerId="LiveId" clId="{040323C9-B4B0-4EF3-B18F-139AD01C47B9}" dt="2020-06-07T13:55:00.095" v="151" actId="47"/>
        <pc:sldMkLst>
          <pc:docMk/>
          <pc:sldMk cId="3314901139" sldId="464"/>
        </pc:sldMkLst>
        <pc:spChg chg="del">
          <ac:chgData name="동혁 임" userId="879f4c796d7a5333" providerId="LiveId" clId="{040323C9-B4B0-4EF3-B18F-139AD01C47B9}" dt="2020-06-07T13:31:49.946" v="25"/>
          <ac:spMkLst>
            <pc:docMk/>
            <pc:sldMk cId="3314901139" sldId="464"/>
            <ac:spMk id="15" creationId="{2DDE3054-7688-403A-8800-8FA4F1B54962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314901139" sldId="464"/>
            <ac:spMk id="17" creationId="{1C938212-FA12-4FF1-87C8-ACDE99D06F69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314901139" sldId="464"/>
            <ac:spMk id="19" creationId="{369F152D-E540-4B48-BA11-2ADF043C6111}"/>
          </ac:spMkLst>
        </pc:spChg>
        <pc:spChg chg="del">
          <ac:chgData name="동혁 임" userId="879f4c796d7a5333" providerId="LiveId" clId="{040323C9-B4B0-4EF3-B18F-139AD01C47B9}" dt="2020-06-07T13:31:49.946" v="25"/>
          <ac:spMkLst>
            <pc:docMk/>
            <pc:sldMk cId="3314901139" sldId="464"/>
            <ac:spMk id="21" creationId="{0C059F7E-04C4-4C46-9B3E-E5CE267E347D}"/>
          </ac:spMkLst>
        </pc:spChg>
      </pc:sldChg>
      <pc:sldChg chg="addSp delSp modSp new del mod setBg setClrOvrMap">
        <pc:chgData name="동혁 임" userId="879f4c796d7a5333" providerId="LiveId" clId="{040323C9-B4B0-4EF3-B18F-139AD01C47B9}" dt="2020-06-07T13:53:16.956" v="128" actId="47"/>
        <pc:sldMkLst>
          <pc:docMk/>
          <pc:sldMk cId="1728174087" sldId="465"/>
        </pc:sldMkLst>
        <pc:spChg chg="mod">
          <ac:chgData name="동혁 임" userId="879f4c796d7a5333" providerId="LiveId" clId="{040323C9-B4B0-4EF3-B18F-139AD01C47B9}" dt="2020-06-07T13:35:04.721" v="117" actId="26606"/>
          <ac:spMkLst>
            <pc:docMk/>
            <pc:sldMk cId="1728174087" sldId="465"/>
            <ac:spMk id="2" creationId="{8C1D5912-8670-4348-B97F-18616B55A8CA}"/>
          </ac:spMkLst>
        </pc:spChg>
        <pc:spChg chg="mod">
          <ac:chgData name="동혁 임" userId="879f4c796d7a5333" providerId="LiveId" clId="{040323C9-B4B0-4EF3-B18F-139AD01C47B9}" dt="2020-06-07T13:35:04.721" v="117" actId="26606"/>
          <ac:spMkLst>
            <pc:docMk/>
            <pc:sldMk cId="1728174087" sldId="465"/>
            <ac:spMk id="3" creationId="{FCC3829D-1946-474B-9D10-056DF114ACA9}"/>
          </ac:spMkLst>
        </pc:spChg>
        <pc:spChg chg="mod">
          <ac:chgData name="동혁 임" userId="879f4c796d7a5333" providerId="LiveId" clId="{040323C9-B4B0-4EF3-B18F-139AD01C47B9}" dt="2020-06-07T13:35:04.721" v="117" actId="26606"/>
          <ac:spMkLst>
            <pc:docMk/>
            <pc:sldMk cId="1728174087" sldId="465"/>
            <ac:spMk id="4" creationId="{004D688B-FDDF-4063-9E4A-D4B56F5D0421}"/>
          </ac:spMkLst>
        </pc:spChg>
        <pc:spChg chg="add del">
          <ac:chgData name="동혁 임" userId="879f4c796d7a5333" providerId="LiveId" clId="{040323C9-B4B0-4EF3-B18F-139AD01C47B9}" dt="2020-06-07T13:35:04.714" v="116" actId="26606"/>
          <ac:spMkLst>
            <pc:docMk/>
            <pc:sldMk cId="1728174087" sldId="465"/>
            <ac:spMk id="9" creationId="{8045BF01-625E-4022-91E5-488DB3FCB734}"/>
          </ac:spMkLst>
        </pc:spChg>
        <pc:spChg chg="add del">
          <ac:chgData name="동혁 임" userId="879f4c796d7a5333" providerId="LiveId" clId="{040323C9-B4B0-4EF3-B18F-139AD01C47B9}" dt="2020-06-07T13:35:04.714" v="116" actId="26606"/>
          <ac:spMkLst>
            <pc:docMk/>
            <pc:sldMk cId="1728174087" sldId="465"/>
            <ac:spMk id="11" creationId="{0E442549-290E-4B7E-892E-F2DB911DD205}"/>
          </ac:spMkLst>
        </pc:spChg>
        <pc:spChg chg="add">
          <ac:chgData name="동혁 임" userId="879f4c796d7a5333" providerId="LiveId" clId="{040323C9-B4B0-4EF3-B18F-139AD01C47B9}" dt="2020-06-07T13:35:04.721" v="117" actId="26606"/>
          <ac:spMkLst>
            <pc:docMk/>
            <pc:sldMk cId="1728174087" sldId="465"/>
            <ac:spMk id="13" creationId="{DB0D7DD0-1C67-4D4C-9E06-678233DB8468}"/>
          </ac:spMkLst>
        </pc:spChg>
        <pc:spChg chg="add">
          <ac:chgData name="동혁 임" userId="879f4c796d7a5333" providerId="LiveId" clId="{040323C9-B4B0-4EF3-B18F-139AD01C47B9}" dt="2020-06-07T13:35:04.721" v="117" actId="26606"/>
          <ac:spMkLst>
            <pc:docMk/>
            <pc:sldMk cId="1728174087" sldId="465"/>
            <ac:spMk id="14" creationId="{428D436F-9ACD-4C92-AFC8-C934C527A6A4}"/>
          </ac:spMkLst>
        </pc:spChg>
        <pc:spChg chg="add">
          <ac:chgData name="동혁 임" userId="879f4c796d7a5333" providerId="LiveId" clId="{040323C9-B4B0-4EF3-B18F-139AD01C47B9}" dt="2020-06-07T13:35:04.721" v="117" actId="26606"/>
          <ac:spMkLst>
            <pc:docMk/>
            <pc:sldMk cId="1728174087" sldId="465"/>
            <ac:spMk id="15" creationId="{090538E0-A884-4E60-A6AB-77D830E2FCED}"/>
          </ac:spMkLst>
        </pc:spChg>
      </pc:sldChg>
      <pc:sldChg chg="new del">
        <pc:chgData name="동혁 임" userId="879f4c796d7a5333" providerId="LiveId" clId="{040323C9-B4B0-4EF3-B18F-139AD01C47B9}" dt="2020-06-07T13:55:00.095" v="151" actId="47"/>
        <pc:sldMkLst>
          <pc:docMk/>
          <pc:sldMk cId="3481704169" sldId="465"/>
        </pc:sldMkLst>
      </pc:sldChg>
      <pc:sldChg chg="delSp add del setBg delDesignElem">
        <pc:chgData name="동혁 임" userId="879f4c796d7a5333" providerId="LiveId" clId="{040323C9-B4B0-4EF3-B18F-139AD01C47B9}" dt="2020-06-07T13:35:57.653" v="125" actId="47"/>
        <pc:sldMkLst>
          <pc:docMk/>
          <pc:sldMk cId="532536469" sldId="466"/>
        </pc:sldMkLst>
        <pc:spChg chg="del">
          <ac:chgData name="동혁 임" userId="879f4c796d7a5333" providerId="LiveId" clId="{040323C9-B4B0-4EF3-B18F-139AD01C47B9}" dt="2020-06-07T13:35:56.248" v="124"/>
          <ac:spMkLst>
            <pc:docMk/>
            <pc:sldMk cId="532536469" sldId="466"/>
            <ac:spMk id="15" creationId="{2DDE3054-7688-403A-8800-8FA4F1B54962}"/>
          </ac:spMkLst>
        </pc:spChg>
        <pc:spChg chg="del">
          <ac:chgData name="동혁 임" userId="879f4c796d7a5333" providerId="LiveId" clId="{040323C9-B4B0-4EF3-B18F-139AD01C47B9}" dt="2020-06-07T13:35:56.248" v="124"/>
          <ac:spMkLst>
            <pc:docMk/>
            <pc:sldMk cId="532536469" sldId="466"/>
            <ac:spMk id="17" creationId="{1C938212-FA12-4FF1-87C8-ACDE99D06F69}"/>
          </ac:spMkLst>
        </pc:spChg>
        <pc:spChg chg="del">
          <ac:chgData name="동혁 임" userId="879f4c796d7a5333" providerId="LiveId" clId="{040323C9-B4B0-4EF3-B18F-139AD01C47B9}" dt="2020-06-07T13:35:56.248" v="124"/>
          <ac:spMkLst>
            <pc:docMk/>
            <pc:sldMk cId="532536469" sldId="466"/>
            <ac:spMk id="19" creationId="{369F152D-E540-4B48-BA11-2ADF043C6111}"/>
          </ac:spMkLst>
        </pc:spChg>
        <pc:spChg chg="del">
          <ac:chgData name="동혁 임" userId="879f4c796d7a5333" providerId="LiveId" clId="{040323C9-B4B0-4EF3-B18F-139AD01C47B9}" dt="2020-06-07T13:35:56.248" v="124"/>
          <ac:spMkLst>
            <pc:docMk/>
            <pc:sldMk cId="532536469" sldId="466"/>
            <ac:spMk id="21" creationId="{0C059F7E-04C4-4C46-9B3E-E5CE267E347D}"/>
          </ac:spMkLst>
        </pc:spChg>
      </pc:sldChg>
      <pc:sldChg chg="addSp delSp modSp new mod setBg">
        <pc:chgData name="동혁 임" userId="879f4c796d7a5333" providerId="LiveId" clId="{040323C9-B4B0-4EF3-B18F-139AD01C47B9}" dt="2020-06-07T13:54:55.617" v="150" actId="2711"/>
        <pc:sldMkLst>
          <pc:docMk/>
          <pc:sldMk cId="1728617815" sldId="466"/>
        </pc:sldMkLst>
        <pc:spChg chg="mod">
          <ac:chgData name="동혁 임" userId="879f4c796d7a5333" providerId="LiveId" clId="{040323C9-B4B0-4EF3-B18F-139AD01C47B9}" dt="2020-06-07T13:54:55.617" v="150" actId="2711"/>
          <ac:spMkLst>
            <pc:docMk/>
            <pc:sldMk cId="1728617815" sldId="466"/>
            <ac:spMk id="2" creationId="{F18E12CC-2577-4F92-8141-A96BAAD0FDC5}"/>
          </ac:spMkLst>
        </pc:spChg>
        <pc:spChg chg="del">
          <ac:chgData name="동혁 임" userId="879f4c796d7a5333" providerId="LiveId" clId="{040323C9-B4B0-4EF3-B18F-139AD01C47B9}" dt="2020-06-07T13:53:48.799" v="131" actId="931"/>
          <ac:spMkLst>
            <pc:docMk/>
            <pc:sldMk cId="1728617815" sldId="466"/>
            <ac:spMk id="3" creationId="{E65971B3-312B-477F-9361-5A703673E1E1}"/>
          </ac:spMkLst>
        </pc:spChg>
        <pc:spChg chg="mod ord">
          <ac:chgData name="동혁 임" userId="879f4c796d7a5333" providerId="LiveId" clId="{040323C9-B4B0-4EF3-B18F-139AD01C47B9}" dt="2020-06-07T13:54:55.617" v="150" actId="2711"/>
          <ac:spMkLst>
            <pc:docMk/>
            <pc:sldMk cId="1728617815" sldId="466"/>
            <ac:spMk id="4" creationId="{A67B7FA9-5765-44B1-85CB-5D43362AF0A5}"/>
          </ac:spMkLst>
        </pc:spChg>
        <pc:spChg chg="add del mod">
          <ac:chgData name="동혁 임" userId="879f4c796d7a5333" providerId="LiveId" clId="{040323C9-B4B0-4EF3-B18F-139AD01C47B9}" dt="2020-06-07T13:54:36.506" v="144" actId="478"/>
          <ac:spMkLst>
            <pc:docMk/>
            <pc:sldMk cId="1728617815" sldId="466"/>
            <ac:spMk id="12" creationId="{5A87C143-5863-4B87-92D8-D96600E325B5}"/>
          </ac:spMkLst>
        </pc:spChg>
        <pc:spChg chg="add">
          <ac:chgData name="동혁 임" userId="879f4c796d7a5333" providerId="LiveId" clId="{040323C9-B4B0-4EF3-B18F-139AD01C47B9}" dt="2020-06-07T13:54:21.279" v="141" actId="26606"/>
          <ac:spMkLst>
            <pc:docMk/>
            <pc:sldMk cId="1728617815" sldId="466"/>
            <ac:spMk id="15" creationId="{5BA49487-3FDB-4FB7-9D50-2B4F9454DA91}"/>
          </ac:spMkLst>
        </pc:spChg>
        <pc:spChg chg="add">
          <ac:chgData name="동혁 임" userId="879f4c796d7a5333" providerId="LiveId" clId="{040323C9-B4B0-4EF3-B18F-139AD01C47B9}" dt="2020-06-07T13:54:21.279" v="141" actId="26606"/>
          <ac:spMkLst>
            <pc:docMk/>
            <pc:sldMk cId="1728617815" sldId="466"/>
            <ac:spMk id="17" creationId="{1C938212-FA12-4FF1-87C8-ACDE99D06F69}"/>
          </ac:spMkLst>
        </pc:spChg>
        <pc:spChg chg="add">
          <ac:chgData name="동혁 임" userId="879f4c796d7a5333" providerId="LiveId" clId="{040323C9-B4B0-4EF3-B18F-139AD01C47B9}" dt="2020-06-07T13:54:21.279" v="141" actId="26606"/>
          <ac:spMkLst>
            <pc:docMk/>
            <pc:sldMk cId="1728617815" sldId="466"/>
            <ac:spMk id="19" creationId="{369F152D-E540-4B48-BA11-2ADF043C6111}"/>
          </ac:spMkLst>
        </pc:spChg>
        <pc:spChg chg="add">
          <ac:chgData name="동혁 임" userId="879f4c796d7a5333" providerId="LiveId" clId="{040323C9-B4B0-4EF3-B18F-139AD01C47B9}" dt="2020-06-07T13:54:21.279" v="141" actId="26606"/>
          <ac:spMkLst>
            <pc:docMk/>
            <pc:sldMk cId="1728617815" sldId="466"/>
            <ac:spMk id="21" creationId="{0C059F7E-04C4-4C46-9B3E-E5CE267E347D}"/>
          </ac:spMkLst>
        </pc:spChg>
        <pc:spChg chg="add mod">
          <ac:chgData name="동혁 임" userId="879f4c796d7a5333" providerId="LiveId" clId="{040323C9-B4B0-4EF3-B18F-139AD01C47B9}" dt="2020-06-07T13:54:41.545" v="145"/>
          <ac:spMkLst>
            <pc:docMk/>
            <pc:sldMk cId="1728617815" sldId="466"/>
            <ac:spMk id="23" creationId="{ABA223AF-942E-40C9-A37F-561EC766E0BA}"/>
          </ac:spMkLst>
        </pc:spChg>
        <pc:spChg chg="add mod">
          <ac:chgData name="동혁 임" userId="879f4c796d7a5333" providerId="LiveId" clId="{040323C9-B4B0-4EF3-B18F-139AD01C47B9}" dt="2020-06-07T13:54:41.545" v="145"/>
          <ac:spMkLst>
            <pc:docMk/>
            <pc:sldMk cId="1728617815" sldId="466"/>
            <ac:spMk id="24" creationId="{3DE3DD9D-29BC-4609-BD20-9827AD987499}"/>
          </ac:spMkLst>
        </pc:spChg>
        <pc:picChg chg="add del mod ord">
          <ac:chgData name="동혁 임" userId="879f4c796d7a5333" providerId="LiveId" clId="{040323C9-B4B0-4EF3-B18F-139AD01C47B9}" dt="2020-06-07T13:54:34.793" v="143" actId="478"/>
          <ac:picMkLst>
            <pc:docMk/>
            <pc:sldMk cId="1728617815" sldId="466"/>
            <ac:picMk id="6" creationId="{3D75E375-F357-40A2-B3E5-53936E424189}"/>
          </ac:picMkLst>
        </pc:picChg>
        <pc:picChg chg="add del mod">
          <ac:chgData name="동혁 임" userId="879f4c796d7a5333" providerId="LiveId" clId="{040323C9-B4B0-4EF3-B18F-139AD01C47B9}" dt="2020-06-07T13:54:34.793" v="143" actId="478"/>
          <ac:picMkLst>
            <pc:docMk/>
            <pc:sldMk cId="1728617815" sldId="466"/>
            <ac:picMk id="8" creationId="{38A8DCF9-E147-41AE-B153-64D1BC4B17AF}"/>
          </ac:picMkLst>
        </pc:picChg>
        <pc:picChg chg="add del mod">
          <ac:chgData name="동혁 임" userId="879f4c796d7a5333" providerId="LiveId" clId="{040323C9-B4B0-4EF3-B18F-139AD01C47B9}" dt="2020-06-07T13:54:34.793" v="143" actId="478"/>
          <ac:picMkLst>
            <pc:docMk/>
            <pc:sldMk cId="1728617815" sldId="466"/>
            <ac:picMk id="10" creationId="{2D4309DB-BCB6-48E3-B2B4-2B31A618E9AC}"/>
          </ac:picMkLst>
        </pc:picChg>
        <pc:picChg chg="add mod">
          <ac:chgData name="동혁 임" userId="879f4c796d7a5333" providerId="LiveId" clId="{040323C9-B4B0-4EF3-B18F-139AD01C47B9}" dt="2020-06-07T13:54:41.545" v="145"/>
          <ac:picMkLst>
            <pc:docMk/>
            <pc:sldMk cId="1728617815" sldId="466"/>
            <ac:picMk id="18" creationId="{9A453D00-1ABF-4021-91DF-02A28FBACBD1}"/>
          </ac:picMkLst>
        </pc:picChg>
        <pc:picChg chg="add mod">
          <ac:chgData name="동혁 임" userId="879f4c796d7a5333" providerId="LiveId" clId="{040323C9-B4B0-4EF3-B18F-139AD01C47B9}" dt="2020-06-07T13:54:41.545" v="145"/>
          <ac:picMkLst>
            <pc:docMk/>
            <pc:sldMk cId="1728617815" sldId="466"/>
            <ac:picMk id="20" creationId="{8FBC2A67-ECC5-4A0D-A034-5394979EF9A1}"/>
          </ac:picMkLst>
        </pc:picChg>
        <pc:picChg chg="add mod">
          <ac:chgData name="동혁 임" userId="879f4c796d7a5333" providerId="LiveId" clId="{040323C9-B4B0-4EF3-B18F-139AD01C47B9}" dt="2020-06-07T13:54:41.545" v="145"/>
          <ac:picMkLst>
            <pc:docMk/>
            <pc:sldMk cId="1728617815" sldId="466"/>
            <ac:picMk id="22" creationId="{0639A1C5-C909-45B2-B4BD-E9CF17E54E9B}"/>
          </ac:picMkLst>
        </pc:picChg>
      </pc:sldChg>
      <pc:sldChg chg="new del">
        <pc:chgData name="동혁 임" userId="879f4c796d7a5333" providerId="LiveId" clId="{040323C9-B4B0-4EF3-B18F-139AD01C47B9}" dt="2020-06-07T13:53:16.956" v="128" actId="47"/>
        <pc:sldMkLst>
          <pc:docMk/>
          <pc:sldMk cId="2479944501" sldId="466"/>
        </pc:sldMkLst>
      </pc:sldChg>
      <pc:sldChg chg="addSp delSp modSp new del mod setBg">
        <pc:chgData name="동혁 임" userId="879f4c796d7a5333" providerId="LiveId" clId="{040323C9-B4B0-4EF3-B18F-139AD01C47B9}" dt="2020-06-07T13:57:44.772" v="371" actId="47"/>
        <pc:sldMkLst>
          <pc:docMk/>
          <pc:sldMk cId="216858274" sldId="467"/>
        </pc:sldMkLst>
        <pc:spChg chg="mod">
          <ac:chgData name="동혁 임" userId="879f4c796d7a5333" providerId="LiveId" clId="{040323C9-B4B0-4EF3-B18F-139AD01C47B9}" dt="2020-06-07T13:55:58.491" v="236" actId="26606"/>
          <ac:spMkLst>
            <pc:docMk/>
            <pc:sldMk cId="216858274" sldId="467"/>
            <ac:spMk id="2" creationId="{EBA7A3ED-F866-429E-91E2-7DF2295B13D5}"/>
          </ac:spMkLst>
        </pc:spChg>
        <pc:spChg chg="add del mod">
          <ac:chgData name="동혁 임" userId="879f4c796d7a5333" providerId="LiveId" clId="{040323C9-B4B0-4EF3-B18F-139AD01C47B9}" dt="2020-06-07T13:55:58.491" v="236" actId="26606"/>
          <ac:spMkLst>
            <pc:docMk/>
            <pc:sldMk cId="216858274" sldId="467"/>
            <ac:spMk id="3" creationId="{E6A793CC-5AA5-403B-9D11-E76DC247F81D}"/>
          </ac:spMkLst>
        </pc:spChg>
        <pc:spChg chg="add">
          <ac:chgData name="동혁 임" userId="879f4c796d7a5333" providerId="LiveId" clId="{040323C9-B4B0-4EF3-B18F-139AD01C47B9}" dt="2020-06-07T13:55:58.491" v="236" actId="26606"/>
          <ac:spMkLst>
            <pc:docMk/>
            <pc:sldMk cId="216858274" sldId="467"/>
            <ac:spMk id="8" creationId="{1C799903-48D5-4A31-A1A2-541072D9771E}"/>
          </ac:spMkLst>
        </pc:spChg>
        <pc:spChg chg="add del">
          <ac:chgData name="동혁 임" userId="879f4c796d7a5333" providerId="LiveId" clId="{040323C9-B4B0-4EF3-B18F-139AD01C47B9}" dt="2020-06-07T13:55:58.132" v="233" actId="26606"/>
          <ac:spMkLst>
            <pc:docMk/>
            <pc:sldMk cId="216858274" sldId="467"/>
            <ac:spMk id="9" creationId="{46C2E80F-49A6-4372-B103-219D417A55ED}"/>
          </ac:spMkLst>
        </pc:spChg>
        <pc:spChg chg="add">
          <ac:chgData name="동혁 임" userId="879f4c796d7a5333" providerId="LiveId" clId="{040323C9-B4B0-4EF3-B18F-139AD01C47B9}" dt="2020-06-07T13:55:58.491" v="236" actId="26606"/>
          <ac:spMkLst>
            <pc:docMk/>
            <pc:sldMk cId="216858274" sldId="467"/>
            <ac:spMk id="10" creationId="{8EFFF109-FC58-4FD3-BE05-9775A1310F55}"/>
          </ac:spMkLst>
        </pc:spChg>
        <pc:spChg chg="add">
          <ac:chgData name="동혁 임" userId="879f4c796d7a5333" providerId="LiveId" clId="{040323C9-B4B0-4EF3-B18F-139AD01C47B9}" dt="2020-06-07T13:55:58.491" v="236" actId="26606"/>
          <ac:spMkLst>
            <pc:docMk/>
            <pc:sldMk cId="216858274" sldId="467"/>
            <ac:spMk id="12" creationId="{E1B96AD6-92A9-4273-A62B-96A1C3E0BA95}"/>
          </ac:spMkLst>
        </pc:spChg>
        <pc:spChg chg="add mod">
          <ac:chgData name="동혁 임" userId="879f4c796d7a5333" providerId="LiveId" clId="{040323C9-B4B0-4EF3-B18F-139AD01C47B9}" dt="2020-06-07T13:56:49.872" v="362" actId="20577"/>
          <ac:spMkLst>
            <pc:docMk/>
            <pc:sldMk cId="216858274" sldId="467"/>
            <ac:spMk id="13" creationId="{E6A793CC-5AA5-403B-9D11-E76DC247F81D}"/>
          </ac:spMkLst>
        </pc:spChg>
        <pc:spChg chg="add">
          <ac:chgData name="동혁 임" userId="879f4c796d7a5333" providerId="LiveId" clId="{040323C9-B4B0-4EF3-B18F-139AD01C47B9}" dt="2020-06-07T13:55:58.491" v="236" actId="26606"/>
          <ac:spMkLst>
            <pc:docMk/>
            <pc:sldMk cId="216858274" sldId="467"/>
            <ac:spMk id="14" creationId="{463EEC44-1BA3-44ED-81FC-A644B04B2A44}"/>
          </ac:spMkLst>
        </pc:spChg>
        <pc:graphicFrameChg chg="add del">
          <ac:chgData name="동혁 임" userId="879f4c796d7a5333" providerId="LiveId" clId="{040323C9-B4B0-4EF3-B18F-139AD01C47B9}" dt="2020-06-07T13:55:58.132" v="233" actId="26606"/>
          <ac:graphicFrameMkLst>
            <pc:docMk/>
            <pc:sldMk cId="216858274" sldId="467"/>
            <ac:graphicFrameMk id="5" creationId="{76D40885-155E-4DE5-AC2E-023AA132B86F}"/>
          </ac:graphicFrameMkLst>
        </pc:graphicFrameChg>
        <pc:graphicFrameChg chg="add del">
          <ac:chgData name="동혁 임" userId="879f4c796d7a5333" providerId="LiveId" clId="{040323C9-B4B0-4EF3-B18F-139AD01C47B9}" dt="2020-06-07T13:55:58.483" v="235" actId="26606"/>
          <ac:graphicFrameMkLst>
            <pc:docMk/>
            <pc:sldMk cId="216858274" sldId="467"/>
            <ac:graphicFrameMk id="11" creationId="{5C40737A-E7AA-4268-8FDA-052256792ABD}"/>
          </ac:graphicFrameMkLst>
        </pc:graphicFrameChg>
      </pc:sldChg>
      <pc:sldChg chg="addSp modSp new mod setBg">
        <pc:chgData name="동혁 임" userId="879f4c796d7a5333" providerId="LiveId" clId="{040323C9-B4B0-4EF3-B18F-139AD01C47B9}" dt="2020-06-07T14:00:49.022" v="563" actId="2711"/>
        <pc:sldMkLst>
          <pc:docMk/>
          <pc:sldMk cId="1984713323" sldId="467"/>
        </pc:sldMkLst>
        <pc:spChg chg="mod">
          <ac:chgData name="동혁 임" userId="879f4c796d7a5333" providerId="LiveId" clId="{040323C9-B4B0-4EF3-B18F-139AD01C47B9}" dt="2020-06-07T14:00:49.022" v="563" actId="2711"/>
          <ac:spMkLst>
            <pc:docMk/>
            <pc:sldMk cId="1984713323" sldId="467"/>
            <ac:spMk id="2" creationId="{07FF35F4-5DFA-493D-813C-7AF82379EBFE}"/>
          </ac:spMkLst>
        </pc:spChg>
        <pc:spChg chg="mod">
          <ac:chgData name="동혁 임" userId="879f4c796d7a5333" providerId="LiveId" clId="{040323C9-B4B0-4EF3-B18F-139AD01C47B9}" dt="2020-06-07T14:00:44.788" v="562" actId="26606"/>
          <ac:spMkLst>
            <pc:docMk/>
            <pc:sldMk cId="1984713323" sldId="467"/>
            <ac:spMk id="3" creationId="{939F9FCA-38F1-4D0E-8BDE-4FD2F39D3E18}"/>
          </ac:spMkLst>
        </pc:spChg>
        <pc:spChg chg="add">
          <ac:chgData name="동혁 임" userId="879f4c796d7a5333" providerId="LiveId" clId="{040323C9-B4B0-4EF3-B18F-139AD01C47B9}" dt="2020-06-07T14:00:44.788" v="562" actId="26606"/>
          <ac:spMkLst>
            <pc:docMk/>
            <pc:sldMk cId="1984713323" sldId="467"/>
            <ac:spMk id="8" creationId="{BAD76F3E-3A97-486B-B402-44400A8B9173}"/>
          </ac:spMkLst>
        </pc:spChg>
        <pc:spChg chg="add">
          <ac:chgData name="동혁 임" userId="879f4c796d7a5333" providerId="LiveId" clId="{040323C9-B4B0-4EF3-B18F-139AD01C47B9}" dt="2020-06-07T14:00:44.788" v="562" actId="26606"/>
          <ac:spMkLst>
            <pc:docMk/>
            <pc:sldMk cId="1984713323" sldId="467"/>
            <ac:spMk id="10" creationId="{391F6B52-91F4-4AEB-B6DB-29FEBCF28C8B}"/>
          </ac:spMkLst>
        </pc:spChg>
        <pc:spChg chg="add">
          <ac:chgData name="동혁 임" userId="879f4c796d7a5333" providerId="LiveId" clId="{040323C9-B4B0-4EF3-B18F-139AD01C47B9}" dt="2020-06-07T14:00:44.788" v="562" actId="26606"/>
          <ac:spMkLst>
            <pc:docMk/>
            <pc:sldMk cId="1984713323" sldId="467"/>
            <ac:spMk id="12" creationId="{2CD6F061-7C53-44F4-9794-953DB70A451B}"/>
          </ac:spMkLst>
        </pc:spChg>
      </pc:sldChg>
      <pc:sldChg chg="addSp modSp new del mod setBg">
        <pc:chgData name="동혁 임" userId="879f4c796d7a5333" providerId="LiveId" clId="{040323C9-B4B0-4EF3-B18F-139AD01C47B9}" dt="2020-06-07T13:59:58.621" v="537" actId="47"/>
        <pc:sldMkLst>
          <pc:docMk/>
          <pc:sldMk cId="2662910085" sldId="467"/>
        </pc:sldMkLst>
        <pc:spChg chg="mod">
          <ac:chgData name="동혁 임" userId="879f4c796d7a5333" providerId="LiveId" clId="{040323C9-B4B0-4EF3-B18F-139AD01C47B9}" dt="2020-06-07T13:59:21.733" v="408" actId="26606"/>
          <ac:spMkLst>
            <pc:docMk/>
            <pc:sldMk cId="2662910085" sldId="467"/>
            <ac:spMk id="2" creationId="{C5F25150-1F4A-46BD-A5D9-F1B04269D79D}"/>
          </ac:spMkLst>
        </pc:spChg>
        <pc:spChg chg="mod">
          <ac:chgData name="동혁 임" userId="879f4c796d7a5333" providerId="LiveId" clId="{040323C9-B4B0-4EF3-B18F-139AD01C47B9}" dt="2020-06-07T13:59:53.185" v="536"/>
          <ac:spMkLst>
            <pc:docMk/>
            <pc:sldMk cId="2662910085" sldId="467"/>
            <ac:spMk id="3" creationId="{DE04B547-504C-48C5-86DD-7508C866BBB5}"/>
          </ac:spMkLst>
        </pc:spChg>
        <pc:spChg chg="add">
          <ac:chgData name="동혁 임" userId="879f4c796d7a5333" providerId="LiveId" clId="{040323C9-B4B0-4EF3-B18F-139AD01C47B9}" dt="2020-06-07T13:59:21.733" v="408" actId="26606"/>
          <ac:spMkLst>
            <pc:docMk/>
            <pc:sldMk cId="2662910085" sldId="467"/>
            <ac:spMk id="8" creationId="{CBB2B1F0-0DD6-4744-9A46-7A344FB48E40}"/>
          </ac:spMkLst>
        </pc:spChg>
        <pc:spChg chg="add">
          <ac:chgData name="동혁 임" userId="879f4c796d7a5333" providerId="LiveId" clId="{040323C9-B4B0-4EF3-B18F-139AD01C47B9}" dt="2020-06-07T13:59:21.733" v="408" actId="26606"/>
          <ac:spMkLst>
            <pc:docMk/>
            <pc:sldMk cId="2662910085" sldId="467"/>
            <ac:spMk id="10" creationId="{52D502E5-F6B4-4D58-B4AE-FC466FF15EE8}"/>
          </ac:spMkLst>
        </pc:spChg>
        <pc:spChg chg="add">
          <ac:chgData name="동혁 임" userId="879f4c796d7a5333" providerId="LiveId" clId="{040323C9-B4B0-4EF3-B18F-139AD01C47B9}" dt="2020-06-07T13:59:21.733" v="408" actId="26606"/>
          <ac:spMkLst>
            <pc:docMk/>
            <pc:sldMk cId="2662910085" sldId="467"/>
            <ac:spMk id="12" creationId="{9DECDBF4-02B6-4BB4-B65B-B8107AD6A9E8}"/>
          </ac:spMkLst>
        </pc:spChg>
      </pc:sldChg>
      <pc:sldChg chg="addSp delSp modSp new mod">
        <pc:chgData name="동혁 임" userId="879f4c796d7a5333" providerId="LiveId" clId="{040323C9-B4B0-4EF3-B18F-139AD01C47B9}" dt="2020-06-07T14:30:38.998" v="2023" actId="1076"/>
        <pc:sldMkLst>
          <pc:docMk/>
          <pc:sldMk cId="2022832837" sldId="468"/>
        </pc:sldMkLst>
        <pc:spChg chg="del mod">
          <ac:chgData name="동혁 임" userId="879f4c796d7a5333" providerId="LiveId" clId="{040323C9-B4B0-4EF3-B18F-139AD01C47B9}" dt="2020-06-07T14:06:24.089" v="1025" actId="478"/>
          <ac:spMkLst>
            <pc:docMk/>
            <pc:sldMk cId="2022832837" sldId="468"/>
            <ac:spMk id="2" creationId="{195D7E6F-A6A5-49D7-BAF2-9DD06280797E}"/>
          </ac:spMkLst>
        </pc:spChg>
        <pc:spChg chg="del">
          <ac:chgData name="동혁 임" userId="879f4c796d7a5333" providerId="LiveId" clId="{040323C9-B4B0-4EF3-B18F-139AD01C47B9}" dt="2020-06-07T14:02:33.372" v="681" actId="931"/>
          <ac:spMkLst>
            <pc:docMk/>
            <pc:sldMk cId="2022832837" sldId="468"/>
            <ac:spMk id="3" creationId="{4ADF2DAE-9BE5-41D2-B70F-DE81CBB6DFBD}"/>
          </ac:spMkLst>
        </pc:spChg>
        <pc:spChg chg="del mod">
          <ac:chgData name="동혁 임" userId="879f4c796d7a5333" providerId="LiveId" clId="{040323C9-B4B0-4EF3-B18F-139AD01C47B9}" dt="2020-06-07T14:06:22.432" v="1024" actId="478"/>
          <ac:spMkLst>
            <pc:docMk/>
            <pc:sldMk cId="2022832837" sldId="468"/>
            <ac:spMk id="4" creationId="{5E88F4C1-91D6-48C3-AE98-299F8440A2AB}"/>
          </ac:spMkLst>
        </pc:spChg>
        <pc:spChg chg="add del mod">
          <ac:chgData name="동혁 임" userId="879f4c796d7a5333" providerId="LiveId" clId="{040323C9-B4B0-4EF3-B18F-139AD01C47B9}" dt="2020-06-07T14:06:26.734" v="1027" actId="478"/>
          <ac:spMkLst>
            <pc:docMk/>
            <pc:sldMk cId="2022832837" sldId="468"/>
            <ac:spMk id="8" creationId="{0BBFCA2D-3229-48D7-8CC1-4865833F7609}"/>
          </ac:spMkLst>
        </pc:spChg>
        <pc:spChg chg="add del mod">
          <ac:chgData name="동혁 임" userId="879f4c796d7a5333" providerId="LiveId" clId="{040323C9-B4B0-4EF3-B18F-139AD01C47B9}" dt="2020-06-07T14:06:25.435" v="1026" actId="478"/>
          <ac:spMkLst>
            <pc:docMk/>
            <pc:sldMk cId="2022832837" sldId="468"/>
            <ac:spMk id="10" creationId="{E76EBA8D-1A1F-42DC-89A0-E7F4FD0728C0}"/>
          </ac:spMkLst>
        </pc:spChg>
        <pc:picChg chg="add mod">
          <ac:chgData name="동혁 임" userId="879f4c796d7a5333" providerId="LiveId" clId="{040323C9-B4B0-4EF3-B18F-139AD01C47B9}" dt="2020-06-07T14:19:14.289" v="1109" actId="1076"/>
          <ac:picMkLst>
            <pc:docMk/>
            <pc:sldMk cId="2022832837" sldId="468"/>
            <ac:picMk id="6" creationId="{F0E5AC36-66A6-48E5-9B78-98619B14F52B}"/>
          </ac:picMkLst>
        </pc:picChg>
        <pc:picChg chg="add mod">
          <ac:chgData name="동혁 임" userId="879f4c796d7a5333" providerId="LiveId" clId="{040323C9-B4B0-4EF3-B18F-139AD01C47B9}" dt="2020-06-07T14:18:44.602" v="1098" actId="1076"/>
          <ac:picMkLst>
            <pc:docMk/>
            <pc:sldMk cId="2022832837" sldId="468"/>
            <ac:picMk id="12" creationId="{2A34A623-D069-4119-9A35-A344C2AA7C00}"/>
          </ac:picMkLst>
        </pc:picChg>
        <pc:picChg chg="add mod">
          <ac:chgData name="동혁 임" userId="879f4c796d7a5333" providerId="LiveId" clId="{040323C9-B4B0-4EF3-B18F-139AD01C47B9}" dt="2020-06-07T14:30:36.641" v="2022" actId="1076"/>
          <ac:picMkLst>
            <pc:docMk/>
            <pc:sldMk cId="2022832837" sldId="468"/>
            <ac:picMk id="14" creationId="{8146CE11-D62B-4F37-B6A9-C67BA7CB68DB}"/>
          </ac:picMkLst>
        </pc:picChg>
        <pc:picChg chg="add mod">
          <ac:chgData name="동혁 임" userId="879f4c796d7a5333" providerId="LiveId" clId="{040323C9-B4B0-4EF3-B18F-139AD01C47B9}" dt="2020-06-07T14:19:17.183" v="1111" actId="1076"/>
          <ac:picMkLst>
            <pc:docMk/>
            <pc:sldMk cId="2022832837" sldId="468"/>
            <ac:picMk id="16" creationId="{297162E9-2668-4CFB-B124-5C273C76E18E}"/>
          </ac:picMkLst>
        </pc:picChg>
        <pc:picChg chg="add mod">
          <ac:chgData name="동혁 임" userId="879f4c796d7a5333" providerId="LiveId" clId="{040323C9-B4B0-4EF3-B18F-139AD01C47B9}" dt="2020-06-07T14:19:23.832" v="1115" actId="1076"/>
          <ac:picMkLst>
            <pc:docMk/>
            <pc:sldMk cId="2022832837" sldId="468"/>
            <ac:picMk id="18" creationId="{F062B7CE-5975-421F-B2E9-3586B8F37DCF}"/>
          </ac:picMkLst>
        </pc:picChg>
        <pc:picChg chg="add mod">
          <ac:chgData name="동혁 임" userId="879f4c796d7a5333" providerId="LiveId" clId="{040323C9-B4B0-4EF3-B18F-139AD01C47B9}" dt="2020-06-07T14:30:38.998" v="2023" actId="1076"/>
          <ac:picMkLst>
            <pc:docMk/>
            <pc:sldMk cId="2022832837" sldId="468"/>
            <ac:picMk id="20" creationId="{C9835F00-2C95-4C92-B602-5A1317B7DAF8}"/>
          </ac:picMkLst>
        </pc:picChg>
        <pc:picChg chg="add mod">
          <ac:chgData name="동혁 임" userId="879f4c796d7a5333" providerId="LiveId" clId="{040323C9-B4B0-4EF3-B18F-139AD01C47B9}" dt="2020-06-07T14:19:28.001" v="1117" actId="1076"/>
          <ac:picMkLst>
            <pc:docMk/>
            <pc:sldMk cId="2022832837" sldId="468"/>
            <ac:picMk id="22" creationId="{1BF35350-85CA-497D-9631-500F70A6A2F8}"/>
          </ac:picMkLst>
        </pc:picChg>
        <pc:picChg chg="add mod">
          <ac:chgData name="동혁 임" userId="879f4c796d7a5333" providerId="LiveId" clId="{040323C9-B4B0-4EF3-B18F-139AD01C47B9}" dt="2020-06-07T14:19:25.562" v="1116" actId="1076"/>
          <ac:picMkLst>
            <pc:docMk/>
            <pc:sldMk cId="2022832837" sldId="468"/>
            <ac:picMk id="24" creationId="{E339E7EA-0D51-43AC-859F-2263BAA18F31}"/>
          </ac:picMkLst>
        </pc:picChg>
        <pc:picChg chg="add mod">
          <ac:chgData name="동혁 임" userId="879f4c796d7a5333" providerId="LiveId" clId="{040323C9-B4B0-4EF3-B18F-139AD01C47B9}" dt="2020-06-07T14:19:28.941" v="1118" actId="1076"/>
          <ac:picMkLst>
            <pc:docMk/>
            <pc:sldMk cId="2022832837" sldId="468"/>
            <ac:picMk id="26" creationId="{94F7969B-1466-43D7-90BB-6599C8C49907}"/>
          </ac:picMkLst>
        </pc:picChg>
        <pc:picChg chg="add mod">
          <ac:chgData name="동혁 임" userId="879f4c796d7a5333" providerId="LiveId" clId="{040323C9-B4B0-4EF3-B18F-139AD01C47B9}" dt="2020-06-07T14:30:33.390" v="2021" actId="1076"/>
          <ac:picMkLst>
            <pc:docMk/>
            <pc:sldMk cId="2022832837" sldId="468"/>
            <ac:picMk id="28" creationId="{C8FF730E-770C-4D42-BB94-12107DB07628}"/>
          </ac:picMkLst>
        </pc:picChg>
      </pc:sldChg>
      <pc:sldChg chg="addSp modSp new mod setBg">
        <pc:chgData name="동혁 임" userId="879f4c796d7a5333" providerId="LiveId" clId="{040323C9-B4B0-4EF3-B18F-139AD01C47B9}" dt="2020-06-07T14:22:40.070" v="1154" actId="2711"/>
        <pc:sldMkLst>
          <pc:docMk/>
          <pc:sldMk cId="218212933" sldId="469"/>
        </pc:sldMkLst>
        <pc:spChg chg="mod">
          <ac:chgData name="동혁 임" userId="879f4c796d7a5333" providerId="LiveId" clId="{040323C9-B4B0-4EF3-B18F-139AD01C47B9}" dt="2020-06-07T14:22:40.070" v="1154" actId="2711"/>
          <ac:spMkLst>
            <pc:docMk/>
            <pc:sldMk cId="218212933" sldId="469"/>
            <ac:spMk id="2" creationId="{B3A72849-7998-491B-9F51-F37F5A4D83A8}"/>
          </ac:spMkLst>
        </pc:spChg>
        <pc:spChg chg="mod">
          <ac:chgData name="동혁 임" userId="879f4c796d7a5333" providerId="LiveId" clId="{040323C9-B4B0-4EF3-B18F-139AD01C47B9}" dt="2020-06-07T14:22:31.282" v="1153" actId="26606"/>
          <ac:spMkLst>
            <pc:docMk/>
            <pc:sldMk cId="218212933" sldId="469"/>
            <ac:spMk id="3" creationId="{5770B1F6-CAC7-4126-BD50-69E54DB2A80B}"/>
          </ac:spMkLst>
        </pc:spChg>
        <pc:spChg chg="add">
          <ac:chgData name="동혁 임" userId="879f4c796d7a5333" providerId="LiveId" clId="{040323C9-B4B0-4EF3-B18F-139AD01C47B9}" dt="2020-06-07T14:22:31.282" v="1153" actId="26606"/>
          <ac:spMkLst>
            <pc:docMk/>
            <pc:sldMk cId="218212933" sldId="469"/>
            <ac:spMk id="8" creationId="{BAD76F3E-3A97-486B-B402-44400A8B9173}"/>
          </ac:spMkLst>
        </pc:spChg>
        <pc:spChg chg="add">
          <ac:chgData name="동혁 임" userId="879f4c796d7a5333" providerId="LiveId" clId="{040323C9-B4B0-4EF3-B18F-139AD01C47B9}" dt="2020-06-07T14:22:31.282" v="1153" actId="26606"/>
          <ac:spMkLst>
            <pc:docMk/>
            <pc:sldMk cId="218212933" sldId="469"/>
            <ac:spMk id="10" creationId="{391F6B52-91F4-4AEB-B6DB-29FEBCF28C8B}"/>
          </ac:spMkLst>
        </pc:spChg>
        <pc:spChg chg="add">
          <ac:chgData name="동혁 임" userId="879f4c796d7a5333" providerId="LiveId" clId="{040323C9-B4B0-4EF3-B18F-139AD01C47B9}" dt="2020-06-07T14:22:31.282" v="1153" actId="26606"/>
          <ac:spMkLst>
            <pc:docMk/>
            <pc:sldMk cId="218212933" sldId="469"/>
            <ac:spMk id="12" creationId="{2CD6F061-7C53-44F4-9794-953DB70A451B}"/>
          </ac:spMkLst>
        </pc:spChg>
      </pc:sldChg>
      <pc:sldChg chg="addSp delSp modSp new mod setBg">
        <pc:chgData name="동혁 임" userId="879f4c796d7a5333" providerId="LiveId" clId="{040323C9-B4B0-4EF3-B18F-139AD01C47B9}" dt="2020-06-07T14:26:39.895" v="1696" actId="5793"/>
        <pc:sldMkLst>
          <pc:docMk/>
          <pc:sldMk cId="2015270569" sldId="470"/>
        </pc:sldMkLst>
        <pc:spChg chg="mod">
          <ac:chgData name="동혁 임" userId="879f4c796d7a5333" providerId="LiveId" clId="{040323C9-B4B0-4EF3-B18F-139AD01C47B9}" dt="2020-06-07T14:26:36.216" v="1694" actId="2711"/>
          <ac:spMkLst>
            <pc:docMk/>
            <pc:sldMk cId="2015270569" sldId="470"/>
            <ac:spMk id="2" creationId="{CCC3FA48-B53D-4270-AC43-F620DD40792A}"/>
          </ac:spMkLst>
        </pc:spChg>
        <pc:spChg chg="del">
          <ac:chgData name="동혁 임" userId="879f4c796d7a5333" providerId="LiveId" clId="{040323C9-B4B0-4EF3-B18F-139AD01C47B9}" dt="2020-06-07T14:24:51.852" v="1544" actId="931"/>
          <ac:spMkLst>
            <pc:docMk/>
            <pc:sldMk cId="2015270569" sldId="470"/>
            <ac:spMk id="3" creationId="{D5D3026F-F368-49C4-B5C5-0A06CEBD4BF7}"/>
          </ac:spMkLst>
        </pc:spChg>
        <pc:spChg chg="mod ord">
          <ac:chgData name="동혁 임" userId="879f4c796d7a5333" providerId="LiveId" clId="{040323C9-B4B0-4EF3-B18F-139AD01C47B9}" dt="2020-06-07T14:26:39.895" v="1696" actId="5793"/>
          <ac:spMkLst>
            <pc:docMk/>
            <pc:sldMk cId="2015270569" sldId="470"/>
            <ac:spMk id="4" creationId="{306AF8AE-3CF9-400C-93A7-687D44A29E4D}"/>
          </ac:spMkLst>
        </pc:spChg>
        <pc:spChg chg="add del">
          <ac:chgData name="동혁 임" userId="879f4c796d7a5333" providerId="LiveId" clId="{040323C9-B4B0-4EF3-B18F-139AD01C47B9}" dt="2020-06-07T14:26:10.057" v="1691" actId="26606"/>
          <ac:spMkLst>
            <pc:docMk/>
            <pc:sldMk cId="2015270569" sldId="470"/>
            <ac:spMk id="13" creationId="{6D24BC9E-AC6A-42EE-AFD8-B290720B841F}"/>
          </ac:spMkLst>
        </pc:spChg>
        <pc:spChg chg="add del">
          <ac:chgData name="동혁 임" userId="879f4c796d7a5333" providerId="LiveId" clId="{040323C9-B4B0-4EF3-B18F-139AD01C47B9}" dt="2020-06-07T14:26:10.057" v="1691" actId="26606"/>
          <ac:spMkLst>
            <pc:docMk/>
            <pc:sldMk cId="2015270569" sldId="470"/>
            <ac:spMk id="15" creationId="{0990C621-3B8B-4820-8328-D47EF7CE823C}"/>
          </ac:spMkLst>
        </pc:spChg>
        <pc:spChg chg="add del">
          <ac:chgData name="동혁 임" userId="879f4c796d7a5333" providerId="LiveId" clId="{040323C9-B4B0-4EF3-B18F-139AD01C47B9}" dt="2020-06-07T14:26:10.057" v="1691" actId="26606"/>
          <ac:spMkLst>
            <pc:docMk/>
            <pc:sldMk cId="2015270569" sldId="470"/>
            <ac:spMk id="17" creationId="{C1A2385B-1D2A-4E17-84FA-6CB7F0AAE473}"/>
          </ac:spMkLst>
        </pc:spChg>
        <pc:spChg chg="add del">
          <ac:chgData name="동혁 임" userId="879f4c796d7a5333" providerId="LiveId" clId="{040323C9-B4B0-4EF3-B18F-139AD01C47B9}" dt="2020-06-07T14:26:10.057" v="1691" actId="26606"/>
          <ac:spMkLst>
            <pc:docMk/>
            <pc:sldMk cId="2015270569" sldId="470"/>
            <ac:spMk id="19" creationId="{5E791F2F-79DB-4CC0-9FA1-001E3E91E8B7}"/>
          </ac:spMkLst>
        </pc:spChg>
        <pc:spChg chg="add del">
          <ac:chgData name="동혁 임" userId="879f4c796d7a5333" providerId="LiveId" clId="{040323C9-B4B0-4EF3-B18F-139AD01C47B9}" dt="2020-06-07T14:26:10.048" v="1690" actId="26606"/>
          <ac:spMkLst>
            <pc:docMk/>
            <pc:sldMk cId="2015270569" sldId="470"/>
            <ac:spMk id="24" creationId="{2DDE3054-7688-403A-8800-8FA4F1B54962}"/>
          </ac:spMkLst>
        </pc:spChg>
        <pc:spChg chg="add del">
          <ac:chgData name="동혁 임" userId="879f4c796d7a5333" providerId="LiveId" clId="{040323C9-B4B0-4EF3-B18F-139AD01C47B9}" dt="2020-06-07T14:26:10.048" v="1690" actId="26606"/>
          <ac:spMkLst>
            <pc:docMk/>
            <pc:sldMk cId="2015270569" sldId="470"/>
            <ac:spMk id="26" creationId="{1C938212-FA12-4FF1-87C8-ACDE99D06F69}"/>
          </ac:spMkLst>
        </pc:spChg>
        <pc:spChg chg="add del">
          <ac:chgData name="동혁 임" userId="879f4c796d7a5333" providerId="LiveId" clId="{040323C9-B4B0-4EF3-B18F-139AD01C47B9}" dt="2020-06-07T14:26:10.048" v="1690" actId="26606"/>
          <ac:spMkLst>
            <pc:docMk/>
            <pc:sldMk cId="2015270569" sldId="470"/>
            <ac:spMk id="28" creationId="{369F152D-E540-4B48-BA11-2ADF043C6111}"/>
          </ac:spMkLst>
        </pc:spChg>
        <pc:spChg chg="add del">
          <ac:chgData name="동혁 임" userId="879f4c796d7a5333" providerId="LiveId" clId="{040323C9-B4B0-4EF3-B18F-139AD01C47B9}" dt="2020-06-07T14:26:10.048" v="1690" actId="26606"/>
          <ac:spMkLst>
            <pc:docMk/>
            <pc:sldMk cId="2015270569" sldId="470"/>
            <ac:spMk id="30" creationId="{0C059F7E-04C4-4C46-9B3E-E5CE267E347D}"/>
          </ac:spMkLst>
        </pc:spChg>
        <pc:spChg chg="add">
          <ac:chgData name="동혁 임" userId="879f4c796d7a5333" providerId="LiveId" clId="{040323C9-B4B0-4EF3-B18F-139AD01C47B9}" dt="2020-06-07T14:26:10.057" v="1691" actId="26606"/>
          <ac:spMkLst>
            <pc:docMk/>
            <pc:sldMk cId="2015270569" sldId="470"/>
            <ac:spMk id="32" creationId="{5BA49487-3FDB-4FB7-9D50-2B4F9454DA91}"/>
          </ac:spMkLst>
        </pc:spChg>
        <pc:spChg chg="add">
          <ac:chgData name="동혁 임" userId="879f4c796d7a5333" providerId="LiveId" clId="{040323C9-B4B0-4EF3-B18F-139AD01C47B9}" dt="2020-06-07T14:26:10.057" v="1691" actId="26606"/>
          <ac:spMkLst>
            <pc:docMk/>
            <pc:sldMk cId="2015270569" sldId="470"/>
            <ac:spMk id="33" creationId="{1C938212-FA12-4FF1-87C8-ACDE99D06F69}"/>
          </ac:spMkLst>
        </pc:spChg>
        <pc:spChg chg="add">
          <ac:chgData name="동혁 임" userId="879f4c796d7a5333" providerId="LiveId" clId="{040323C9-B4B0-4EF3-B18F-139AD01C47B9}" dt="2020-06-07T14:26:10.057" v="1691" actId="26606"/>
          <ac:spMkLst>
            <pc:docMk/>
            <pc:sldMk cId="2015270569" sldId="470"/>
            <ac:spMk id="34" creationId="{369F152D-E540-4B48-BA11-2ADF043C6111}"/>
          </ac:spMkLst>
        </pc:spChg>
        <pc:spChg chg="add">
          <ac:chgData name="동혁 임" userId="879f4c796d7a5333" providerId="LiveId" clId="{040323C9-B4B0-4EF3-B18F-139AD01C47B9}" dt="2020-06-07T14:26:10.057" v="1691" actId="26606"/>
          <ac:spMkLst>
            <pc:docMk/>
            <pc:sldMk cId="2015270569" sldId="470"/>
            <ac:spMk id="35" creationId="{0C059F7E-04C4-4C46-9B3E-E5CE267E347D}"/>
          </ac:spMkLst>
        </pc:spChg>
        <pc:picChg chg="add mod ord">
          <ac:chgData name="동혁 임" userId="879f4c796d7a5333" providerId="LiveId" clId="{040323C9-B4B0-4EF3-B18F-139AD01C47B9}" dt="2020-06-07T14:26:10.057" v="1691" actId="26606"/>
          <ac:picMkLst>
            <pc:docMk/>
            <pc:sldMk cId="2015270569" sldId="470"/>
            <ac:picMk id="6" creationId="{E404D1A2-9F3B-47D9-BD14-B8CBF766337C}"/>
          </ac:picMkLst>
        </pc:picChg>
        <pc:picChg chg="add mod">
          <ac:chgData name="동혁 임" userId="879f4c796d7a5333" providerId="LiveId" clId="{040323C9-B4B0-4EF3-B18F-139AD01C47B9}" dt="2020-06-07T14:26:15.522" v="1692" actId="1076"/>
          <ac:picMkLst>
            <pc:docMk/>
            <pc:sldMk cId="2015270569" sldId="470"/>
            <ac:picMk id="8" creationId="{76E9B5BF-24AA-47E2-9BD8-E8C34A042E70}"/>
          </ac:picMkLst>
        </pc:picChg>
        <pc:picChg chg="add mod ord">
          <ac:chgData name="동혁 임" userId="879f4c796d7a5333" providerId="LiveId" clId="{040323C9-B4B0-4EF3-B18F-139AD01C47B9}" dt="2020-06-07T14:26:29.665" v="1693" actId="1076"/>
          <ac:picMkLst>
            <pc:docMk/>
            <pc:sldMk cId="2015270569" sldId="470"/>
            <ac:picMk id="10" creationId="{4EEEAD8E-2327-423D-8403-579F46BD04CE}"/>
          </ac:picMkLst>
        </pc:picChg>
      </pc:sldChg>
      <pc:sldChg chg="new del">
        <pc:chgData name="동혁 임" userId="879f4c796d7a5333" providerId="LiveId" clId="{040323C9-B4B0-4EF3-B18F-139AD01C47B9}" dt="2020-06-07T14:27:04.434" v="1698" actId="680"/>
        <pc:sldMkLst>
          <pc:docMk/>
          <pc:sldMk cId="1540507893" sldId="471"/>
        </pc:sldMkLst>
      </pc:sldChg>
      <pc:sldChg chg="addSp delSp modSp new mod setBg">
        <pc:chgData name="동혁 임" userId="879f4c796d7a5333" providerId="LiveId" clId="{040323C9-B4B0-4EF3-B18F-139AD01C47B9}" dt="2020-06-07T14:28:53.295" v="1908" actId="2711"/>
        <pc:sldMkLst>
          <pc:docMk/>
          <pc:sldMk cId="2661111675" sldId="471"/>
        </pc:sldMkLst>
        <pc:spChg chg="mod">
          <ac:chgData name="동혁 임" userId="879f4c796d7a5333" providerId="LiveId" clId="{040323C9-B4B0-4EF3-B18F-139AD01C47B9}" dt="2020-06-07T14:28:53.295" v="1908" actId="2711"/>
          <ac:spMkLst>
            <pc:docMk/>
            <pc:sldMk cId="2661111675" sldId="471"/>
            <ac:spMk id="2" creationId="{0B6B406C-EA72-4415-BA88-75C6699A057A}"/>
          </ac:spMkLst>
        </pc:spChg>
        <pc:spChg chg="del">
          <ac:chgData name="동혁 임" userId="879f4c796d7a5333" providerId="LiveId" clId="{040323C9-B4B0-4EF3-B18F-139AD01C47B9}" dt="2020-06-07T14:27:54.482" v="1894" actId="931"/>
          <ac:spMkLst>
            <pc:docMk/>
            <pc:sldMk cId="2661111675" sldId="471"/>
            <ac:spMk id="3" creationId="{AE95DA9D-5AA4-4DB5-B593-41351CB50B86}"/>
          </ac:spMkLst>
        </pc:spChg>
        <pc:spChg chg="mod">
          <ac:chgData name="동혁 임" userId="879f4c796d7a5333" providerId="LiveId" clId="{040323C9-B4B0-4EF3-B18F-139AD01C47B9}" dt="2020-06-07T14:28:53.295" v="1908" actId="2711"/>
          <ac:spMkLst>
            <pc:docMk/>
            <pc:sldMk cId="2661111675" sldId="471"/>
            <ac:spMk id="4" creationId="{FF3EF859-77C2-4909-8963-B17C2F491D2A}"/>
          </ac:spMkLst>
        </pc:spChg>
        <pc:spChg chg="add del">
          <ac:chgData name="동혁 임" userId="879f4c796d7a5333" providerId="LiveId" clId="{040323C9-B4B0-4EF3-B18F-139AD01C47B9}" dt="2020-06-07T14:28:18.231" v="1904" actId="26606"/>
          <ac:spMkLst>
            <pc:docMk/>
            <pc:sldMk cId="2661111675" sldId="471"/>
            <ac:spMk id="12" creationId="{FDC05A7B-3060-4D55-AD98-5814F79D46C2}"/>
          </ac:spMkLst>
        </pc:spChg>
        <pc:spChg chg="add del">
          <ac:chgData name="동혁 임" userId="879f4c796d7a5333" providerId="LiveId" clId="{040323C9-B4B0-4EF3-B18F-139AD01C47B9}" dt="2020-06-07T14:28:18.231" v="1904" actId="26606"/>
          <ac:spMkLst>
            <pc:docMk/>
            <pc:sldMk cId="2661111675" sldId="471"/>
            <ac:spMk id="13" creationId="{A3473CF9-37EB-43E7-89EF-D2D1C53D1DAC}"/>
          </ac:spMkLst>
        </pc:spChg>
        <pc:spChg chg="add del">
          <ac:chgData name="동혁 임" userId="879f4c796d7a5333" providerId="LiveId" clId="{040323C9-B4B0-4EF3-B18F-139AD01C47B9}" dt="2020-06-07T14:28:18.231" v="1904" actId="26606"/>
          <ac:spMkLst>
            <pc:docMk/>
            <pc:sldMk cId="2661111675" sldId="471"/>
            <ac:spMk id="14" creationId="{586B4EF9-43BA-4655-A6FF-1D8E21574C95}"/>
          </ac:spMkLst>
        </pc:spChg>
        <pc:spChg chg="add del">
          <ac:chgData name="동혁 임" userId="879f4c796d7a5333" providerId="LiveId" clId="{040323C9-B4B0-4EF3-B18F-139AD01C47B9}" dt="2020-06-07T14:28:07.169" v="1902" actId="26606"/>
          <ac:spMkLst>
            <pc:docMk/>
            <pc:sldMk cId="2661111675" sldId="471"/>
            <ac:spMk id="15" creationId="{C7C16303-B0F7-417B-9E9A-38C3FF389546}"/>
          </ac:spMkLst>
        </pc:spChg>
        <pc:spChg chg="add del">
          <ac:chgData name="동혁 임" userId="879f4c796d7a5333" providerId="LiveId" clId="{040323C9-B4B0-4EF3-B18F-139AD01C47B9}" dt="2020-06-07T14:28:46.933" v="1907" actId="26606"/>
          <ac:spMkLst>
            <pc:docMk/>
            <pc:sldMk cId="2661111675" sldId="471"/>
            <ac:spMk id="16" creationId="{C7C16303-B0F7-417B-9E9A-38C3FF389546}"/>
          </ac:spMkLst>
        </pc:spChg>
        <pc:spChg chg="add del">
          <ac:chgData name="동혁 임" userId="879f4c796d7a5333" providerId="LiveId" clId="{040323C9-B4B0-4EF3-B18F-139AD01C47B9}" dt="2020-06-07T14:28:07.169" v="1902" actId="26606"/>
          <ac:spMkLst>
            <pc:docMk/>
            <pc:sldMk cId="2661111675" sldId="471"/>
            <ac:spMk id="17" creationId="{0ADDB668-2CA4-4D2B-9C34-3487CA330BA8}"/>
          </ac:spMkLst>
        </pc:spChg>
        <pc:spChg chg="add del">
          <ac:chgData name="동혁 임" userId="879f4c796d7a5333" providerId="LiveId" clId="{040323C9-B4B0-4EF3-B18F-139AD01C47B9}" dt="2020-06-07T14:28:46.933" v="1907" actId="26606"/>
          <ac:spMkLst>
            <pc:docMk/>
            <pc:sldMk cId="2661111675" sldId="471"/>
            <ac:spMk id="18" creationId="{0ADDB668-2CA4-4D2B-9C34-3487CA330BA8}"/>
          </ac:spMkLst>
        </pc:spChg>
        <pc:spChg chg="add del">
          <ac:chgData name="동혁 임" userId="879f4c796d7a5333" providerId="LiveId" clId="{040323C9-B4B0-4EF3-B18F-139AD01C47B9}" dt="2020-06-07T14:28:07.169" v="1902" actId="26606"/>
          <ac:spMkLst>
            <pc:docMk/>
            <pc:sldMk cId="2661111675" sldId="471"/>
            <ac:spMk id="19" creationId="{2568BC19-F052-4108-93E1-6A3D1DEC072F}"/>
          </ac:spMkLst>
        </pc:spChg>
        <pc:spChg chg="add del">
          <ac:chgData name="동혁 임" userId="879f4c796d7a5333" providerId="LiveId" clId="{040323C9-B4B0-4EF3-B18F-139AD01C47B9}" dt="2020-06-07T14:28:46.933" v="1907" actId="26606"/>
          <ac:spMkLst>
            <pc:docMk/>
            <pc:sldMk cId="2661111675" sldId="471"/>
            <ac:spMk id="20" creationId="{2568BC19-F052-4108-93E1-6A3D1DEC072F}"/>
          </ac:spMkLst>
        </pc:spChg>
        <pc:spChg chg="add del">
          <ac:chgData name="동혁 임" userId="879f4c796d7a5333" providerId="LiveId" clId="{040323C9-B4B0-4EF3-B18F-139AD01C47B9}" dt="2020-06-07T14:28:07.169" v="1902" actId="26606"/>
          <ac:spMkLst>
            <pc:docMk/>
            <pc:sldMk cId="2661111675" sldId="471"/>
            <ac:spMk id="21" creationId="{D5FD337D-4D6B-4C8B-B6F5-121097E09881}"/>
          </ac:spMkLst>
        </pc:spChg>
        <pc:spChg chg="add del">
          <ac:chgData name="동혁 임" userId="879f4c796d7a5333" providerId="LiveId" clId="{040323C9-B4B0-4EF3-B18F-139AD01C47B9}" dt="2020-06-07T14:28:46.933" v="1907" actId="26606"/>
          <ac:spMkLst>
            <pc:docMk/>
            <pc:sldMk cId="2661111675" sldId="471"/>
            <ac:spMk id="22" creationId="{D5FD337D-4D6B-4C8B-B6F5-121097E09881}"/>
          </ac:spMkLst>
        </pc:spChg>
        <pc:spChg chg="add">
          <ac:chgData name="동혁 임" userId="879f4c796d7a5333" providerId="LiveId" clId="{040323C9-B4B0-4EF3-B18F-139AD01C47B9}" dt="2020-06-07T14:28:46.933" v="1907" actId="26606"/>
          <ac:spMkLst>
            <pc:docMk/>
            <pc:sldMk cId="2661111675" sldId="471"/>
            <ac:spMk id="27" creationId="{300346A0-9279-4B6E-A4DF-93D4D09C1BE4}"/>
          </ac:spMkLst>
        </pc:spChg>
        <pc:spChg chg="add">
          <ac:chgData name="동혁 임" userId="879f4c796d7a5333" providerId="LiveId" clId="{040323C9-B4B0-4EF3-B18F-139AD01C47B9}" dt="2020-06-07T14:28:46.933" v="1907" actId="26606"/>
          <ac:spMkLst>
            <pc:docMk/>
            <pc:sldMk cId="2661111675" sldId="471"/>
            <ac:spMk id="29" creationId="{0ADDB668-2CA4-4D2B-9C34-3487CA330BA8}"/>
          </ac:spMkLst>
        </pc:spChg>
        <pc:spChg chg="add">
          <ac:chgData name="동혁 임" userId="879f4c796d7a5333" providerId="LiveId" clId="{040323C9-B4B0-4EF3-B18F-139AD01C47B9}" dt="2020-06-07T14:28:46.933" v="1907" actId="26606"/>
          <ac:spMkLst>
            <pc:docMk/>
            <pc:sldMk cId="2661111675" sldId="471"/>
            <ac:spMk id="31" creationId="{2568BC19-F052-4108-93E1-6A3D1DEC072F}"/>
          </ac:spMkLst>
        </pc:spChg>
        <pc:spChg chg="add">
          <ac:chgData name="동혁 임" userId="879f4c796d7a5333" providerId="LiveId" clId="{040323C9-B4B0-4EF3-B18F-139AD01C47B9}" dt="2020-06-07T14:28:46.933" v="1907" actId="26606"/>
          <ac:spMkLst>
            <pc:docMk/>
            <pc:sldMk cId="2661111675" sldId="471"/>
            <ac:spMk id="33" creationId="{D5FD337D-4D6B-4C8B-B6F5-121097E09881}"/>
          </ac:spMkLst>
        </pc:spChg>
        <pc:picChg chg="add mod ord">
          <ac:chgData name="동혁 임" userId="879f4c796d7a5333" providerId="LiveId" clId="{040323C9-B4B0-4EF3-B18F-139AD01C47B9}" dt="2020-06-07T14:28:46.933" v="1907" actId="26606"/>
          <ac:picMkLst>
            <pc:docMk/>
            <pc:sldMk cId="2661111675" sldId="471"/>
            <ac:picMk id="6" creationId="{8E7E550C-0151-441D-9A1A-2EC451EEB09F}"/>
          </ac:picMkLst>
        </pc:picChg>
        <pc:picChg chg="add mod ord">
          <ac:chgData name="동혁 임" userId="879f4c796d7a5333" providerId="LiveId" clId="{040323C9-B4B0-4EF3-B18F-139AD01C47B9}" dt="2020-06-07T14:28:46.933" v="1907" actId="26606"/>
          <ac:picMkLst>
            <pc:docMk/>
            <pc:sldMk cId="2661111675" sldId="471"/>
            <ac:picMk id="8" creationId="{CEF9AB71-68AF-426E-ACC2-9504C3CDE164}"/>
          </ac:picMkLst>
        </pc:picChg>
        <pc:picChg chg="add mod">
          <ac:chgData name="동혁 임" userId="879f4c796d7a5333" providerId="LiveId" clId="{040323C9-B4B0-4EF3-B18F-139AD01C47B9}" dt="2020-06-07T14:28:46.933" v="1907" actId="26606"/>
          <ac:picMkLst>
            <pc:docMk/>
            <pc:sldMk cId="2661111675" sldId="471"/>
            <ac:picMk id="10" creationId="{6972DA53-AB13-4D7C-B4C4-A4651F15D8DA}"/>
          </ac:picMkLst>
        </pc:picChg>
      </pc:sldChg>
      <pc:sldChg chg="addSp delSp modSp new mod setBg">
        <pc:chgData name="동혁 임" userId="879f4c796d7a5333" providerId="LiveId" clId="{040323C9-B4B0-4EF3-B18F-139AD01C47B9}" dt="2020-06-07T14:34:19.566" v="2177" actId="5793"/>
        <pc:sldMkLst>
          <pc:docMk/>
          <pc:sldMk cId="653235847" sldId="472"/>
        </pc:sldMkLst>
        <pc:spChg chg="mod ord">
          <ac:chgData name="동혁 임" userId="879f4c796d7a5333" providerId="LiveId" clId="{040323C9-B4B0-4EF3-B18F-139AD01C47B9}" dt="2020-06-07T14:34:17.452" v="2175" actId="2711"/>
          <ac:spMkLst>
            <pc:docMk/>
            <pc:sldMk cId="653235847" sldId="472"/>
            <ac:spMk id="2" creationId="{56C108BA-406D-42B8-A22F-415426601932}"/>
          </ac:spMkLst>
        </pc:spChg>
        <pc:spChg chg="del">
          <ac:chgData name="동혁 임" userId="879f4c796d7a5333" providerId="LiveId" clId="{040323C9-B4B0-4EF3-B18F-139AD01C47B9}" dt="2020-06-07T14:34:07.649" v="2171" actId="931"/>
          <ac:spMkLst>
            <pc:docMk/>
            <pc:sldMk cId="653235847" sldId="472"/>
            <ac:spMk id="3" creationId="{8BA2CDF6-4A37-4270-B755-0DFCFBC0A0D3}"/>
          </ac:spMkLst>
        </pc:spChg>
        <pc:spChg chg="mod">
          <ac:chgData name="동혁 임" userId="879f4c796d7a5333" providerId="LiveId" clId="{040323C9-B4B0-4EF3-B18F-139AD01C47B9}" dt="2020-06-07T14:34:19.566" v="2177" actId="5793"/>
          <ac:spMkLst>
            <pc:docMk/>
            <pc:sldMk cId="653235847" sldId="472"/>
            <ac:spMk id="4" creationId="{760ACC44-C824-47DF-9CDB-A1BAA1C23BBD}"/>
          </ac:spMkLst>
        </pc:spChg>
        <pc:spChg chg="add">
          <ac:chgData name="동혁 임" userId="879f4c796d7a5333" providerId="LiveId" clId="{040323C9-B4B0-4EF3-B18F-139AD01C47B9}" dt="2020-06-07T14:34:10.707" v="2174" actId="26606"/>
          <ac:spMkLst>
            <pc:docMk/>
            <pc:sldMk cId="653235847" sldId="472"/>
            <ac:spMk id="11" creationId="{0C2F8F76-4F55-4ED5-AC3D-1714C449C867}"/>
          </ac:spMkLst>
        </pc:spChg>
        <pc:spChg chg="add">
          <ac:chgData name="동혁 임" userId="879f4c796d7a5333" providerId="LiveId" clId="{040323C9-B4B0-4EF3-B18F-139AD01C47B9}" dt="2020-06-07T14:34:10.707" v="2174" actId="26606"/>
          <ac:spMkLst>
            <pc:docMk/>
            <pc:sldMk cId="653235847" sldId="472"/>
            <ac:spMk id="13" creationId="{57F6BDD4-E066-4008-8011-6CC31AEB4556}"/>
          </ac:spMkLst>
        </pc:spChg>
        <pc:spChg chg="add">
          <ac:chgData name="동혁 임" userId="879f4c796d7a5333" providerId="LiveId" clId="{040323C9-B4B0-4EF3-B18F-139AD01C47B9}" dt="2020-06-07T14:34:10.707" v="2174" actId="26606"/>
          <ac:spMkLst>
            <pc:docMk/>
            <pc:sldMk cId="653235847" sldId="472"/>
            <ac:spMk id="15" creationId="{2711A8FB-68FC-45FC-B01E-38F809E2D439}"/>
          </ac:spMkLst>
        </pc:spChg>
        <pc:spChg chg="add">
          <ac:chgData name="동혁 임" userId="879f4c796d7a5333" providerId="LiveId" clId="{040323C9-B4B0-4EF3-B18F-139AD01C47B9}" dt="2020-06-07T14:34:10.707" v="2174" actId="26606"/>
          <ac:spMkLst>
            <pc:docMk/>
            <pc:sldMk cId="653235847" sldId="472"/>
            <ac:spMk id="17" creationId="{281E2DF8-F6D8-4E5C-B76E-E082FD8C1FBD}"/>
          </ac:spMkLst>
        </pc:spChg>
        <pc:picChg chg="add mod">
          <ac:chgData name="동혁 임" userId="879f4c796d7a5333" providerId="LiveId" clId="{040323C9-B4B0-4EF3-B18F-139AD01C47B9}" dt="2020-06-07T14:34:10.707" v="2174" actId="26606"/>
          <ac:picMkLst>
            <pc:docMk/>
            <pc:sldMk cId="653235847" sldId="472"/>
            <ac:picMk id="6" creationId="{C1511E2D-418E-48C0-9E25-AD6146D55646}"/>
          </ac:picMkLst>
        </pc:picChg>
      </pc:sldChg>
      <pc:sldChg chg="addSp delSp modSp new mod setBg">
        <pc:chgData name="동혁 임" userId="879f4c796d7a5333" providerId="LiveId" clId="{040323C9-B4B0-4EF3-B18F-139AD01C47B9}" dt="2020-06-07T14:38:56.563" v="2382" actId="20577"/>
        <pc:sldMkLst>
          <pc:docMk/>
          <pc:sldMk cId="3185478367" sldId="473"/>
        </pc:sldMkLst>
        <pc:spChg chg="mod">
          <ac:chgData name="동혁 임" userId="879f4c796d7a5333" providerId="LiveId" clId="{040323C9-B4B0-4EF3-B18F-139AD01C47B9}" dt="2020-06-07T14:38:42.843" v="2380" actId="2711"/>
          <ac:spMkLst>
            <pc:docMk/>
            <pc:sldMk cId="3185478367" sldId="473"/>
            <ac:spMk id="2" creationId="{89C1318D-9137-4049-B7B4-F4BC47575529}"/>
          </ac:spMkLst>
        </pc:spChg>
        <pc:spChg chg="add del">
          <ac:chgData name="동혁 임" userId="879f4c796d7a5333" providerId="LiveId" clId="{040323C9-B4B0-4EF3-B18F-139AD01C47B9}" dt="2020-06-07T14:36:54.217" v="2359" actId="931"/>
          <ac:spMkLst>
            <pc:docMk/>
            <pc:sldMk cId="3185478367" sldId="473"/>
            <ac:spMk id="3" creationId="{65AC219E-99F2-482C-909D-A6D05FB1033E}"/>
          </ac:spMkLst>
        </pc:spChg>
        <pc:spChg chg="add del mod">
          <ac:chgData name="동혁 임" userId="879f4c796d7a5333" providerId="LiveId" clId="{040323C9-B4B0-4EF3-B18F-139AD01C47B9}" dt="2020-06-07T14:38:56.563" v="2382" actId="20577"/>
          <ac:spMkLst>
            <pc:docMk/>
            <pc:sldMk cId="3185478367" sldId="473"/>
            <ac:spMk id="4" creationId="{B17489D5-18F5-414F-857E-6D2889A16CCB}"/>
          </ac:spMkLst>
        </pc:spChg>
        <pc:spChg chg="add">
          <ac:chgData name="동혁 임" userId="879f4c796d7a5333" providerId="LiveId" clId="{040323C9-B4B0-4EF3-B18F-139AD01C47B9}" dt="2020-06-07T14:36:58.933" v="2363" actId="26606"/>
          <ac:spMkLst>
            <pc:docMk/>
            <pc:sldMk cId="3185478367" sldId="473"/>
            <ac:spMk id="21" creationId="{C7C16303-B0F7-417B-9E9A-38C3FF389546}"/>
          </ac:spMkLst>
        </pc:spChg>
        <pc:spChg chg="add">
          <ac:chgData name="동혁 임" userId="879f4c796d7a5333" providerId="LiveId" clId="{040323C9-B4B0-4EF3-B18F-139AD01C47B9}" dt="2020-06-07T14:36:58.933" v="2363" actId="26606"/>
          <ac:spMkLst>
            <pc:docMk/>
            <pc:sldMk cId="3185478367" sldId="473"/>
            <ac:spMk id="23" creationId="{0ADDB668-2CA4-4D2B-9C34-3487CA330BA8}"/>
          </ac:spMkLst>
        </pc:spChg>
        <pc:spChg chg="add">
          <ac:chgData name="동혁 임" userId="879f4c796d7a5333" providerId="LiveId" clId="{040323C9-B4B0-4EF3-B18F-139AD01C47B9}" dt="2020-06-07T14:36:58.933" v="2363" actId="26606"/>
          <ac:spMkLst>
            <pc:docMk/>
            <pc:sldMk cId="3185478367" sldId="473"/>
            <ac:spMk id="25" creationId="{2568BC19-F052-4108-93E1-6A3D1DEC072F}"/>
          </ac:spMkLst>
        </pc:spChg>
        <pc:spChg chg="add">
          <ac:chgData name="동혁 임" userId="879f4c796d7a5333" providerId="LiveId" clId="{040323C9-B4B0-4EF3-B18F-139AD01C47B9}" dt="2020-06-07T14:36:58.933" v="2363" actId="26606"/>
          <ac:spMkLst>
            <pc:docMk/>
            <pc:sldMk cId="3185478367" sldId="473"/>
            <ac:spMk id="27" creationId="{D5FD337D-4D6B-4C8B-B6F5-121097E09881}"/>
          </ac:spMkLst>
        </pc:spChg>
        <pc:picChg chg="add del mod">
          <ac:chgData name="동혁 임" userId="879f4c796d7a5333" providerId="LiveId" clId="{040323C9-B4B0-4EF3-B18F-139AD01C47B9}" dt="2020-06-07T14:35:56.971" v="2203" actId="931"/>
          <ac:picMkLst>
            <pc:docMk/>
            <pc:sldMk cId="3185478367" sldId="473"/>
            <ac:picMk id="6" creationId="{179C061A-10D3-49A8-B6D0-4D976864D59C}"/>
          </ac:picMkLst>
        </pc:picChg>
        <pc:picChg chg="add del mod">
          <ac:chgData name="동혁 임" userId="879f4c796d7a5333" providerId="LiveId" clId="{040323C9-B4B0-4EF3-B18F-139AD01C47B9}" dt="2020-06-07T14:35:56.971" v="2203" actId="931"/>
          <ac:picMkLst>
            <pc:docMk/>
            <pc:sldMk cId="3185478367" sldId="473"/>
            <ac:picMk id="8" creationId="{27BBA48E-D7D3-487F-81E9-2C34351C1027}"/>
          </ac:picMkLst>
        </pc:picChg>
        <pc:picChg chg="add del mod">
          <ac:chgData name="동혁 임" userId="879f4c796d7a5333" providerId="LiveId" clId="{040323C9-B4B0-4EF3-B18F-139AD01C47B9}" dt="2020-06-07T14:35:56.971" v="2203" actId="931"/>
          <ac:picMkLst>
            <pc:docMk/>
            <pc:sldMk cId="3185478367" sldId="473"/>
            <ac:picMk id="10" creationId="{BFA74F6E-B05A-467F-B515-3A3E385AAF25}"/>
          </ac:picMkLst>
        </pc:picChg>
        <pc:picChg chg="add mod ord">
          <ac:chgData name="동혁 임" userId="879f4c796d7a5333" providerId="LiveId" clId="{040323C9-B4B0-4EF3-B18F-139AD01C47B9}" dt="2020-06-07T14:37:43.178" v="2373" actId="1076"/>
          <ac:picMkLst>
            <pc:docMk/>
            <pc:sldMk cId="3185478367" sldId="473"/>
            <ac:picMk id="12" creationId="{4BD33A25-2702-4BA1-81DD-F6AAFAB7093C}"/>
          </ac:picMkLst>
        </pc:picChg>
        <pc:picChg chg="add mod ord">
          <ac:chgData name="동혁 임" userId="879f4c796d7a5333" providerId="LiveId" clId="{040323C9-B4B0-4EF3-B18F-139AD01C47B9}" dt="2020-06-07T14:38:29.108" v="2379" actId="1076"/>
          <ac:picMkLst>
            <pc:docMk/>
            <pc:sldMk cId="3185478367" sldId="473"/>
            <ac:picMk id="14" creationId="{0D2861B7-6642-4518-95FF-AB1C23995969}"/>
          </ac:picMkLst>
        </pc:picChg>
        <pc:picChg chg="add mod">
          <ac:chgData name="동혁 임" userId="879f4c796d7a5333" providerId="LiveId" clId="{040323C9-B4B0-4EF3-B18F-139AD01C47B9}" dt="2020-06-07T14:38:27.304" v="2378" actId="1076"/>
          <ac:picMkLst>
            <pc:docMk/>
            <pc:sldMk cId="3185478367" sldId="473"/>
            <ac:picMk id="16" creationId="{BF58250B-CFDE-4A57-AC72-80CB6DDD6699}"/>
          </ac:picMkLst>
        </pc:pic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svg"/><Relationship Id="rId1" Type="http://schemas.openxmlformats.org/officeDocument/2006/relationships/image" Target="../media/image8.png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4" Type="http://schemas.openxmlformats.org/officeDocument/2006/relationships/image" Target="../media/image11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5_2">
  <dgm:title val=""/>
  <dgm:desc val=""/>
  <dgm:catLst>
    <dgm:cat type="accent5" pri="15200"/>
  </dgm:catLst>
  <dgm:styleLbl name="node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5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5"/>
    </dgm:fillClrLst>
    <dgm:linClrLst meth="repeat">
      <a:schemeClr val="accent5"/>
    </dgm:linClrLst>
    <dgm:effectClrLst/>
    <dgm:txLinClrLst/>
    <dgm:txFillClrLst/>
    <dgm:txEffectClrLst/>
  </dgm:styleLbl>
  <dgm:styleLbl name="lnNode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>
        <a:tint val="60000"/>
      </a:schemeClr>
    </dgm:fillClrLst>
    <dgm:linClrLst meth="repeat">
      <a:schemeClr val="accent5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5"/>
    </dgm:fillClrLst>
    <dgm:linClrLst meth="repeat">
      <a:schemeClr val="accent5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/>
    </dgm:fillClrLst>
    <dgm:linClrLst meth="repeat">
      <a:schemeClr val="accent5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5">
        <a:alpha val="90000"/>
        <a:tint val="40000"/>
      </a:schemeClr>
    </dgm:fillClrLst>
    <dgm:linClrLst meth="repeat">
      <a:schemeClr val="accent5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8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C3DA50F-E011-494A-B999-AD6E8C597803}" type="doc">
      <dgm:prSet loTypeId="urn:microsoft.com/office/officeart/2018/5/layout/CenteredIconLabelDescriptionList" loCatId="icon" qsTypeId="urn:microsoft.com/office/officeart/2005/8/quickstyle/simple1" qsCatId="simple" csTypeId="urn:microsoft.com/office/officeart/2018/5/colors/Iconchunking_neutralbg_accent5_2" csCatId="accent5" phldr="1"/>
      <dgm:spPr/>
      <dgm:t>
        <a:bodyPr/>
        <a:lstStyle/>
        <a:p>
          <a:endParaRPr lang="en-US"/>
        </a:p>
      </dgm:t>
    </dgm:pt>
    <dgm:pt modelId="{251489FA-842E-4FA5-89AC-85B6733E3407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임동혁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84CC9EE8-9513-45E3-91A2-D1C4D92CFA79}" type="parTrans" cxnId="{96B18387-5E0C-43F2-B64B-F4EDDEA00300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B310C11F-0500-4ADD-8842-297572B652EC}" type="sibTrans" cxnId="{96B18387-5E0C-43F2-B64B-F4EDDEA00300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38E56D9-0653-4502-BDC1-E0D27CCDE923}">
      <dgm:prSet/>
      <dgm:spPr/>
      <dgm:t>
        <a:bodyPr/>
        <a:lstStyle/>
        <a:p>
          <a:pPr>
            <a:lnSpc>
              <a:spcPct val="100000"/>
            </a:lnSpc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팀장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75FA87CE-BD53-4648-85B5-E3A60F7C388B}" type="parTrans" cxnId="{F56EA9B4-2919-4712-9259-4E929B8F38A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F58608B-37FF-446C-B41E-9A082F7F0067}" type="sibTrans" cxnId="{F56EA9B4-2919-4712-9259-4E929B8F38A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3B15DF8C-4A5C-4E3F-8DDC-CF5F17EF7D19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박동호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3813197-FD95-4217-A8EA-2A95D5122729}" type="parTrans" cxnId="{6F36E000-10D0-41CD-94D1-BE4D10424D34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F1D90F6F-1FB1-4466-BA57-F9D39F1156B2}" type="sibTrans" cxnId="{6F36E000-10D0-41CD-94D1-BE4D10424D34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24C8170C-5B4A-440E-80CC-4942A39D2076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altLang="ko-KR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>
            <a:lnSpc>
              <a:spcPct val="100000"/>
            </a:lnSpc>
          </a:pPr>
          <a:r>
            <a:rPr lang="ko-KR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개발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C5541C6C-E27A-47CA-9F8D-22ABE8113961}" type="parTrans" cxnId="{FB4A419A-4290-4252-ACAB-F356020605F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20CA7D58-B053-4C2A-8C35-3ED2F177C8B2}" type="sibTrans" cxnId="{FB4A419A-4290-4252-ACAB-F356020605F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D2BC53D-C82E-4350-A95E-90A20ADCCB61}">
      <dgm:prSet/>
      <dgm:spPr/>
      <dgm:t>
        <a:bodyPr/>
        <a:lstStyle/>
        <a:p>
          <a:pPr>
            <a:lnSpc>
              <a:spcPct val="100000"/>
            </a:lnSpc>
            <a:defRPr b="1"/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홍준호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E208FDD7-6FC4-4B6F-85BE-096B1A39581D}" type="parTrans" cxnId="{CA4ED506-462F-4675-9E30-A5CD16604B3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5C270543-52DF-4AA6-B5A7-1E402229518B}" type="sibTrans" cxnId="{CA4ED506-462F-4675-9E30-A5CD16604B37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CB5F424-ADD0-4FC0-B459-9F02A8824A70}">
      <dgm:prSet/>
      <dgm:spPr/>
      <dgm:t>
        <a:bodyPr/>
        <a:lstStyle/>
        <a:p>
          <a:pPr>
            <a:lnSpc>
              <a:spcPct val="100000"/>
            </a:lnSpc>
          </a:pPr>
          <a:r>
            <a:rPr lang="ko-KR" altLang="en-US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전처리</a:t>
          </a:r>
          <a:endParaRPr lang="en-US" altLang="ko-KR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>
            <a:lnSpc>
              <a:spcPct val="100000"/>
            </a:lnSpc>
          </a:pPr>
          <a:r>
            <a:rPr lang="ko-KR" altLang="en-US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 개발</a:t>
          </a:r>
          <a:endParaRPr lang="en-US" altLang="ko-KR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>
            <a:lnSpc>
              <a:spcPct val="100000"/>
            </a:lnSpc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웹 개발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01657366-F6E3-4CD5-851B-3C7ED62AD637}" type="parTrans" cxnId="{E2CD25F8-D1A8-4897-A2CD-EDC7AD2B1F42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267A7ED-7094-46EA-AE41-22C1574A2108}" type="sibTrans" cxnId="{E2CD25F8-D1A8-4897-A2CD-EDC7AD2B1F42}">
      <dgm:prSet/>
      <dgm:spPr/>
      <dgm:t>
        <a:bodyPr/>
        <a:lstStyle/>
        <a:p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46E4C9D6-E0F1-47BA-8C7C-BD1D29E61412}">
      <dgm:prSet/>
      <dgm:spPr/>
      <dgm:t>
        <a:bodyPr/>
        <a:lstStyle/>
        <a:p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프로젝트 문서화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4087119-008A-438E-A4CF-594F85EAE686}" type="parTrans" cxnId="{02235137-2667-45FB-B16E-CBA5235CD4DA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053FE035-CA5E-4BAA-ABDE-0A8713AB299C}" type="sibTrans" cxnId="{02235137-2667-45FB-B16E-CBA5235CD4DA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B438C7E5-4B86-48F1-B031-1F92D1D2E7B2}">
      <dgm:prSet/>
      <dgm:spPr/>
      <dgm:t>
        <a:bodyPr/>
        <a:lstStyle/>
        <a:p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프로젝트 및 개발 플랫폼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(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개발 환경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, 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클라우드 컴퓨팅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, 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웹 등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)</a:t>
          </a:r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설계</a:t>
          </a:r>
          <a: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및 설치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0FB2D62F-07D6-46FF-A128-CE5485C51773}" type="parTrans" cxnId="{A5EB6BB1-24B0-4427-B286-99A1686DCBF2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D90CB49F-DB0C-4ACB-9D26-1E34214E59E7}" type="sibTrans" cxnId="{A5EB6BB1-24B0-4427-B286-99A1686DCBF2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AF68694-406E-4201-9A7B-D69B0CA98732}">
      <dgm:prSet/>
      <dgm:spPr/>
      <dgm:t>
        <a:bodyPr/>
        <a:lstStyle/>
        <a:p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및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br>
            <a:rPr lang="en-US" alt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</a:br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프로그램 </a:t>
          </a:r>
          <a:r>
            <a:rPr lang="ko-KR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개발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A18D9ED-59CA-425C-AB16-4D609174A508}" type="parTrans" cxnId="{676A0835-B1DC-4DC3-9A73-20F6E2724762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CA4C170-2A94-492E-86EC-1F79E219327B}" type="sibTrans" cxnId="{676A0835-B1DC-4DC3-9A73-20F6E2724762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BC54089A-C19E-475E-B8A9-053F85A18743}">
      <dgm:prSet/>
      <dgm:spPr/>
      <dgm:t>
        <a:bodyPr/>
        <a:lstStyle/>
        <a:p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DD060560-451F-4C90-92B5-0F4DAF0FF086}" type="parTrans" cxnId="{1FF3DDD2-E6FF-4D12-B481-7EFAA536AB54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B06F92E-8BFD-4CAC-80F8-1ABD0C1D5481}" type="sibTrans" cxnId="{1FF3DDD2-E6FF-4D12-B481-7EFAA536AB54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1D4AFC64-38C3-4189-A24C-68E8FA02591F}">
      <dgm:prSet/>
      <dgm:spPr/>
      <dgm:t>
        <a:bodyPr/>
        <a:lstStyle/>
        <a:p>
          <a:pPr>
            <a:lnSpc>
              <a:spcPct val="100000"/>
            </a:lnSpc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FAD5572-0687-4683-B14F-B5B393099F41}" type="parTrans" cxnId="{3FEE823B-8842-41DF-B615-0E321EF45C6B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F3F04710-5412-447D-A6F8-9CF15AD7B41B}" type="sibTrans" cxnId="{3FEE823B-8842-41DF-B615-0E321EF45C6B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FFA9400A-1055-4F54-820D-C890CB6FB4AF}">
      <dgm:prSet/>
      <dgm:spPr/>
      <dgm:t>
        <a:bodyPr/>
        <a:lstStyle/>
        <a:p>
          <a:pPr>
            <a:lnSpc>
              <a:spcPct val="100000"/>
            </a:lnSpc>
          </a:pPr>
          <a:r>
            <a:rPr lang="ko-KR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2D31E873-1B1C-4BD1-B976-C7209E38EF1B}" type="parTrans" cxnId="{E762A53A-9407-4F5F-8AE6-3BB484D386B7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5DA06516-5B7E-4549-AA32-58AF4213A092}" type="sibTrans" cxnId="{E762A53A-9407-4F5F-8AE6-3BB484D386B7}">
      <dgm:prSet/>
      <dgm:spPr/>
      <dgm:t>
        <a:bodyPr/>
        <a:lstStyle/>
        <a:p>
          <a:pPr latinLnBrk="1"/>
          <a:endParaRPr lang="ko-KR" altLang="en-US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91442248-CDDB-4499-9B94-0924DC20DA5B}">
      <dgm:prSet/>
      <dgm:spPr/>
      <dgm:t>
        <a:bodyPr/>
        <a:lstStyle/>
        <a:p>
          <a:r>
            <a:rPr lang="ko-KR" altLang="en-US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수집 및 </a:t>
          </a:r>
          <a:r>
            <a:rPr lang="ko-KR" altLang="en-US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gm:t>
    </dgm:pt>
    <dgm:pt modelId="{AFA90A72-833A-43CE-9B18-5C5DDD7E7600}" type="parTrans" cxnId="{E07CCB16-0018-402B-B512-AF8F83E804E2}">
      <dgm:prSet/>
      <dgm:spPr/>
      <dgm:t>
        <a:bodyPr/>
        <a:lstStyle/>
        <a:p>
          <a:pPr latinLnBrk="1"/>
          <a:endParaRPr lang="ko-KR" altLang="en-US"/>
        </a:p>
      </dgm:t>
    </dgm:pt>
    <dgm:pt modelId="{2C1A0B92-1B84-46BE-9268-16C33D90AC7B}" type="sibTrans" cxnId="{E07CCB16-0018-402B-B512-AF8F83E804E2}">
      <dgm:prSet/>
      <dgm:spPr/>
      <dgm:t>
        <a:bodyPr/>
        <a:lstStyle/>
        <a:p>
          <a:pPr latinLnBrk="1"/>
          <a:endParaRPr lang="ko-KR" altLang="en-US"/>
        </a:p>
      </dgm:t>
    </dgm:pt>
    <dgm:pt modelId="{2295F463-9CB7-4EB4-A6BC-0BF2DFAEDF2A}" type="pres">
      <dgm:prSet presAssocID="{5C3DA50F-E011-494A-B999-AD6E8C597803}" presName="root" presStyleCnt="0">
        <dgm:presLayoutVars>
          <dgm:dir/>
          <dgm:resizeHandles val="exact"/>
        </dgm:presLayoutVars>
      </dgm:prSet>
      <dgm:spPr/>
    </dgm:pt>
    <dgm:pt modelId="{1426D28B-9DE3-4709-B1E5-9E68316A2CE1}" type="pres">
      <dgm:prSet presAssocID="{251489FA-842E-4FA5-89AC-85B6733E3407}" presName="compNode" presStyleCnt="0"/>
      <dgm:spPr/>
    </dgm:pt>
    <dgm:pt modelId="{490A3CC6-C009-4A8B-85C1-13212C5BEA43}" type="pres">
      <dgm:prSet presAssocID="{251489FA-842E-4FA5-89AC-85B6733E3407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mputer"/>
        </a:ext>
      </dgm:extLst>
    </dgm:pt>
    <dgm:pt modelId="{05BAC4CC-A544-40F2-8FD2-4CA5CB0BB213}" type="pres">
      <dgm:prSet presAssocID="{251489FA-842E-4FA5-89AC-85B6733E3407}" presName="iconSpace" presStyleCnt="0"/>
      <dgm:spPr/>
    </dgm:pt>
    <dgm:pt modelId="{F7D979BB-D647-4C28-A7CF-06F0A3353C80}" type="pres">
      <dgm:prSet presAssocID="{251489FA-842E-4FA5-89AC-85B6733E3407}" presName="parTx" presStyleLbl="revTx" presStyleIdx="0" presStyleCnt="6">
        <dgm:presLayoutVars>
          <dgm:chMax val="0"/>
          <dgm:chPref val="0"/>
        </dgm:presLayoutVars>
      </dgm:prSet>
      <dgm:spPr/>
    </dgm:pt>
    <dgm:pt modelId="{96C1AC57-86C8-4993-AB60-2B4EE61723CF}" type="pres">
      <dgm:prSet presAssocID="{251489FA-842E-4FA5-89AC-85B6733E3407}" presName="txSpace" presStyleCnt="0"/>
      <dgm:spPr/>
    </dgm:pt>
    <dgm:pt modelId="{03AB5558-D548-4A30-A70D-355899314E45}" type="pres">
      <dgm:prSet presAssocID="{251489FA-842E-4FA5-89AC-85B6733E3407}" presName="desTx" presStyleLbl="revTx" presStyleIdx="1" presStyleCnt="6">
        <dgm:presLayoutVars/>
      </dgm:prSet>
      <dgm:spPr/>
    </dgm:pt>
    <dgm:pt modelId="{8160653E-A0DE-447F-8205-C2610AE320BC}" type="pres">
      <dgm:prSet presAssocID="{B310C11F-0500-4ADD-8842-297572B652EC}" presName="sibTrans" presStyleCnt="0"/>
      <dgm:spPr/>
    </dgm:pt>
    <dgm:pt modelId="{4AAE878D-4D4C-41A8-B2DB-24023286BEC6}" type="pres">
      <dgm:prSet presAssocID="{3B15DF8C-4A5C-4E3F-8DDC-CF5F17EF7D19}" presName="compNode" presStyleCnt="0"/>
      <dgm:spPr/>
    </dgm:pt>
    <dgm:pt modelId="{C6733A41-33EF-4D44-BEEF-E017C4858372}" type="pres">
      <dgm:prSet presAssocID="{3B15DF8C-4A5C-4E3F-8DDC-CF5F17EF7D19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529E5CE8-E3E3-4E11-A68A-FF4B9FB8A58B}" type="pres">
      <dgm:prSet presAssocID="{3B15DF8C-4A5C-4E3F-8DDC-CF5F17EF7D19}" presName="iconSpace" presStyleCnt="0"/>
      <dgm:spPr/>
    </dgm:pt>
    <dgm:pt modelId="{80500117-BD13-4AA3-8266-BC3325F008D7}" type="pres">
      <dgm:prSet presAssocID="{3B15DF8C-4A5C-4E3F-8DDC-CF5F17EF7D19}" presName="parTx" presStyleLbl="revTx" presStyleIdx="2" presStyleCnt="6">
        <dgm:presLayoutVars>
          <dgm:chMax val="0"/>
          <dgm:chPref val="0"/>
        </dgm:presLayoutVars>
      </dgm:prSet>
      <dgm:spPr/>
    </dgm:pt>
    <dgm:pt modelId="{AD509B4D-D03E-445D-961C-7E469DDA4327}" type="pres">
      <dgm:prSet presAssocID="{3B15DF8C-4A5C-4E3F-8DDC-CF5F17EF7D19}" presName="txSpace" presStyleCnt="0"/>
      <dgm:spPr/>
    </dgm:pt>
    <dgm:pt modelId="{59468190-99C6-4E3B-B174-1E0254002346}" type="pres">
      <dgm:prSet presAssocID="{3B15DF8C-4A5C-4E3F-8DDC-CF5F17EF7D19}" presName="desTx" presStyleLbl="revTx" presStyleIdx="3" presStyleCnt="6">
        <dgm:presLayoutVars/>
      </dgm:prSet>
      <dgm:spPr/>
    </dgm:pt>
    <dgm:pt modelId="{7F568299-CDE9-4A56-93CF-BFD987793E5A}" type="pres">
      <dgm:prSet presAssocID="{F1D90F6F-1FB1-4466-BA57-F9D39F1156B2}" presName="sibTrans" presStyleCnt="0"/>
      <dgm:spPr/>
    </dgm:pt>
    <dgm:pt modelId="{DF83428F-9849-4A77-82E4-F18731EB70D7}" type="pres">
      <dgm:prSet presAssocID="{9D2BC53D-C82E-4350-A95E-90A20ADCCB61}" presName="compNode" presStyleCnt="0"/>
      <dgm:spPr/>
    </dgm:pt>
    <dgm:pt modelId="{B2DF2737-171A-459A-94C2-557D6A3085F9}" type="pres">
      <dgm:prSet presAssocID="{9D2BC53D-C82E-4350-A95E-90A20ADCCB61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 with Gears"/>
        </a:ext>
      </dgm:extLst>
    </dgm:pt>
    <dgm:pt modelId="{7E038EF1-9CE1-468F-ACEB-2C25F7151C82}" type="pres">
      <dgm:prSet presAssocID="{9D2BC53D-C82E-4350-A95E-90A20ADCCB61}" presName="iconSpace" presStyleCnt="0"/>
      <dgm:spPr/>
    </dgm:pt>
    <dgm:pt modelId="{936FACDE-5F67-4AB7-A6B1-48AE381CCA9F}" type="pres">
      <dgm:prSet presAssocID="{9D2BC53D-C82E-4350-A95E-90A20ADCCB61}" presName="parTx" presStyleLbl="revTx" presStyleIdx="4" presStyleCnt="6">
        <dgm:presLayoutVars>
          <dgm:chMax val="0"/>
          <dgm:chPref val="0"/>
        </dgm:presLayoutVars>
      </dgm:prSet>
      <dgm:spPr/>
    </dgm:pt>
    <dgm:pt modelId="{63BFC11B-572B-4040-8D86-06798C04BC00}" type="pres">
      <dgm:prSet presAssocID="{9D2BC53D-C82E-4350-A95E-90A20ADCCB61}" presName="txSpace" presStyleCnt="0"/>
      <dgm:spPr/>
    </dgm:pt>
    <dgm:pt modelId="{50F2EF22-A8F5-44C8-94E3-BC879549DB92}" type="pres">
      <dgm:prSet presAssocID="{9D2BC53D-C82E-4350-A95E-90A20ADCCB61}" presName="desTx" presStyleLbl="revTx" presStyleIdx="5" presStyleCnt="6">
        <dgm:presLayoutVars/>
      </dgm:prSet>
      <dgm:spPr/>
    </dgm:pt>
  </dgm:ptLst>
  <dgm:cxnLst>
    <dgm:cxn modelId="{6F36E000-10D0-41CD-94D1-BE4D10424D34}" srcId="{5C3DA50F-E011-494A-B999-AD6E8C597803}" destId="{3B15DF8C-4A5C-4E3F-8DDC-CF5F17EF7D19}" srcOrd="1" destOrd="0" parTransId="{13813197-FD95-4217-A8EA-2A95D5122729}" sibTransId="{F1D90F6F-1FB1-4466-BA57-F9D39F1156B2}"/>
    <dgm:cxn modelId="{CA4ED506-462F-4675-9E30-A5CD16604B37}" srcId="{5C3DA50F-E011-494A-B999-AD6E8C597803}" destId="{9D2BC53D-C82E-4350-A95E-90A20ADCCB61}" srcOrd="2" destOrd="0" parTransId="{E208FDD7-6FC4-4B6F-85BE-096B1A39581D}" sibTransId="{5C270543-52DF-4AA6-B5A7-1E402229518B}"/>
    <dgm:cxn modelId="{E07CCB16-0018-402B-B512-AF8F83E804E2}" srcId="{138E56D9-0653-4502-BDC1-E0D27CCDE923}" destId="{91442248-CDDB-4499-9B94-0924DC20DA5B}" srcOrd="2" destOrd="0" parTransId="{AFA90A72-833A-43CE-9B18-5C5DDD7E7600}" sibTransId="{2C1A0B92-1B84-46BE-9268-16C33D90AC7B}"/>
    <dgm:cxn modelId="{676A0835-B1DC-4DC3-9A73-20F6E2724762}" srcId="{138E56D9-0653-4502-BDC1-E0D27CCDE923}" destId="{AAF68694-406E-4201-9A7B-D69B0CA98732}" srcOrd="3" destOrd="0" parTransId="{9A18D9ED-59CA-425C-AB16-4D609174A508}" sibTransId="{1CA4C170-2A94-492E-86EC-1F79E219327B}"/>
    <dgm:cxn modelId="{02235137-2667-45FB-B16E-CBA5235CD4DA}" srcId="{138E56D9-0653-4502-BDC1-E0D27CCDE923}" destId="{46E4C9D6-E0F1-47BA-8C7C-BD1D29E61412}" srcOrd="1" destOrd="0" parTransId="{A4087119-008A-438E-A4CF-594F85EAE686}" sibTransId="{053FE035-CA5E-4BAA-ABDE-0A8713AB299C}"/>
    <dgm:cxn modelId="{E762A53A-9407-4F5F-8AE6-3BB484D386B7}" srcId="{9D2BC53D-C82E-4350-A95E-90A20ADCCB61}" destId="{FFA9400A-1055-4F54-820D-C890CB6FB4AF}" srcOrd="1" destOrd="0" parTransId="{2D31E873-1B1C-4BD1-B976-C7209E38EF1B}" sibTransId="{5DA06516-5B7E-4549-AA32-58AF4213A092}"/>
    <dgm:cxn modelId="{3FEE823B-8842-41DF-B615-0E321EF45C6B}" srcId="{3B15DF8C-4A5C-4E3F-8DDC-CF5F17EF7D19}" destId="{1D4AFC64-38C3-4189-A24C-68E8FA02591F}" srcOrd="1" destOrd="0" parTransId="{9FAD5572-0687-4683-B14F-B5B393099F41}" sibTransId="{F3F04710-5412-447D-A6F8-9CF15AD7B41B}"/>
    <dgm:cxn modelId="{1E7DAD4B-8E59-4C35-A4D8-DEAB62CF8E03}" type="presOf" srcId="{9D2BC53D-C82E-4350-A95E-90A20ADCCB61}" destId="{936FACDE-5F67-4AB7-A6B1-48AE381CCA9F}" srcOrd="0" destOrd="0" presId="urn:microsoft.com/office/officeart/2018/5/layout/CenteredIconLabelDescriptionList"/>
    <dgm:cxn modelId="{760AF456-52B3-4DC3-AED4-B0E17B1F6831}" type="presOf" srcId="{ACB5F424-ADD0-4FC0-B459-9F02A8824A70}" destId="{50F2EF22-A8F5-44C8-94E3-BC879549DB92}" srcOrd="0" destOrd="0" presId="urn:microsoft.com/office/officeart/2018/5/layout/CenteredIconLabelDescriptionList"/>
    <dgm:cxn modelId="{48F07381-306A-4142-9304-C680ED5EB772}" type="presOf" srcId="{5C3DA50F-E011-494A-B999-AD6E8C597803}" destId="{2295F463-9CB7-4EB4-A6BC-0BF2DFAEDF2A}" srcOrd="0" destOrd="0" presId="urn:microsoft.com/office/officeart/2018/5/layout/CenteredIconLabelDescriptionList"/>
    <dgm:cxn modelId="{96B18387-5E0C-43F2-B64B-F4EDDEA00300}" srcId="{5C3DA50F-E011-494A-B999-AD6E8C597803}" destId="{251489FA-842E-4FA5-89AC-85B6733E3407}" srcOrd="0" destOrd="0" parTransId="{84CC9EE8-9513-45E3-91A2-D1C4D92CFA79}" sibTransId="{B310C11F-0500-4ADD-8842-297572B652EC}"/>
    <dgm:cxn modelId="{1BA57491-E74E-403E-B99C-27B38F19D5B3}" type="presOf" srcId="{91442248-CDDB-4499-9B94-0924DC20DA5B}" destId="{03AB5558-D548-4A30-A70D-355899314E45}" srcOrd="0" destOrd="3" presId="urn:microsoft.com/office/officeart/2018/5/layout/CenteredIconLabelDescriptionList"/>
    <dgm:cxn modelId="{F9117A92-CD0B-41BC-ABCF-87BFF9811F3D}" type="presOf" srcId="{46E4C9D6-E0F1-47BA-8C7C-BD1D29E61412}" destId="{03AB5558-D548-4A30-A70D-355899314E45}" srcOrd="0" destOrd="2" presId="urn:microsoft.com/office/officeart/2018/5/layout/CenteredIconLabelDescriptionList"/>
    <dgm:cxn modelId="{FB4A419A-4290-4252-ACAB-F356020605F7}" srcId="{3B15DF8C-4A5C-4E3F-8DDC-CF5F17EF7D19}" destId="{24C8170C-5B4A-440E-80CC-4942A39D2076}" srcOrd="0" destOrd="0" parTransId="{C5541C6C-E27A-47CA-9F8D-22ABE8113961}" sibTransId="{20CA7D58-B053-4C2A-8C35-3ED2F177C8B2}"/>
    <dgm:cxn modelId="{C0BEDFA5-66A1-4C4D-855E-D6081DE89A5B}" type="presOf" srcId="{251489FA-842E-4FA5-89AC-85B6733E3407}" destId="{F7D979BB-D647-4C28-A7CF-06F0A3353C80}" srcOrd="0" destOrd="0" presId="urn:microsoft.com/office/officeart/2018/5/layout/CenteredIconLabelDescriptionList"/>
    <dgm:cxn modelId="{1C7387A9-B22E-48DA-8CD4-27C55A0BD20A}" type="presOf" srcId="{24C8170C-5B4A-440E-80CC-4942A39D2076}" destId="{59468190-99C6-4E3B-B174-1E0254002346}" srcOrd="0" destOrd="0" presId="urn:microsoft.com/office/officeart/2018/5/layout/CenteredIconLabelDescriptionList"/>
    <dgm:cxn modelId="{A5EB6BB1-24B0-4427-B286-99A1686DCBF2}" srcId="{138E56D9-0653-4502-BDC1-E0D27CCDE923}" destId="{B438C7E5-4B86-48F1-B031-1F92D1D2E7B2}" srcOrd="0" destOrd="0" parTransId="{0FB2D62F-07D6-46FF-A128-CE5485C51773}" sibTransId="{D90CB49F-DB0C-4ACB-9D26-1E34214E59E7}"/>
    <dgm:cxn modelId="{F56EA9B4-2919-4712-9259-4E929B8F38A7}" srcId="{251489FA-842E-4FA5-89AC-85B6733E3407}" destId="{138E56D9-0653-4502-BDC1-E0D27CCDE923}" srcOrd="0" destOrd="0" parTransId="{75FA87CE-BD53-4648-85B5-E3A60F7C388B}" sibTransId="{AF58608B-37FF-446C-B41E-9A082F7F0067}"/>
    <dgm:cxn modelId="{67A743BD-EAAD-477F-850C-6C296C0A8A0B}" type="presOf" srcId="{AAF68694-406E-4201-9A7B-D69B0CA98732}" destId="{03AB5558-D548-4A30-A70D-355899314E45}" srcOrd="0" destOrd="4" presId="urn:microsoft.com/office/officeart/2018/5/layout/CenteredIconLabelDescriptionList"/>
    <dgm:cxn modelId="{0B17BBC5-C263-4861-9AA4-346059E9437E}" type="presOf" srcId="{3B15DF8C-4A5C-4E3F-8DDC-CF5F17EF7D19}" destId="{80500117-BD13-4AA3-8266-BC3325F008D7}" srcOrd="0" destOrd="0" presId="urn:microsoft.com/office/officeart/2018/5/layout/CenteredIconLabelDescriptionList"/>
    <dgm:cxn modelId="{77E1E1C8-B8ED-4C2E-83E7-121D89CEAC36}" type="presOf" srcId="{138E56D9-0653-4502-BDC1-E0D27CCDE923}" destId="{03AB5558-D548-4A30-A70D-355899314E45}" srcOrd="0" destOrd="0" presId="urn:microsoft.com/office/officeart/2018/5/layout/CenteredIconLabelDescriptionList"/>
    <dgm:cxn modelId="{4CA91BCE-B4F5-47FD-83AC-00BD92F95191}" type="presOf" srcId="{1D4AFC64-38C3-4189-A24C-68E8FA02591F}" destId="{59468190-99C6-4E3B-B174-1E0254002346}" srcOrd="0" destOrd="1" presId="urn:microsoft.com/office/officeart/2018/5/layout/CenteredIconLabelDescriptionList"/>
    <dgm:cxn modelId="{7276F1D1-8582-4C42-ABFA-57898630A118}" type="presOf" srcId="{BC54089A-C19E-475E-B8A9-053F85A18743}" destId="{03AB5558-D548-4A30-A70D-355899314E45}" srcOrd="0" destOrd="5" presId="urn:microsoft.com/office/officeart/2018/5/layout/CenteredIconLabelDescriptionList"/>
    <dgm:cxn modelId="{1FF3DDD2-E6FF-4D12-B481-7EFAA536AB54}" srcId="{138E56D9-0653-4502-BDC1-E0D27CCDE923}" destId="{BC54089A-C19E-475E-B8A9-053F85A18743}" srcOrd="4" destOrd="0" parTransId="{DD060560-451F-4C90-92B5-0F4DAF0FF086}" sibTransId="{1B06F92E-8BFD-4CAC-80F8-1ABD0C1D5481}"/>
    <dgm:cxn modelId="{01FA17F7-82AC-47F4-B424-4A25FE342E14}" type="presOf" srcId="{B438C7E5-4B86-48F1-B031-1F92D1D2E7B2}" destId="{03AB5558-D548-4A30-A70D-355899314E45}" srcOrd="0" destOrd="1" presId="urn:microsoft.com/office/officeart/2018/5/layout/CenteredIconLabelDescriptionList"/>
    <dgm:cxn modelId="{E2CD25F8-D1A8-4897-A2CD-EDC7AD2B1F42}" srcId="{9D2BC53D-C82E-4350-A95E-90A20ADCCB61}" destId="{ACB5F424-ADD0-4FC0-B459-9F02A8824A70}" srcOrd="0" destOrd="0" parTransId="{01657366-F6E3-4CD5-851B-3C7ED62AD637}" sibTransId="{9267A7ED-7094-46EA-AE41-22C1574A2108}"/>
    <dgm:cxn modelId="{61FED8F8-2506-41EE-8C30-C2473B0A1BD9}" type="presOf" srcId="{FFA9400A-1055-4F54-820D-C890CB6FB4AF}" destId="{50F2EF22-A8F5-44C8-94E3-BC879549DB92}" srcOrd="0" destOrd="1" presId="urn:microsoft.com/office/officeart/2018/5/layout/CenteredIconLabelDescriptionList"/>
    <dgm:cxn modelId="{0562976F-9D61-4B12-9022-8C525144B522}" type="presParOf" srcId="{2295F463-9CB7-4EB4-A6BC-0BF2DFAEDF2A}" destId="{1426D28B-9DE3-4709-B1E5-9E68316A2CE1}" srcOrd="0" destOrd="0" presId="urn:microsoft.com/office/officeart/2018/5/layout/CenteredIconLabelDescriptionList"/>
    <dgm:cxn modelId="{18149747-173E-4C9F-9E5F-F7653360C3EE}" type="presParOf" srcId="{1426D28B-9DE3-4709-B1E5-9E68316A2CE1}" destId="{490A3CC6-C009-4A8B-85C1-13212C5BEA43}" srcOrd="0" destOrd="0" presId="urn:microsoft.com/office/officeart/2018/5/layout/CenteredIconLabelDescriptionList"/>
    <dgm:cxn modelId="{7643A692-5C59-40DE-8007-8834B5557D97}" type="presParOf" srcId="{1426D28B-9DE3-4709-B1E5-9E68316A2CE1}" destId="{05BAC4CC-A544-40F2-8FD2-4CA5CB0BB213}" srcOrd="1" destOrd="0" presId="urn:microsoft.com/office/officeart/2018/5/layout/CenteredIconLabelDescriptionList"/>
    <dgm:cxn modelId="{1BF64C5D-7E45-49A1-9D56-34611CD56868}" type="presParOf" srcId="{1426D28B-9DE3-4709-B1E5-9E68316A2CE1}" destId="{F7D979BB-D647-4C28-A7CF-06F0A3353C80}" srcOrd="2" destOrd="0" presId="urn:microsoft.com/office/officeart/2018/5/layout/CenteredIconLabelDescriptionList"/>
    <dgm:cxn modelId="{3E1C4F0C-85FC-4724-BCC1-09BAD50A63FB}" type="presParOf" srcId="{1426D28B-9DE3-4709-B1E5-9E68316A2CE1}" destId="{96C1AC57-86C8-4993-AB60-2B4EE61723CF}" srcOrd="3" destOrd="0" presId="urn:microsoft.com/office/officeart/2018/5/layout/CenteredIconLabelDescriptionList"/>
    <dgm:cxn modelId="{029732CB-DD77-4CEF-9283-973761219D1F}" type="presParOf" srcId="{1426D28B-9DE3-4709-B1E5-9E68316A2CE1}" destId="{03AB5558-D548-4A30-A70D-355899314E45}" srcOrd="4" destOrd="0" presId="urn:microsoft.com/office/officeart/2018/5/layout/CenteredIconLabelDescriptionList"/>
    <dgm:cxn modelId="{A829A37D-9BA9-4E7E-9D0F-C85D71406E26}" type="presParOf" srcId="{2295F463-9CB7-4EB4-A6BC-0BF2DFAEDF2A}" destId="{8160653E-A0DE-447F-8205-C2610AE320BC}" srcOrd="1" destOrd="0" presId="urn:microsoft.com/office/officeart/2018/5/layout/CenteredIconLabelDescriptionList"/>
    <dgm:cxn modelId="{3FBBB998-8F57-4F63-BAF9-2823459D15CF}" type="presParOf" srcId="{2295F463-9CB7-4EB4-A6BC-0BF2DFAEDF2A}" destId="{4AAE878D-4D4C-41A8-B2DB-24023286BEC6}" srcOrd="2" destOrd="0" presId="urn:microsoft.com/office/officeart/2018/5/layout/CenteredIconLabelDescriptionList"/>
    <dgm:cxn modelId="{7DD4E314-B118-4CF2-861A-F6D238A313F0}" type="presParOf" srcId="{4AAE878D-4D4C-41A8-B2DB-24023286BEC6}" destId="{C6733A41-33EF-4D44-BEEF-E017C4858372}" srcOrd="0" destOrd="0" presId="urn:microsoft.com/office/officeart/2018/5/layout/CenteredIconLabelDescriptionList"/>
    <dgm:cxn modelId="{76B879C4-B381-45D7-8AB0-3FA310B479B3}" type="presParOf" srcId="{4AAE878D-4D4C-41A8-B2DB-24023286BEC6}" destId="{529E5CE8-E3E3-4E11-A68A-FF4B9FB8A58B}" srcOrd="1" destOrd="0" presId="urn:microsoft.com/office/officeart/2018/5/layout/CenteredIconLabelDescriptionList"/>
    <dgm:cxn modelId="{99C58819-9FA5-4DE6-80A6-F5D4E6345151}" type="presParOf" srcId="{4AAE878D-4D4C-41A8-B2DB-24023286BEC6}" destId="{80500117-BD13-4AA3-8266-BC3325F008D7}" srcOrd="2" destOrd="0" presId="urn:microsoft.com/office/officeart/2018/5/layout/CenteredIconLabelDescriptionList"/>
    <dgm:cxn modelId="{F206E4D9-F51E-4659-988E-7AEC80BEBF47}" type="presParOf" srcId="{4AAE878D-4D4C-41A8-B2DB-24023286BEC6}" destId="{AD509B4D-D03E-445D-961C-7E469DDA4327}" srcOrd="3" destOrd="0" presId="urn:microsoft.com/office/officeart/2018/5/layout/CenteredIconLabelDescriptionList"/>
    <dgm:cxn modelId="{5C06BF89-B8EC-453C-ADE4-5D5BB82281FE}" type="presParOf" srcId="{4AAE878D-4D4C-41A8-B2DB-24023286BEC6}" destId="{59468190-99C6-4E3B-B174-1E0254002346}" srcOrd="4" destOrd="0" presId="urn:microsoft.com/office/officeart/2018/5/layout/CenteredIconLabelDescriptionList"/>
    <dgm:cxn modelId="{93DDAAFA-3F49-4453-A8E8-CF2418A15F5B}" type="presParOf" srcId="{2295F463-9CB7-4EB4-A6BC-0BF2DFAEDF2A}" destId="{7F568299-CDE9-4A56-93CF-BFD987793E5A}" srcOrd="3" destOrd="0" presId="urn:microsoft.com/office/officeart/2018/5/layout/CenteredIconLabelDescriptionList"/>
    <dgm:cxn modelId="{9A4B7539-1152-418D-8033-8F0F03633C60}" type="presParOf" srcId="{2295F463-9CB7-4EB4-A6BC-0BF2DFAEDF2A}" destId="{DF83428F-9849-4A77-82E4-F18731EB70D7}" srcOrd="4" destOrd="0" presId="urn:microsoft.com/office/officeart/2018/5/layout/CenteredIconLabelDescriptionList"/>
    <dgm:cxn modelId="{AAD2519C-6196-4633-AD4E-59FFF3AAC118}" type="presParOf" srcId="{DF83428F-9849-4A77-82E4-F18731EB70D7}" destId="{B2DF2737-171A-459A-94C2-557D6A3085F9}" srcOrd="0" destOrd="0" presId="urn:microsoft.com/office/officeart/2018/5/layout/CenteredIconLabelDescriptionList"/>
    <dgm:cxn modelId="{699A3D80-CA4F-4631-BAF0-609E50130BC6}" type="presParOf" srcId="{DF83428F-9849-4A77-82E4-F18731EB70D7}" destId="{7E038EF1-9CE1-468F-ACEB-2C25F7151C82}" srcOrd="1" destOrd="0" presId="urn:microsoft.com/office/officeart/2018/5/layout/CenteredIconLabelDescriptionList"/>
    <dgm:cxn modelId="{EB439AA7-2F65-40CB-BB62-4284CCEABBE8}" type="presParOf" srcId="{DF83428F-9849-4A77-82E4-F18731EB70D7}" destId="{936FACDE-5F67-4AB7-A6B1-48AE381CCA9F}" srcOrd="2" destOrd="0" presId="urn:microsoft.com/office/officeart/2018/5/layout/CenteredIconLabelDescriptionList"/>
    <dgm:cxn modelId="{C3842261-B207-4C2E-A6FD-C01CB7E98D26}" type="presParOf" srcId="{DF83428F-9849-4A77-82E4-F18731EB70D7}" destId="{63BFC11B-572B-4040-8D86-06798C04BC00}" srcOrd="3" destOrd="0" presId="urn:microsoft.com/office/officeart/2018/5/layout/CenteredIconLabelDescriptionList"/>
    <dgm:cxn modelId="{CAFE425D-BE39-4F1F-9163-182622DA7C11}" type="presParOf" srcId="{DF83428F-9849-4A77-82E4-F18731EB70D7}" destId="{50F2EF22-A8F5-44C8-94E3-BC879549DB92}" srcOrd="4" destOrd="0" presId="urn:microsoft.com/office/officeart/2018/5/layout/CenteredIconLabelDescription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90A3CC6-C009-4A8B-85C1-13212C5BEA43}">
      <dsp:nvSpPr>
        <dsp:cNvPr id="0" name=""/>
        <dsp:cNvSpPr/>
      </dsp:nvSpPr>
      <dsp:spPr>
        <a:xfrm>
          <a:off x="1024625" y="0"/>
          <a:ext cx="1097489" cy="1078058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7D979BB-D647-4C28-A7CF-06F0A3353C80}">
      <dsp:nvSpPr>
        <dsp:cNvPr id="0" name=""/>
        <dsp:cNvSpPr/>
      </dsp:nvSpPr>
      <dsp:spPr>
        <a:xfrm>
          <a:off x="5527" y="1261903"/>
          <a:ext cx="3135684" cy="462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2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임동혁</a:t>
          </a:r>
          <a:endParaRPr lang="en-US" sz="2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5527" y="1261903"/>
        <a:ext cx="3135684" cy="462024"/>
      </dsp:txXfrm>
    </dsp:sp>
    <dsp:sp modelId="{03AB5558-D548-4A30-A70D-355899314E45}">
      <dsp:nvSpPr>
        <dsp:cNvPr id="0" name=""/>
        <dsp:cNvSpPr/>
      </dsp:nvSpPr>
      <dsp:spPr>
        <a:xfrm>
          <a:off x="5527" y="1809438"/>
          <a:ext cx="3135684" cy="254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l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팀장</a:t>
          </a:r>
          <a:endParaRPr lang="en-US" sz="1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프로젝트 및 개발 플랫폼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(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개발 환경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, 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클라우드 컴퓨팅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, 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웹 등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)</a:t>
          </a: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설계</a:t>
          </a:r>
          <a: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및 설치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프로젝트 문서화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수집 및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및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br>
            <a:rPr lang="en-US" alt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</a:b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프로그램 </a:t>
          </a: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개발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171450" lvl="1" indent="-171450" algn="l" defTabSz="7556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5527" y="1809438"/>
        <a:ext cx="3135684" cy="2543105"/>
      </dsp:txXfrm>
    </dsp:sp>
    <dsp:sp modelId="{C6733A41-33EF-4D44-BEEF-E017C4858372}">
      <dsp:nvSpPr>
        <dsp:cNvPr id="0" name=""/>
        <dsp:cNvSpPr/>
      </dsp:nvSpPr>
      <dsp:spPr>
        <a:xfrm>
          <a:off x="4709055" y="0"/>
          <a:ext cx="1097489" cy="1078058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0500117-BD13-4AA3-8266-BC3325F008D7}">
      <dsp:nvSpPr>
        <dsp:cNvPr id="0" name=""/>
        <dsp:cNvSpPr/>
      </dsp:nvSpPr>
      <dsp:spPr>
        <a:xfrm>
          <a:off x="3689957" y="1261903"/>
          <a:ext cx="3135684" cy="462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2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박동호</a:t>
          </a:r>
          <a:endParaRPr lang="en-US" sz="2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3689957" y="1261903"/>
        <a:ext cx="3135684" cy="462024"/>
      </dsp:txXfrm>
    </dsp:sp>
    <dsp:sp modelId="{59468190-99C6-4E3B-B174-1E0254002346}">
      <dsp:nvSpPr>
        <dsp:cNvPr id="0" name=""/>
        <dsp:cNvSpPr/>
      </dsp:nvSpPr>
      <dsp:spPr>
        <a:xfrm>
          <a:off x="3689957" y="1809438"/>
          <a:ext cx="3135684" cy="254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</a:t>
          </a:r>
          <a:r>
            <a:rPr lang="ko-KR" altLang="en-US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전처리</a:t>
          </a:r>
          <a:endParaRPr lang="en-US" altLang="ko-KR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 dirty="0" err="1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</a:t>
          </a:r>
          <a:r>
            <a:rPr lang="ko-KR" sz="1700" kern="1200" dirty="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 개발</a:t>
          </a:r>
          <a:endParaRPr lang="en-US" sz="1700" kern="1200" dirty="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 sz="1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3689957" y="1809438"/>
        <a:ext cx="3135684" cy="2543105"/>
      </dsp:txXfrm>
    </dsp:sp>
    <dsp:sp modelId="{B2DF2737-171A-459A-94C2-557D6A3085F9}">
      <dsp:nvSpPr>
        <dsp:cNvPr id="0" name=""/>
        <dsp:cNvSpPr/>
      </dsp:nvSpPr>
      <dsp:spPr>
        <a:xfrm>
          <a:off x="8393484" y="0"/>
          <a:ext cx="1097489" cy="1078058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6FACDE-5F67-4AB7-A6B1-48AE381CCA9F}">
      <dsp:nvSpPr>
        <dsp:cNvPr id="0" name=""/>
        <dsp:cNvSpPr/>
      </dsp:nvSpPr>
      <dsp:spPr>
        <a:xfrm>
          <a:off x="7374387" y="1261903"/>
          <a:ext cx="3135684" cy="4620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2001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b="1"/>
          </a:pPr>
          <a:r>
            <a:rPr lang="ko-KR" sz="2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홍준호</a:t>
          </a:r>
          <a:endParaRPr lang="en-US" sz="2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7374387" y="1261903"/>
        <a:ext cx="3135684" cy="462024"/>
      </dsp:txXfrm>
    </dsp:sp>
    <dsp:sp modelId="{50F2EF22-A8F5-44C8-94E3-BC879549DB92}">
      <dsp:nvSpPr>
        <dsp:cNvPr id="0" name=""/>
        <dsp:cNvSpPr/>
      </dsp:nvSpPr>
      <dsp:spPr>
        <a:xfrm>
          <a:off x="7374387" y="1809438"/>
          <a:ext cx="3135684" cy="254310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데이터 전처리</a:t>
          </a:r>
          <a:endParaRPr lang="en-US" altLang="ko-KR" sz="1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altLang="en-US" sz="1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크롤러 개발</a:t>
          </a:r>
          <a:endParaRPr lang="en-US" altLang="ko-KR" sz="1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웹 개발</a:t>
          </a:r>
          <a:endParaRPr lang="en-US" sz="1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ko-KR" sz="1700" kern="1200">
              <a:latin typeface="경기천년제목 Medium" panose="02020603020101020101" pitchFamily="18" charset="-127"/>
              <a:ea typeface="경기천년제목 Medium" panose="02020603020101020101" pitchFamily="18" charset="-127"/>
            </a:rPr>
            <a:t>머신 러닝 개발</a:t>
          </a:r>
          <a:endParaRPr lang="en-US" sz="1700" kern="1200">
            <a:latin typeface="경기천년제목 Medium" panose="02020603020101020101" pitchFamily="18" charset="-127"/>
            <a:ea typeface="경기천년제목 Medium" panose="02020603020101020101" pitchFamily="18" charset="-127"/>
          </a:endParaRPr>
        </a:p>
      </dsp:txBody>
      <dsp:txXfrm>
        <a:off x="7374387" y="1809438"/>
        <a:ext cx="3135684" cy="254310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CenteredIconLabelDescriptionList">
  <dgm:title val="Centered Icon Label Description List"/>
  <dgm:desc val="Use to show non-sequential or grouped chunks of information. The placeholder holds an icon or small picture, and corresponding text boxes show Level 1 and Level 2 text respectively. Works well for minimal Level 1 text accompanied by lengthier Level two text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/>
      </dgm:if>
      <dgm:else name="Name2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h" for="ch" forName="compNode" refType="h" fact="0.45"/>
      <dgm:constr type="w" for="ch" forName="compNode" val="120"/>
      <dgm:constr type="w" for="ch" forName="sibTrans" refType="w" refFor="ch" refForName="compNode" fact="0.175"/>
      <dgm:constr type="primFontSz" for="des" forName="parTx" val="36"/>
      <dgm:constr type="primFontSz" for="des" forName="desTx" refType="primFontSz" refFor="des" refForName="parTx" op="lte" fact="0.75"/>
      <dgm:constr type="h" for="des" forName="compNode" op="equ"/>
      <dgm:constr type="h" for="des" forName="iconRect" op="equ"/>
      <dgm:constr type="w" for="des" forName="iconRect" op="equ"/>
      <dgm:constr type="h" for="des" forName="iconSpace" op="equ"/>
      <dgm:constr type="h" for="des" forName="parTx" op="equ"/>
      <dgm:constr type="h" for="des" forName="txSpace" op="equ"/>
      <dgm:constr type="h" for="des" forName="desTx" op="equ"/>
    </dgm:constrLst>
    <dgm:ruleLst>
      <dgm:rule type="w" for="ch" forName="compNode" val="0" fact="NaN" max="NaN"/>
    </dgm:ruleLst>
    <dgm:forEach name="Name3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3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w" for="ch" forName="iconSpace" refType="w"/>
          <dgm:constr type="h" for="ch" forName="iconSpace" refType="h" fact="0.043"/>
          <dgm:constr type="l" for="ch" forName="iconSpace"/>
          <dgm:constr type="t" for="ch" forName="iconSpace" refType="b" refFor="ch" refForName="iconRect"/>
          <dgm:constr type="w" for="ch" forName="parTx" refType="w"/>
          <dgm:constr type="h" for="ch" forName="parTx" refType="w" fact="0.15"/>
          <dgm:constr type="l" for="ch" forName="parTx"/>
          <dgm:constr type="t" for="ch" forName="parTx" refType="b" refFor="ch" refForName="iconSpace"/>
          <dgm:constr type="h" for="ch" forName="txSpace" refType="h" fact="0.02"/>
          <dgm:constr type="w" for="ch" forName="txSpace" refType="w"/>
          <dgm:constr type="l" for="ch" forName="txSpace"/>
          <dgm:constr type="t" for="ch" forName="txSpace" refType="b" refFor="ch" refForName="parTx"/>
          <dgm:constr type="w" for="ch" forName="desTx" refType="w"/>
          <dgm:constr type="l" for="ch" forName="desTx"/>
          <dgm:constr type="t" for="ch" forName="desTx" refType="b" refFor="ch" refForName="txSpace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icon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4" fact="NaN" max="NaN"/>
            <dgm:rule type="h" val="INF" fact="NaN" max="NaN"/>
          </dgm:ruleLst>
        </dgm:layoutNode>
        <dgm:layoutNode name="txSpace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desTx" styleLbl="revTx">
          <dgm:varLst/>
          <dgm:alg type="tx">
            <dgm:param type="stBulletLvl" val="0"/>
            <dgm:param type="txAnchorVert" val="t"/>
          </dgm:alg>
          <dgm:shape xmlns:r="http://schemas.openxmlformats.org/officeDocument/2006/relationships" type="rect" r:blip="">
            <dgm:adjLst/>
          </dgm:shape>
          <dgm:presOf axis="des" ptType="node"/>
          <dgm:constrLst>
            <dgm:constr type="secFontSz" refType="primFontSz"/>
            <dgm:constr type="lMarg"/>
            <dgm:constr type="rMarg"/>
            <dgm:constr type="tMarg"/>
            <dgm:constr type="bMarg"/>
          </dgm:constrLst>
          <dgm:ruleLst>
            <dgm:rule type="primFontSz" val="NaN" fact="NaN" max="17"/>
            <dgm:rule type="h" val="INF" fact="NaN" max="NaN"/>
          </dgm:ruleLst>
        </dgm:layoutNode>
      </dgm:layoutNode>
      <dgm:forEach name="Name4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b="1"/>
        </a:lvl1pPr>
        <a:lvl2pPr>
          <a:lnSpc>
            <a:spcPct val="100000"/>
          </a:lnSpc>
        </a:lvl2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70BB1DA-66CD-47FD-AC6A-88519286299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AF2FE392-8216-4B15-B46C-AAFACCE2DF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CA37682-6AE9-43C2-980D-7649922F8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1AF3595-BA0F-44BF-8D51-CEE724999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29E3C99-11A4-4512-A108-7AADE97B5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918497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D475640-1E23-4E37-A398-CBBB20D636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95C030D-F091-4714-81BF-38048E15B0B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D4D8774B-F17E-4FCC-A3FB-35228CC698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2BD369A-099A-4EEB-927E-6329C1E46E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C9DB903-3703-489B-999F-1131D9B52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277527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02353F0-B378-4B43-8307-FA24F7C382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AC1FA2-894E-4DFF-A5ED-8ED955A0C1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A03BD7D-FB9C-43CF-881A-37D5E136F8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7F42867-0964-4999-B4B1-74A650EF3A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FEEBE8F4-255D-4040-AA0B-26F2CEB293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183963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AC8412-B34B-47B8-8003-7F0AF3C6A9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E153D29-BD62-4FE2-B307-4223DA32E42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629696DC-3EBF-4577-AADA-5CE3334F1E1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6F1A0FA0-D3EA-4A08-928F-F6B217B710D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2753EB9-EAC1-46F8-BD15-422EF7F86C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488ACD9-4DEA-4DFC-8508-3758E39C8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9500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253ABD-A57D-401F-A875-9F43731F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1D1F2794-0DEC-4E38-98EF-D03256A72E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902F459A-1C18-476C-8215-ACC342D9597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6151B913-E905-4A72-AA92-BF3CDF01069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7CCFD124-22F4-417B-A80C-43B4820A9D6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49452A0-3FA8-4776-9C42-798663E59B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9AD9A0CC-9654-4877-9FE5-90F885AD64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45657974-8D91-45D6-817F-A337FEE4C7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414584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D77E79C-C63C-43BB-A265-5F50A3A297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6DEC9B68-B528-4461-B18F-F7A47B989B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88DC534-FCA7-4DFD-9480-B40761036E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1705851D-1465-45C7-B380-8BCD09A752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367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E32DA57C-64AD-4D00-92E5-600877F6C2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E00D4CEE-BC7E-4509-A10B-C8427E1EF6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30BE6FE-B902-4F40-B57E-BFDE8C264A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171348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8B746D-2FE9-484C-8119-7EEA993D0F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00680F7-01B7-4C92-A528-C1625D14C4B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F328A97-3AD8-4429-AF93-EB4F37DDC3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9364EB1-B7A4-4368-9CBB-D9AD10D609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0D685A-B084-4FFA-A194-CCE78131F9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E493BA74-D3C5-486C-9083-40C85E9AAB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35131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1A51FF1-E689-49A9-B590-1B4E62EC84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9B64B996-76B5-4E9F-BD7F-F9A5EE7B53F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D1B84672-1051-4F61-80DB-D7761C3521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B2643685-63CB-44CE-BB4F-25BDC78A2A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E07B5FB9-DDB0-4DA1-9C08-B017719B9F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25660028-0A17-4E7D-A4D1-E3FC1EB0D1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35708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9936E9E-7227-49AA-B0B2-87051FE33E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CF544506-573D-4252-9697-A8334618AE8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C257F89-8B51-403B-96AF-162E6C044E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5D8E6602-E38F-48AF-BDEB-FC2CADB37B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1A1070E-547A-4CC7-86E5-C749365A1F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80673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821857D2-E528-494F-9D06-65182024549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AA178E1-30D6-43DF-8FFD-93383E5487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67B3A60-5758-4C8B-BF13-6E5B706BF1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10DD6C9D-2907-4E3D-A5B4-B8F5015A0D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56264B1C-F743-4AE2-9151-B0CDEF931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84019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2D30C1B-CA8F-4B68-B4C4-F7A7D7804F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2216B1E-889B-4C66-91E7-F318A954BE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CF71AE-371A-4423-92F3-52E8DB538AE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C7708-FD15-4F02-99CF-191CFC9DB2F4}" type="datetimeFigureOut">
              <a:rPr lang="ko-KR" altLang="en-US" smtClean="0"/>
              <a:t>2020-06-08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405FE1BD-B64D-468B-A997-76C9C85FA96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751C30C1-996A-4DA8-9A9E-94459E945BD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E45A3B3-92BB-4F1C-A2A7-F3FAEAA7C7A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05225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6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" name="Rectangle 9">
            <a:extLst>
              <a:ext uri="{FF2B5EF4-FFF2-40B4-BE49-F238E27FC236}">
                <a16:creationId xmlns:a16="http://schemas.microsoft.com/office/drawing/2014/main" id="{0E2F58BF-12E5-4B5A-AD25-4DAAA2742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4088992-6B49-4629-9CCD-F3EB1F92057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77981" y="1122363"/>
            <a:ext cx="4023360" cy="3204134"/>
          </a:xfrm>
        </p:spPr>
        <p:txBody>
          <a:bodyPr anchor="b">
            <a:normAutofit/>
          </a:bodyPr>
          <a:lstStyle/>
          <a:p>
            <a:pPr algn="l"/>
            <a:r>
              <a:rPr lang="en-US" altLang="ko-KR" sz="4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endParaRPr lang="ko-KR" altLang="en-US" sz="4800" dirty="0">
              <a:latin typeface="경기천년제목 Medium" panose="02020603020101020101" pitchFamily="18" charset="-127"/>
              <a:ea typeface="경기천년제목 Medium" panose="02020603020101020101" pitchFamily="18" charset="-127"/>
            </a:endParaRP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2DCDA21F-FF33-45C7-A2A9-F92B056E94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77980" y="4872922"/>
            <a:ext cx="4023359" cy="1208141"/>
          </a:xfrm>
        </p:spPr>
        <p:txBody>
          <a:bodyPr>
            <a:normAutofit/>
          </a:bodyPr>
          <a:lstStyle/>
          <a:p>
            <a:pPr algn="l"/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개인 맞춤 영화 추천 시스템</a:t>
            </a:r>
          </a:p>
        </p:txBody>
      </p:sp>
      <p:sp>
        <p:nvSpPr>
          <p:cNvPr id="21" name="Rectangle 11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759921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2" name="Rectangle 13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029" y="4546920"/>
            <a:ext cx="402336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474D4225-71EC-4F60-AD3D-5BAC7E7C0DF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96000" y="248047"/>
            <a:ext cx="5142857" cy="6361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86830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ACA6A695-0FB3-45A8-9993-0BA438DCA3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en-US" altLang="ko-KR" sz="8000" kern="1200" dirty="0" err="1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r>
              <a:rPr lang="ko-KR" altLang="en-US" sz="80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</a:t>
            </a:r>
            <a:r>
              <a:rPr lang="en-US" altLang="ko-KR" sz="80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?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844C958-477B-47F5-9106-5C728F296F3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 latinLnBrk="0"/>
            <a:endParaRPr lang="en-US" altLang="ko-KR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24615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EBC18B6-E5C3-4AD1-97A4-E6A3477A0B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02CA57B-D100-40B4-AA43-D00C1C56E0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1078992"/>
            <a:ext cx="6272784" cy="1545336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5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기존 추천 시스템의 문제점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36A4AB6-B72B-4CC6-ADCF-BE807B6C3D7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50392" y="363389"/>
            <a:ext cx="73152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56418714-C005-4C4D-ABA9-B1378FC1830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567" r="11431"/>
          <a:stretch/>
        </p:blipFill>
        <p:spPr>
          <a:xfrm>
            <a:off x="7684008" y="1"/>
            <a:ext cx="4507992" cy="2240280"/>
          </a:xfrm>
          <a:prstGeom prst="rect">
            <a:avLst/>
          </a:prstGeom>
        </p:spPr>
      </p:pic>
      <p:sp>
        <p:nvSpPr>
          <p:cNvPr id="19" name="Rectangle 18">
            <a:extLst>
              <a:ext uri="{FF2B5EF4-FFF2-40B4-BE49-F238E27FC236}">
                <a16:creationId xmlns:a16="http://schemas.microsoft.com/office/drawing/2014/main" id="{B35D540D-9486-4236-952A-F72DC52D79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21792" y="2935541"/>
            <a:ext cx="621792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EC2FAB8-FC77-4465-BA5B-7CE8A3F5A2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2648" y="3355848"/>
            <a:ext cx="6272784" cy="2825496"/>
          </a:xfrm>
        </p:spPr>
        <p:txBody>
          <a:bodyPr vert="horz" lIns="91440" tIns="45720" rIns="91440" bIns="45720" rtlCol="0">
            <a:normAutofit/>
          </a:bodyPr>
          <a:lstStyle/>
          <a:p>
            <a:pPr latinLnBrk="0"/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타인의 평점에 영향을 받을 수 있다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유명하지 않은 영화는 추천 받지 못할 수 있다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latinLnBrk="0"/>
            <a:r>
              <a:rPr lang="ko-KR" altLang="en-US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평점 기반 추천은 잘못된 추천이 나올 수도 있다</a:t>
            </a:r>
            <a:r>
              <a:rPr lang="en-US" altLang="ko-KR" sz="22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A829D003-D35E-44F4-B1BE-F00390534C4E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" r="1283" b="1"/>
          <a:stretch/>
        </p:blipFill>
        <p:spPr>
          <a:xfrm>
            <a:off x="7684008" y="2308860"/>
            <a:ext cx="4507992" cy="2240280"/>
          </a:xfrm>
          <a:prstGeom prst="rect">
            <a:avLst/>
          </a:prstGeom>
        </p:spPr>
      </p:pic>
      <p:pic>
        <p:nvPicPr>
          <p:cNvPr id="10" name="그림 9" descr="스크린샷이(가) 표시된 사진&#10;&#10;자동 생성된 설명">
            <a:extLst>
              <a:ext uri="{FF2B5EF4-FFF2-40B4-BE49-F238E27FC236}">
                <a16:creationId xmlns:a16="http://schemas.microsoft.com/office/drawing/2014/main" id="{0345FEB5-A1DC-4BF9-BC3C-C030AF0F878F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" r="1313" b="1"/>
          <a:stretch/>
        </p:blipFill>
        <p:spPr>
          <a:xfrm>
            <a:off x="7684008" y="4617720"/>
            <a:ext cx="4507992" cy="2240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83935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11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13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6" name="Freeform: Shape 15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E2CAAD5F-3195-4E8B-9DD2-666E22EA36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r>
              <a:rPr lang="ko-KR" altLang="en-US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    목표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360727B-1A4F-4B75-805D-115FE78B5FB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진짜 내 취향의 영화를 찾아주는 추천 시스템</a:t>
            </a:r>
          </a:p>
        </p:txBody>
      </p:sp>
    </p:spTree>
    <p:extLst>
      <p:ext uri="{BB962C8B-B14F-4D97-AF65-F5344CB8AC3E}">
        <p14:creationId xmlns:p14="http://schemas.microsoft.com/office/powerpoint/2010/main" val="7669848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7">
            <a:extLst>
              <a:ext uri="{FF2B5EF4-FFF2-40B4-BE49-F238E27FC236}">
                <a16:creationId xmlns:a16="http://schemas.microsoft.com/office/drawing/2014/main" id="{1C799903-48D5-4A31-A1A2-541072D977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Freeform: Shape 9">
            <a:extLst>
              <a:ext uri="{FF2B5EF4-FFF2-40B4-BE49-F238E27FC236}">
                <a16:creationId xmlns:a16="http://schemas.microsoft.com/office/drawing/2014/main" id="{8EFFF109-FC58-4FD3-BE05-9775A1310F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4818889" cy="6858000"/>
          </a:xfrm>
          <a:custGeom>
            <a:avLst/>
            <a:gdLst>
              <a:gd name="connsiteX0" fmla="*/ 0 w 4818889"/>
              <a:gd name="connsiteY0" fmla="*/ 0 h 6858000"/>
              <a:gd name="connsiteX1" fmla="*/ 3605911 w 4818889"/>
              <a:gd name="connsiteY1" fmla="*/ 0 h 6858000"/>
              <a:gd name="connsiteX2" fmla="*/ 3668894 w 4818889"/>
              <a:gd name="connsiteY2" fmla="*/ 69271 h 6858000"/>
              <a:gd name="connsiteX3" fmla="*/ 4818889 w 4818889"/>
              <a:gd name="connsiteY3" fmla="*/ 3429000 h 6858000"/>
              <a:gd name="connsiteX4" fmla="*/ 3668894 w 4818889"/>
              <a:gd name="connsiteY4" fmla="*/ 6788730 h 6858000"/>
              <a:gd name="connsiteX5" fmla="*/ 3605911 w 4818889"/>
              <a:gd name="connsiteY5" fmla="*/ 6858000 h 6858000"/>
              <a:gd name="connsiteX6" fmla="*/ 0 w 4818889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8889" h="6858000">
                <a:moveTo>
                  <a:pt x="0" y="0"/>
                </a:moveTo>
                <a:lnTo>
                  <a:pt x="3605911" y="0"/>
                </a:lnTo>
                <a:lnTo>
                  <a:pt x="3668894" y="69271"/>
                </a:lnTo>
                <a:cubicBezTo>
                  <a:pt x="4379420" y="929100"/>
                  <a:pt x="4818889" y="2116944"/>
                  <a:pt x="4818889" y="3429000"/>
                </a:cubicBezTo>
                <a:cubicBezTo>
                  <a:pt x="4818889" y="4741056"/>
                  <a:pt x="4379420" y="5928900"/>
                  <a:pt x="3668894" y="6788730"/>
                </a:cubicBezTo>
                <a:lnTo>
                  <a:pt x="3605911" y="6858000"/>
                </a:lnTo>
                <a:lnTo>
                  <a:pt x="0" y="6858000"/>
                </a:lnTo>
                <a:close/>
              </a:path>
            </a:pathLst>
          </a:custGeom>
          <a:ln w="9525">
            <a:solidFill>
              <a:srgbClr val="E6E6E6"/>
            </a:solidFill>
          </a:ln>
          <a:effectLst>
            <a:outerShdw blurRad="50800" dist="38100" algn="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Freeform: Shape 11">
            <a:extLst>
              <a:ext uri="{FF2B5EF4-FFF2-40B4-BE49-F238E27FC236}">
                <a16:creationId xmlns:a16="http://schemas.microsoft.com/office/drawing/2014/main" id="{E1B96AD6-92A9-4273-A62B-96A1C3E0BA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811477" cy="6858000"/>
          </a:xfrm>
          <a:custGeom>
            <a:avLst/>
            <a:gdLst>
              <a:gd name="connsiteX0" fmla="*/ 0 w 4811477"/>
              <a:gd name="connsiteY0" fmla="*/ 0 h 6858000"/>
              <a:gd name="connsiteX1" fmla="*/ 3598499 w 4811477"/>
              <a:gd name="connsiteY1" fmla="*/ 0 h 6858000"/>
              <a:gd name="connsiteX2" fmla="*/ 3661482 w 4811477"/>
              <a:gd name="connsiteY2" fmla="*/ 69271 h 6858000"/>
              <a:gd name="connsiteX3" fmla="*/ 4811477 w 4811477"/>
              <a:gd name="connsiteY3" fmla="*/ 3429000 h 6858000"/>
              <a:gd name="connsiteX4" fmla="*/ 3661482 w 4811477"/>
              <a:gd name="connsiteY4" fmla="*/ 6788730 h 6858000"/>
              <a:gd name="connsiteX5" fmla="*/ 3598499 w 4811477"/>
              <a:gd name="connsiteY5" fmla="*/ 6858000 h 6858000"/>
              <a:gd name="connsiteX6" fmla="*/ 0 w 4811477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811477" h="6858000">
                <a:moveTo>
                  <a:pt x="0" y="0"/>
                </a:moveTo>
                <a:lnTo>
                  <a:pt x="3598499" y="0"/>
                </a:lnTo>
                <a:lnTo>
                  <a:pt x="3661482" y="69271"/>
                </a:lnTo>
                <a:cubicBezTo>
                  <a:pt x="4372008" y="929100"/>
                  <a:pt x="4811477" y="2116944"/>
                  <a:pt x="4811477" y="3429000"/>
                </a:cubicBezTo>
                <a:cubicBezTo>
                  <a:pt x="4811477" y="4741056"/>
                  <a:pt x="4372008" y="5928900"/>
                  <a:pt x="3661482" y="6788730"/>
                </a:cubicBezTo>
                <a:lnTo>
                  <a:pt x="3598499" y="6858000"/>
                </a:lnTo>
                <a:lnTo>
                  <a:pt x="0" y="6858000"/>
                </a:lnTo>
                <a:close/>
              </a:path>
            </a:pathLst>
          </a:cu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16AB9CD7-D469-4882-A734-F3253D95DD7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1792" y="1161288"/>
            <a:ext cx="3602736" cy="4526280"/>
          </a:xfrm>
        </p:spPr>
        <p:txBody>
          <a:bodyPr>
            <a:normAutofit/>
          </a:bodyPr>
          <a:lstStyle/>
          <a:p>
            <a:r>
              <a:rPr lang="en-US" altLang="ko-KR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r>
              <a:rPr lang="ko-KR" altLang="en-US" sz="40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의     </a:t>
            </a:r>
            <a:r>
              <a:rPr lang="ko-KR" altLang="en-US" sz="4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해결 방안</a:t>
            </a:r>
          </a:p>
        </p:txBody>
      </p:sp>
      <p:sp>
        <p:nvSpPr>
          <p:cNvPr id="15" name="Rectangle 13">
            <a:extLst>
              <a:ext uri="{FF2B5EF4-FFF2-40B4-BE49-F238E27FC236}">
                <a16:creationId xmlns:a16="http://schemas.microsoft.com/office/drawing/2014/main" id="{463EEC44-1BA3-44ED-81FC-A644B04B2A4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3102049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697BC1B-C93B-4487-986E-FBA768D31F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434149" y="932688"/>
            <a:ext cx="5916603" cy="4992624"/>
          </a:xfrm>
        </p:spPr>
        <p:txBody>
          <a:bodyPr anchor="ctr">
            <a:normAutofit/>
          </a:bodyPr>
          <a:lstStyle/>
          <a:p>
            <a:r>
              <a:rPr lang="ko-KR" altLang="en-US" sz="20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타인의 리뷰를 배제한 이용자 개인의 평가만으로 영화를 추천하는 시스템 개발</a:t>
            </a:r>
          </a:p>
        </p:txBody>
      </p:sp>
    </p:spTree>
    <p:extLst>
      <p:ext uri="{BB962C8B-B14F-4D97-AF65-F5344CB8AC3E}">
        <p14:creationId xmlns:p14="http://schemas.microsoft.com/office/powerpoint/2010/main" val="87644357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7" name="Rectangle 16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F18E12CC-2577-4F92-8141-A96BAAD0FD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en-US" altLang="ko-KR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Voo-ong</a:t>
            </a:r>
            <a:r>
              <a:rPr lang="ko-KR" altLang="en-US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은</a:t>
            </a:r>
            <a:r>
              <a:rPr lang="en-US" altLang="ko-KR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?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A67B7FA9-5765-44B1-85CB-5D43362AF0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algn="ctr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지혜의 상징인 부엉이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(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올빼미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)</a:t>
            </a:r>
          </a:p>
          <a:p>
            <a:pPr marL="0" indent="0" algn="ctr" latinLnBrk="0">
              <a:buNone/>
            </a:pP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+</a:t>
            </a:r>
          </a:p>
          <a:p>
            <a:pPr marL="0" indent="0" algn="ctr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영화 필름 릴</a:t>
            </a:r>
          </a:p>
        </p:txBody>
      </p:sp>
      <p:pic>
        <p:nvPicPr>
          <p:cNvPr id="18" name="내용 개체 틀 5" descr="그리기, 테이블이(가) 표시된 사진&#10;&#10;자동 생성된 설명">
            <a:extLst>
              <a:ext uri="{FF2B5EF4-FFF2-40B4-BE49-F238E27FC236}">
                <a16:creationId xmlns:a16="http://schemas.microsoft.com/office/drawing/2014/main" id="{9A453D00-1ABF-4021-91DF-02A28FBACBD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521" b="-3"/>
          <a:stretch/>
        </p:blipFill>
        <p:spPr>
          <a:xfrm>
            <a:off x="554415" y="365760"/>
            <a:ext cx="3584448" cy="3639935"/>
          </a:xfrm>
          <a:prstGeom prst="rect">
            <a:avLst/>
          </a:prstGeom>
        </p:spPr>
      </p:pic>
      <p:pic>
        <p:nvPicPr>
          <p:cNvPr id="20" name="그림 19" descr="그리기, 테이블, 거울이(가) 표시된 사진&#10;&#10;자동 생성된 설명">
            <a:extLst>
              <a:ext uri="{FF2B5EF4-FFF2-40B4-BE49-F238E27FC236}">
                <a16:creationId xmlns:a16="http://schemas.microsoft.com/office/drawing/2014/main" id="{8FBC2A67-ECC5-4A0D-A034-5394979EF9A1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32974" t="-17395" r="-32974" b="-17395"/>
          <a:stretch/>
        </p:blipFill>
        <p:spPr>
          <a:xfrm>
            <a:off x="4345915" y="365759"/>
            <a:ext cx="3584448" cy="3639312"/>
          </a:xfrm>
          <a:prstGeom prst="rect">
            <a:avLst/>
          </a:prstGeom>
        </p:spPr>
      </p:pic>
      <p:pic>
        <p:nvPicPr>
          <p:cNvPr id="22" name="그림 21" descr="부채이(가) 표시된 사진&#10;&#10;자동 생성된 설명">
            <a:extLst>
              <a:ext uri="{FF2B5EF4-FFF2-40B4-BE49-F238E27FC236}">
                <a16:creationId xmlns:a16="http://schemas.microsoft.com/office/drawing/2014/main" id="{0639A1C5-C909-45B2-B4BD-E9CF17E54E9B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-800" t="-17395" r="-800" b="-17395"/>
          <a:stretch/>
        </p:blipFill>
        <p:spPr>
          <a:xfrm>
            <a:off x="8137415" y="365759"/>
            <a:ext cx="3584448" cy="3639312"/>
          </a:xfrm>
          <a:prstGeom prst="rect">
            <a:avLst/>
          </a:prstGeom>
        </p:spPr>
      </p:pic>
      <p:sp>
        <p:nvSpPr>
          <p:cNvPr id="23" name="화살표: 오른쪽 22">
            <a:extLst>
              <a:ext uri="{FF2B5EF4-FFF2-40B4-BE49-F238E27FC236}">
                <a16:creationId xmlns:a16="http://schemas.microsoft.com/office/drawing/2014/main" id="{ABA223AF-942E-40C9-A37F-561EC766E0BA}"/>
              </a:ext>
            </a:extLst>
          </p:cNvPr>
          <p:cNvSpPr/>
          <p:nvPr/>
        </p:nvSpPr>
        <p:spPr>
          <a:xfrm>
            <a:off x="3949032" y="1832971"/>
            <a:ext cx="580862" cy="553155"/>
          </a:xfrm>
          <a:prstGeom prst="rightArrow">
            <a:avLst>
              <a:gd name="adj1" fmla="val 36642"/>
              <a:gd name="adj2" fmla="val 5167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24" name="화살표: 오른쪽 23">
            <a:extLst>
              <a:ext uri="{FF2B5EF4-FFF2-40B4-BE49-F238E27FC236}">
                <a16:creationId xmlns:a16="http://schemas.microsoft.com/office/drawing/2014/main" id="{3DE3DD9D-29BC-4609-BD20-9827AD987499}"/>
              </a:ext>
            </a:extLst>
          </p:cNvPr>
          <p:cNvSpPr/>
          <p:nvPr/>
        </p:nvSpPr>
        <p:spPr>
          <a:xfrm rot="10800000">
            <a:off x="7343649" y="1832971"/>
            <a:ext cx="580862" cy="553155"/>
          </a:xfrm>
          <a:prstGeom prst="rightArrow">
            <a:avLst>
              <a:gd name="adj1" fmla="val 36642"/>
              <a:gd name="adj2" fmla="val 51670"/>
            </a:avLst>
          </a:prstGeom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86178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2C16D84-DA2B-4A94-B1F9-715A25B6E23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ko-KR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Team 3quad </a:t>
            </a:r>
            <a:r>
              <a:rPr lang="ko-KR" altLang="en-US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구성 및 역할</a:t>
            </a:r>
          </a:p>
        </p:txBody>
      </p:sp>
      <p:graphicFrame>
        <p:nvGraphicFramePr>
          <p:cNvPr id="5" name="내용 개체 틀 2">
            <a:extLst>
              <a:ext uri="{FF2B5EF4-FFF2-40B4-BE49-F238E27FC236}">
                <a16:creationId xmlns:a16="http://schemas.microsoft.com/office/drawing/2014/main" id="{7E2D0525-4215-4147-BF3E-23BCD44D0F1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648475190"/>
              </p:ext>
            </p:extLst>
          </p:nvPr>
        </p:nvGraphicFramePr>
        <p:xfrm>
          <a:off x="838200" y="1828800"/>
          <a:ext cx="10515600" cy="435254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85019508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7FF35F4-5DFA-493D-813C-7AF82379EB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80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환경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939F9FCA-38F1-4D0E-8BDE-4FD2F39D3E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 latinLnBrk="0"/>
            <a:endParaRPr lang="en-US" altLang="ko-KR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471332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내용 개체 틀 5" descr="시계, 그리기이(가) 표시된 사진&#10;&#10;자동 생성된 설명">
            <a:extLst>
              <a:ext uri="{FF2B5EF4-FFF2-40B4-BE49-F238E27FC236}">
                <a16:creationId xmlns:a16="http://schemas.microsoft.com/office/drawing/2014/main" id="{F0E5AC36-66A6-48E5-9B78-98619B14F52B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4428" y="609631"/>
            <a:ext cx="4061178" cy="1173934"/>
          </a:xfrm>
        </p:spPr>
      </p:pic>
      <p:pic>
        <p:nvPicPr>
          <p:cNvPr id="12" name="그림 11" descr="표지판, 그리기, 음식이(가) 표시된 사진&#10;&#10;자동 생성된 설명">
            <a:extLst>
              <a:ext uri="{FF2B5EF4-FFF2-40B4-BE49-F238E27FC236}">
                <a16:creationId xmlns:a16="http://schemas.microsoft.com/office/drawing/2014/main" id="{2A34A623-D069-4119-9A35-A344C2AA7C0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3750" y="5185008"/>
            <a:ext cx="4166339" cy="1335820"/>
          </a:xfrm>
          <a:prstGeom prst="rect">
            <a:avLst/>
          </a:prstGeom>
        </p:spPr>
      </p:pic>
      <p:pic>
        <p:nvPicPr>
          <p:cNvPr id="14" name="그림 13" descr="그리기이(가) 표시된 사진&#10;&#10;자동 생성된 설명">
            <a:extLst>
              <a:ext uri="{FF2B5EF4-FFF2-40B4-BE49-F238E27FC236}">
                <a16:creationId xmlns:a16="http://schemas.microsoft.com/office/drawing/2014/main" id="{8146CE11-D62B-4F37-B6A9-C67BA7CB68D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317" y="1165057"/>
            <a:ext cx="4061178" cy="1116824"/>
          </a:xfrm>
          <a:prstGeom prst="rect">
            <a:avLst/>
          </a:prstGeom>
        </p:spPr>
      </p:pic>
      <p:pic>
        <p:nvPicPr>
          <p:cNvPr id="16" name="그림 15" descr="그리기이(가) 표시된 사진&#10;&#10;자동 생성된 설명">
            <a:extLst>
              <a:ext uri="{FF2B5EF4-FFF2-40B4-BE49-F238E27FC236}">
                <a16:creationId xmlns:a16="http://schemas.microsoft.com/office/drawing/2014/main" id="{297162E9-2668-4CFB-B124-5C273C76E18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2800" y="2145814"/>
            <a:ext cx="5583200" cy="1884330"/>
          </a:xfrm>
          <a:prstGeom prst="rect">
            <a:avLst/>
          </a:prstGeom>
        </p:spPr>
      </p:pic>
      <p:pic>
        <p:nvPicPr>
          <p:cNvPr id="18" name="그림 17" descr="앉아있는, 표지판이(가) 표시된 사진&#10;&#10;자동 생성된 설명">
            <a:extLst>
              <a:ext uri="{FF2B5EF4-FFF2-40B4-BE49-F238E27FC236}">
                <a16:creationId xmlns:a16="http://schemas.microsoft.com/office/drawing/2014/main" id="{F062B7CE-5975-421F-B2E9-3586B8F37DC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8401" y="4260949"/>
            <a:ext cx="1653850" cy="2234536"/>
          </a:xfrm>
          <a:prstGeom prst="rect">
            <a:avLst/>
          </a:prstGeom>
        </p:spPr>
      </p:pic>
      <p:pic>
        <p:nvPicPr>
          <p:cNvPr id="20" name="그림 19">
            <a:extLst>
              <a:ext uri="{FF2B5EF4-FFF2-40B4-BE49-F238E27FC236}">
                <a16:creationId xmlns:a16="http://schemas.microsoft.com/office/drawing/2014/main" id="{C9835F00-2C95-4C92-B602-5A1317B7DAF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68714" y="2429584"/>
            <a:ext cx="4314462" cy="526277"/>
          </a:xfrm>
          <a:prstGeom prst="rect">
            <a:avLst/>
          </a:prstGeom>
        </p:spPr>
      </p:pic>
      <p:pic>
        <p:nvPicPr>
          <p:cNvPr id="22" name="그림 21" descr="개체, 시계, 측정기이(가) 표시된 사진&#10;&#10;자동 생성된 설명">
            <a:extLst>
              <a:ext uri="{FF2B5EF4-FFF2-40B4-BE49-F238E27FC236}">
                <a16:creationId xmlns:a16="http://schemas.microsoft.com/office/drawing/2014/main" id="{1BF35350-85CA-497D-9631-500F70A6A2F8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50317" y="3629843"/>
            <a:ext cx="4061178" cy="1218353"/>
          </a:xfrm>
          <a:prstGeom prst="rect">
            <a:avLst/>
          </a:prstGeom>
        </p:spPr>
      </p:pic>
      <p:pic>
        <p:nvPicPr>
          <p:cNvPr id="24" name="그림 23" descr="시계이(가) 표시된 사진&#10;&#10;자동 생성된 설명">
            <a:extLst>
              <a:ext uri="{FF2B5EF4-FFF2-40B4-BE49-F238E27FC236}">
                <a16:creationId xmlns:a16="http://schemas.microsoft.com/office/drawing/2014/main" id="{E339E7EA-0D51-43AC-859F-2263BAA18F31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35141" y="5126740"/>
            <a:ext cx="4180930" cy="1046254"/>
          </a:xfrm>
          <a:prstGeom prst="rect">
            <a:avLst/>
          </a:prstGeom>
        </p:spPr>
      </p:pic>
      <p:pic>
        <p:nvPicPr>
          <p:cNvPr id="26" name="그림 25" descr="그리기이(가) 표시된 사진&#10;&#10;자동 생성된 설명">
            <a:extLst>
              <a:ext uri="{FF2B5EF4-FFF2-40B4-BE49-F238E27FC236}">
                <a16:creationId xmlns:a16="http://schemas.microsoft.com/office/drawing/2014/main" id="{94F7969B-1466-43D7-90BB-6599C8C4990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93022" y="3571108"/>
            <a:ext cx="1484246" cy="1335821"/>
          </a:xfrm>
          <a:prstGeom prst="rect">
            <a:avLst/>
          </a:prstGeom>
        </p:spPr>
      </p:pic>
      <p:pic>
        <p:nvPicPr>
          <p:cNvPr id="28" name="그림 27" descr="그리기이(가) 표시된 사진&#10;&#10;자동 생성된 설명">
            <a:extLst>
              <a:ext uri="{FF2B5EF4-FFF2-40B4-BE49-F238E27FC236}">
                <a16:creationId xmlns:a16="http://schemas.microsoft.com/office/drawing/2014/main" id="{C8FF730E-770C-4D42-BB94-12107DB07628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52208" y="339524"/>
            <a:ext cx="3344679" cy="8570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283283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BAD76F3E-3A97-486B-B402-44400A8B917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B3A72849-7998-491B-9F51-F37F5A4D8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199" y="1093788"/>
            <a:ext cx="10506455" cy="2967208"/>
          </a:xfrm>
        </p:spPr>
        <p:txBody>
          <a:bodyPr vert="horz" lIns="91440" tIns="45720" rIns="91440" bIns="45720" rtlCol="0" anchor="b">
            <a:normAutofit/>
          </a:bodyPr>
          <a:lstStyle/>
          <a:p>
            <a:pPr latinLnBrk="0"/>
            <a:r>
              <a:rPr lang="ko-KR" altLang="en-US" sz="8000" kern="1200" dirty="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과정 소개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5770B1F6-CAC7-4126-BD50-69E54DB2A8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400924" y="4619624"/>
            <a:ext cx="3946779" cy="1038225"/>
          </a:xfrm>
        </p:spPr>
        <p:txBody>
          <a:bodyPr vert="horz" lIns="91440" tIns="45720" rIns="91440" bIns="45720" rtlCol="0">
            <a:normAutofit/>
          </a:bodyPr>
          <a:lstStyle/>
          <a:p>
            <a:pPr algn="r" latinLnBrk="0"/>
            <a:endParaRPr lang="en-US" altLang="ko-KR" sz="2400" kern="1200">
              <a:solidFill>
                <a:schemeClr val="tx1"/>
              </a:solidFill>
              <a:latin typeface="+mn-lt"/>
              <a:ea typeface="+mn-ea"/>
              <a:cs typeface="+mn-cs"/>
            </a:endParaRP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91F6B52-91F4-4AEB-B6DB-29FEBCF28C8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41248" y="4331166"/>
            <a:ext cx="10506456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CD6F061-7C53-44F4-9794-953DB70A45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9346882" y="2348839"/>
            <a:ext cx="54864" cy="394677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1821293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2" name="Rectangle 23">
            <a:extLst>
              <a:ext uri="{FF2B5EF4-FFF2-40B4-BE49-F238E27FC236}">
                <a16:creationId xmlns:a16="http://schemas.microsoft.com/office/drawing/2014/main" id="{5BA49487-3FDB-4FB7-9D50-2B4F9454DA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33" name="Rectangle 25">
            <a:extLst>
              <a:ext uri="{FF2B5EF4-FFF2-40B4-BE49-F238E27FC236}">
                <a16:creationId xmlns:a16="http://schemas.microsoft.com/office/drawing/2014/main" id="{1C938212-FA12-4FF1-87C8-ACDE99D06F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4416" y="4218905"/>
            <a:ext cx="11167447" cy="2089317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CCC3FA48-B53D-4270-AC43-F620DD4079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440602"/>
            <a:ext cx="3300663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8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과정 소개</a:t>
            </a:r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E404D1A2-9F3B-47D9-BD14-B8CBF766337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721" y="365760"/>
            <a:ext cx="3539836" cy="3639935"/>
          </a:xfrm>
          <a:prstGeom prst="rect">
            <a:avLst/>
          </a:prstGeom>
        </p:spPr>
      </p:pic>
      <p:pic>
        <p:nvPicPr>
          <p:cNvPr id="10" name="그림 9" descr="스크린샷, 다른, 사진, 모니터이(가) 표시된 사진&#10;&#10;자동 생성된 설명">
            <a:extLst>
              <a:ext uri="{FF2B5EF4-FFF2-40B4-BE49-F238E27FC236}">
                <a16:creationId xmlns:a16="http://schemas.microsoft.com/office/drawing/2014/main" id="{4EEEAD8E-2327-423D-8403-579F46BD04C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95839" y="366383"/>
            <a:ext cx="3548329" cy="3639312"/>
          </a:xfrm>
          <a:prstGeom prst="rect">
            <a:avLst/>
          </a:prstGeom>
        </p:spPr>
      </p:pic>
      <p:pic>
        <p:nvPicPr>
          <p:cNvPr id="8" name="그림 7" descr="스크린샷이(가) 표시된 사진&#10;&#10;자동 생성된 설명">
            <a:extLst>
              <a:ext uri="{FF2B5EF4-FFF2-40B4-BE49-F238E27FC236}">
                <a16:creationId xmlns:a16="http://schemas.microsoft.com/office/drawing/2014/main" id="{76E9B5BF-24AA-47E2-9BD8-E8C34A042E7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63974" y="1045165"/>
            <a:ext cx="3584448" cy="2280499"/>
          </a:xfrm>
          <a:prstGeom prst="rect">
            <a:avLst/>
          </a:prstGeom>
        </p:spPr>
      </p:pic>
      <p:sp>
        <p:nvSpPr>
          <p:cNvPr id="34" name="Rectangle 27">
            <a:extLst>
              <a:ext uri="{FF2B5EF4-FFF2-40B4-BE49-F238E27FC236}">
                <a16:creationId xmlns:a16="http://schemas.microsoft.com/office/drawing/2014/main" id="{369F152D-E540-4B48-BA11-2ADF043C61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0408" y="4911519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5" name="Rectangle 29">
            <a:extLst>
              <a:ext uri="{FF2B5EF4-FFF2-40B4-BE49-F238E27FC236}">
                <a16:creationId xmlns:a16="http://schemas.microsoft.com/office/drawing/2014/main" id="{0C059F7E-04C4-4C46-9B3E-E5CE267E34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612098" y="5254418"/>
            <a:ext cx="1463040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06AF8AE-3CF9-400C-93A7-687D44A29E4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578824" y="4440602"/>
            <a:ext cx="6860184" cy="164592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머신 러닝에 필요한 데이터를 수집하기 위하여 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IMDb, </a:t>
            </a:r>
            <a:r>
              <a:rPr lang="en-US" altLang="ko-KR" sz="1800" dirty="0" err="1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MovieLens</a:t>
            </a: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있는 데이터를 이용하였다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또한 한글 서비스를 위해 네이버 영화의 정보를 크롤링하였다</a:t>
            </a:r>
            <a:r>
              <a:rPr lang="en-US" altLang="ko-KR" sz="18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01527056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7" name="Rectangle 26">
            <a:extLst>
              <a:ext uri="{FF2B5EF4-FFF2-40B4-BE49-F238E27FC236}">
                <a16:creationId xmlns:a16="http://schemas.microsoft.com/office/drawing/2014/main" id="{300346A0-9279-4B6E-A4DF-93D4D09C1BE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4716089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0B6B406C-EA72-4415-BA88-75C6699A05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816862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6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과정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FF3EF859-77C2-4909-8963-B17C2F491D2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4034" y="4909985"/>
            <a:ext cx="4939285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en-US" altLang="ko-KR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MovieLens</a:t>
            </a:r>
            <a:r>
              <a:rPr lang="ko-KR" altLang="en-US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와 </a:t>
            </a:r>
            <a:r>
              <a:rPr lang="en-US" altLang="ko-KR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IMDb</a:t>
            </a:r>
            <a:r>
              <a:rPr lang="ko-KR" altLang="en-US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에서 다운로드한 파일은 </a:t>
            </a:r>
            <a:r>
              <a:rPr lang="en-US" altLang="ko-KR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Python </a:t>
            </a:r>
            <a:r>
              <a:rPr lang="ko-KR" altLang="en-US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프로그램을 작성하여 </a:t>
            </a:r>
            <a:r>
              <a:rPr lang="en-US" altLang="ko-KR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로 적재하였다</a:t>
            </a:r>
            <a:r>
              <a:rPr lang="en-US" altLang="ko-KR" sz="2200" kern="1200">
                <a:solidFill>
                  <a:schemeClr val="tx1"/>
                </a:solidFill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8" name="그림 7" descr="스크린샷, 모니터, 화면, 전화이(가) 표시된 사진&#10;&#10;자동 생성된 설명">
            <a:extLst>
              <a:ext uri="{FF2B5EF4-FFF2-40B4-BE49-F238E27FC236}">
                <a16:creationId xmlns:a16="http://schemas.microsoft.com/office/drawing/2014/main" id="{CEF9AB71-68AF-426E-ACC2-9504C3CDE164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909" r="3" b="10343"/>
          <a:stretch/>
        </p:blipFill>
        <p:spPr>
          <a:xfrm>
            <a:off x="320040" y="301751"/>
            <a:ext cx="3703320" cy="4205471"/>
          </a:xfrm>
          <a:prstGeom prst="rect">
            <a:avLst/>
          </a:prstGeom>
        </p:spPr>
      </p:pic>
      <p:pic>
        <p:nvPicPr>
          <p:cNvPr id="6" name="내용 개체 틀 5" descr="스크린샷, 모니터, 화면, 컴퓨터이(가) 표시된 사진&#10;&#10;자동 생성된 설명">
            <a:extLst>
              <a:ext uri="{FF2B5EF4-FFF2-40B4-BE49-F238E27FC236}">
                <a16:creationId xmlns:a16="http://schemas.microsoft.com/office/drawing/2014/main" id="{8E7E550C-0151-441D-9A1A-2EC451EEB09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9414" r="-1" b="13017"/>
          <a:stretch/>
        </p:blipFill>
        <p:spPr>
          <a:xfrm>
            <a:off x="4244340" y="301751"/>
            <a:ext cx="3703320" cy="4205471"/>
          </a:xfrm>
          <a:prstGeom prst="rect">
            <a:avLst/>
          </a:prstGeom>
        </p:spPr>
      </p:pic>
      <p:pic>
        <p:nvPicPr>
          <p:cNvPr id="10" name="그림 9" descr="스크린샷, 모니터, 화면, 앉아있는이(가) 표시된 사진&#10;&#10;자동 생성된 설명">
            <a:extLst>
              <a:ext uri="{FF2B5EF4-FFF2-40B4-BE49-F238E27FC236}">
                <a16:creationId xmlns:a16="http://schemas.microsoft.com/office/drawing/2014/main" id="{6972DA53-AB13-4D7C-B4C4-A4651F15D8DA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976" r="-1" b="6532"/>
          <a:stretch/>
        </p:blipFill>
        <p:spPr>
          <a:xfrm>
            <a:off x="8165592" y="301751"/>
            <a:ext cx="3703320" cy="4205471"/>
          </a:xfrm>
          <a:prstGeom prst="rect">
            <a:avLst/>
          </a:prstGeom>
        </p:spPr>
      </p:pic>
      <p:sp>
        <p:nvSpPr>
          <p:cNvPr id="31" name="Rectangle 30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5175711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0699" y="5478551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111167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0C2F8F76-4F55-4ED5-AC3D-1714C449C8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내용 개체 틀 5" descr="스크린샷이(가) 표시된 사진&#10;&#10;자동 생성된 설명">
            <a:extLst>
              <a:ext uri="{FF2B5EF4-FFF2-40B4-BE49-F238E27FC236}">
                <a16:creationId xmlns:a16="http://schemas.microsoft.com/office/drawing/2014/main" id="{C1511E2D-418E-48C0-9E25-AD6146D55646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970" b="1"/>
          <a:stretch/>
        </p:blipFill>
        <p:spPr>
          <a:xfrm>
            <a:off x="409576" y="633619"/>
            <a:ext cx="6648449" cy="5495925"/>
          </a:xfrm>
          <a:prstGeom prst="rect">
            <a:avLst/>
          </a:prstGeom>
        </p:spPr>
      </p:pic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57F6BDD4-E066-4008-8011-6CC31AEB45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03041" y="633619"/>
            <a:ext cx="4279383" cy="5495925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56C108BA-406D-42B8-A22F-4154266019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938533" y="978619"/>
            <a:ext cx="3404594" cy="110642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2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과정 소개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711A8FB-68FC-45FC-B01E-38F809E2D4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439033" y="117043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81E2DF8-F6D8-4E5C-B76E-E082FD8C1FB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65691" y="2122470"/>
            <a:ext cx="3328416" cy="9144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760ACC44-C824-47DF-9CDB-A1BAA1C23BB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938532" y="2359152"/>
            <a:ext cx="3404594" cy="3429000"/>
          </a:xfrm>
        </p:spPr>
        <p:txBody>
          <a:bodyPr vert="horz" lIns="91440" tIns="45720" rIns="91440" bIns="45720" rtlCol="0">
            <a:normAutofit/>
          </a:bodyPr>
          <a:lstStyle/>
          <a:p>
            <a:pPr marL="0" indent="0" latinLnBrk="0">
              <a:buNone/>
            </a:pP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MySQL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적재한 데이터는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Sqoop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을 이용하여 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Hive</a:t>
            </a: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에 적재하였다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  <a:p>
            <a:pPr marL="0" indent="0" latinLnBrk="0">
              <a:buNone/>
            </a:pPr>
            <a:r>
              <a:rPr lang="ko-KR" altLang="en-US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이 데이터를 이용하여 머신 러닝에 이용할 수 있도록 처리하였다</a:t>
            </a:r>
            <a:r>
              <a:rPr lang="en-US" altLang="ko-KR" sz="17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6532358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1" name="Rectangle 20">
            <a:extLst>
              <a:ext uri="{FF2B5EF4-FFF2-40B4-BE49-F238E27FC236}">
                <a16:creationId xmlns:a16="http://schemas.microsoft.com/office/drawing/2014/main" id="{C7C16303-B0F7-417B-9E9A-38C3FF3895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0ADDB668-2CA4-4D2B-9C34-3487CA330B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1553" y="4716089"/>
            <a:ext cx="11097349" cy="1573149"/>
          </a:xfrm>
          <a:prstGeom prst="rect">
            <a:avLst/>
          </a:prstGeom>
          <a:ln w="12700">
            <a:solidFill>
              <a:srgbClr val="DEDEDE"/>
            </a:solidFill>
          </a:ln>
          <a:effectLst>
            <a:outerShdw blurRad="50800" dist="38100" dir="2700000" algn="tl" rotWithShape="0">
              <a:schemeClr val="bg2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9C1318D-9137-4049-B7B4-F4BC475755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8680" y="4816862"/>
            <a:ext cx="5001768" cy="1371600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latinLnBrk="0"/>
            <a:r>
              <a:rPr lang="ko-KR" altLang="en-US" sz="360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개발 과정 소개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B17489D5-18F5-414F-857E-6D2889A16CC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84034" y="4909985"/>
            <a:ext cx="4939285" cy="118535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0" indent="0" latinLnBrk="0">
              <a:buNone/>
            </a:pPr>
            <a:r>
              <a:rPr lang="ko-KR" altLang="en-US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여러 시도를 통하여 정확도 </a:t>
            </a:r>
            <a:r>
              <a:rPr lang="en-US" altLang="ko-KR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0.86 </a:t>
            </a:r>
            <a:r>
              <a:rPr lang="ko-KR" altLang="en-US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수준의 모델을 생성해낼 수 있었다</a:t>
            </a:r>
            <a:r>
              <a:rPr lang="en-US" altLang="ko-KR" sz="2400" dirty="0">
                <a:latin typeface="경기천년제목 Medium" panose="02020603020101020101" pitchFamily="18" charset="-127"/>
                <a:ea typeface="경기천년제목 Medium" panose="02020603020101020101" pitchFamily="18" charset="-127"/>
              </a:rPr>
              <a:t>.</a:t>
            </a:r>
          </a:p>
        </p:txBody>
      </p:sp>
      <p:pic>
        <p:nvPicPr>
          <p:cNvPr id="16" name="그림 15" descr="텍스트, 지도이(가) 표시된 사진&#10;&#10;자동 생성된 설명">
            <a:extLst>
              <a:ext uri="{FF2B5EF4-FFF2-40B4-BE49-F238E27FC236}">
                <a16:creationId xmlns:a16="http://schemas.microsoft.com/office/drawing/2014/main" id="{BF58250B-CFDE-4A57-AC72-80CB6DDD669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9348" y="2302891"/>
            <a:ext cx="3703320" cy="2413191"/>
          </a:xfrm>
          <a:prstGeom prst="rect">
            <a:avLst/>
          </a:prstGeom>
        </p:spPr>
      </p:pic>
      <p:pic>
        <p:nvPicPr>
          <p:cNvPr id="14" name="그림 13" descr="스크린샷이(가) 표시된 사진&#10;&#10;자동 생성된 설명">
            <a:extLst>
              <a:ext uri="{FF2B5EF4-FFF2-40B4-BE49-F238E27FC236}">
                <a16:creationId xmlns:a16="http://schemas.microsoft.com/office/drawing/2014/main" id="{0D2861B7-6642-4518-95FF-AB1C2399596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02016" y="2302891"/>
            <a:ext cx="3703320" cy="2413191"/>
          </a:xfrm>
          <a:prstGeom prst="rect">
            <a:avLst/>
          </a:prstGeom>
        </p:spPr>
      </p:pic>
      <p:pic>
        <p:nvPicPr>
          <p:cNvPr id="12" name="내용 개체 틀 11" descr="앉아있는, 키보드, 컴퓨터, 검은색이(가) 표시된 사진&#10;&#10;자동 생성된 설명">
            <a:extLst>
              <a:ext uri="{FF2B5EF4-FFF2-40B4-BE49-F238E27FC236}">
                <a16:creationId xmlns:a16="http://schemas.microsoft.com/office/drawing/2014/main" id="{4BD33A25-2702-4BA1-81DD-F6AAFAB7093C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96510" y="210332"/>
            <a:ext cx="9598980" cy="1991786"/>
          </a:xfrm>
          <a:prstGeom prst="rect">
            <a:avLst/>
          </a:prstGeom>
        </p:spPr>
      </p:pic>
      <p:sp>
        <p:nvSpPr>
          <p:cNvPr id="25" name="Rectangle 24">
            <a:extLst>
              <a:ext uri="{FF2B5EF4-FFF2-40B4-BE49-F238E27FC236}">
                <a16:creationId xmlns:a16="http://schemas.microsoft.com/office/drawing/2014/main" id="{2568BC19-F052-4108-93E1-6A3D1DEC07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4784" y="5175711"/>
            <a:ext cx="128016" cy="653903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D5FD337D-4D6B-4C8B-B6F5-121097E098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580699" y="5478551"/>
            <a:ext cx="1021458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47836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219</Words>
  <Application>Microsoft Office PowerPoint</Application>
  <PresentationFormat>와이드스크린</PresentationFormat>
  <Paragraphs>44</Paragraphs>
  <Slides>14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14</vt:i4>
      </vt:variant>
    </vt:vector>
  </HeadingPairs>
  <TitlesOfParts>
    <vt:vector size="19" baseType="lpstr">
      <vt:lpstr>경기천년제목 Medium</vt:lpstr>
      <vt:lpstr>Calibri</vt:lpstr>
      <vt:lpstr>Arial</vt:lpstr>
      <vt:lpstr>맑은 고딕</vt:lpstr>
      <vt:lpstr>Office 테마</vt:lpstr>
      <vt:lpstr>Voo-ong</vt:lpstr>
      <vt:lpstr>Voo-ong은?</vt:lpstr>
      <vt:lpstr>기존 추천 시스템의 문제점</vt:lpstr>
      <vt:lpstr>Voo-ong의     목표</vt:lpstr>
      <vt:lpstr>Voo-ong의     해결 방안</vt:lpstr>
      <vt:lpstr>Voo-ong은?</vt:lpstr>
      <vt:lpstr>Team 3quad 구성 및 역할</vt:lpstr>
      <vt:lpstr>개발 환경 소개</vt:lpstr>
      <vt:lpstr>PowerPoint 프레젠테이션</vt:lpstr>
      <vt:lpstr>개발 과정 소개</vt:lpstr>
      <vt:lpstr>개발 과정 소개</vt:lpstr>
      <vt:lpstr>개발 과정 소개</vt:lpstr>
      <vt:lpstr>개발 과정 소개</vt:lpstr>
      <vt:lpstr>개발 과정 소개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Voo-ong</dc:title>
  <dc:creator>동혁 임</dc:creator>
  <cp:lastModifiedBy>동혁 임</cp:lastModifiedBy>
  <cp:revision>1</cp:revision>
  <dcterms:created xsi:type="dcterms:W3CDTF">2020-06-07T14:36:58Z</dcterms:created>
  <dcterms:modified xsi:type="dcterms:W3CDTF">2020-06-08T02:59:13Z</dcterms:modified>
</cp:coreProperties>
</file>