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0"/>
  </p:notesMasterIdLst>
  <p:sldIdLst>
    <p:sldId id="256" r:id="rId2"/>
    <p:sldId id="512" r:id="rId3"/>
    <p:sldId id="513" r:id="rId4"/>
    <p:sldId id="455" r:id="rId5"/>
    <p:sldId id="458" r:id="rId6"/>
    <p:sldId id="462" r:id="rId7"/>
    <p:sldId id="463" r:id="rId8"/>
    <p:sldId id="464" r:id="rId9"/>
    <p:sldId id="394" r:id="rId10"/>
    <p:sldId id="259" r:id="rId11"/>
    <p:sldId id="501" r:id="rId12"/>
    <p:sldId id="275" r:id="rId13"/>
    <p:sldId id="261" r:id="rId14"/>
    <p:sldId id="262" r:id="rId15"/>
    <p:sldId id="509" r:id="rId16"/>
    <p:sldId id="397" r:id="rId17"/>
    <p:sldId id="265" r:id="rId18"/>
    <p:sldId id="266" r:id="rId19"/>
    <p:sldId id="267" r:id="rId20"/>
    <p:sldId id="268" r:id="rId21"/>
    <p:sldId id="269" r:id="rId22"/>
    <p:sldId id="270" r:id="rId23"/>
    <p:sldId id="276" r:id="rId24"/>
    <p:sldId id="277" r:id="rId25"/>
    <p:sldId id="279" r:id="rId26"/>
    <p:sldId id="283" r:id="rId27"/>
    <p:sldId id="284" r:id="rId28"/>
    <p:sldId id="286" r:id="rId29"/>
    <p:sldId id="287" r:id="rId30"/>
    <p:sldId id="289" r:id="rId31"/>
    <p:sldId id="290" r:id="rId32"/>
    <p:sldId id="291" r:id="rId33"/>
    <p:sldId id="293" r:id="rId34"/>
    <p:sldId id="390" r:id="rId35"/>
    <p:sldId id="294" r:id="rId36"/>
    <p:sldId id="296" r:id="rId37"/>
    <p:sldId id="298" r:id="rId38"/>
    <p:sldId id="301" r:id="rId39"/>
    <p:sldId id="302" r:id="rId40"/>
    <p:sldId id="303" r:id="rId41"/>
    <p:sldId id="304" r:id="rId42"/>
    <p:sldId id="307" r:id="rId43"/>
    <p:sldId id="308" r:id="rId44"/>
    <p:sldId id="310" r:id="rId45"/>
    <p:sldId id="311" r:id="rId46"/>
    <p:sldId id="309" r:id="rId47"/>
    <p:sldId id="312" r:id="rId48"/>
    <p:sldId id="313" r:id="rId49"/>
    <p:sldId id="314" r:id="rId50"/>
    <p:sldId id="315" r:id="rId51"/>
    <p:sldId id="316" r:id="rId52"/>
    <p:sldId id="319" r:id="rId53"/>
    <p:sldId id="320" r:id="rId54"/>
    <p:sldId id="317" r:id="rId55"/>
    <p:sldId id="318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3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9" r:id="rId73"/>
    <p:sldId id="340" r:id="rId74"/>
    <p:sldId id="341" r:id="rId75"/>
    <p:sldId id="342" r:id="rId76"/>
    <p:sldId id="343" r:id="rId77"/>
    <p:sldId id="344" r:id="rId78"/>
    <p:sldId id="345" r:id="rId79"/>
    <p:sldId id="346" r:id="rId80"/>
    <p:sldId id="347" r:id="rId81"/>
    <p:sldId id="348" r:id="rId82"/>
    <p:sldId id="349" r:id="rId83"/>
    <p:sldId id="350" r:id="rId84"/>
    <p:sldId id="391" r:id="rId85"/>
    <p:sldId id="351" r:id="rId86"/>
    <p:sldId id="352" r:id="rId87"/>
    <p:sldId id="353" r:id="rId88"/>
    <p:sldId id="354" r:id="rId89"/>
    <p:sldId id="355" r:id="rId90"/>
    <p:sldId id="356" r:id="rId91"/>
    <p:sldId id="357" r:id="rId92"/>
    <p:sldId id="358" r:id="rId93"/>
    <p:sldId id="359" r:id="rId94"/>
    <p:sldId id="360" r:id="rId95"/>
    <p:sldId id="361" r:id="rId96"/>
    <p:sldId id="362" r:id="rId97"/>
    <p:sldId id="363" r:id="rId98"/>
    <p:sldId id="364" r:id="rId99"/>
    <p:sldId id="365" r:id="rId100"/>
    <p:sldId id="366" r:id="rId101"/>
    <p:sldId id="367" r:id="rId102"/>
    <p:sldId id="368" r:id="rId103"/>
    <p:sldId id="369" r:id="rId104"/>
    <p:sldId id="370" r:id="rId105"/>
    <p:sldId id="371" r:id="rId106"/>
    <p:sldId id="372" r:id="rId107"/>
    <p:sldId id="373" r:id="rId108"/>
    <p:sldId id="374" r:id="rId109"/>
    <p:sldId id="375" r:id="rId110"/>
    <p:sldId id="376" r:id="rId111"/>
    <p:sldId id="510" r:id="rId112"/>
    <p:sldId id="378" r:id="rId113"/>
    <p:sldId id="379" r:id="rId114"/>
    <p:sldId id="380" r:id="rId115"/>
    <p:sldId id="381" r:id="rId116"/>
    <p:sldId id="382" r:id="rId117"/>
    <p:sldId id="383" r:id="rId118"/>
    <p:sldId id="384" r:id="rId119"/>
    <p:sldId id="388" r:id="rId120"/>
    <p:sldId id="387" r:id="rId121"/>
    <p:sldId id="389" r:id="rId122"/>
    <p:sldId id="395" r:id="rId123"/>
    <p:sldId id="396" r:id="rId124"/>
    <p:sldId id="398" r:id="rId125"/>
    <p:sldId id="399" r:id="rId126"/>
    <p:sldId id="400" r:id="rId127"/>
    <p:sldId id="401" r:id="rId128"/>
    <p:sldId id="402" r:id="rId129"/>
    <p:sldId id="403" r:id="rId130"/>
    <p:sldId id="404" r:id="rId131"/>
    <p:sldId id="405" r:id="rId132"/>
    <p:sldId id="406" r:id="rId133"/>
    <p:sldId id="408" r:id="rId134"/>
    <p:sldId id="410" r:id="rId135"/>
    <p:sldId id="413" r:id="rId136"/>
    <p:sldId id="417" r:id="rId137"/>
    <p:sldId id="418" r:id="rId138"/>
    <p:sldId id="419" r:id="rId139"/>
    <p:sldId id="452" r:id="rId140"/>
    <p:sldId id="453" r:id="rId141"/>
    <p:sldId id="427" r:id="rId142"/>
    <p:sldId id="429" r:id="rId143"/>
    <p:sldId id="431" r:id="rId144"/>
    <p:sldId id="432" r:id="rId145"/>
    <p:sldId id="433" r:id="rId146"/>
    <p:sldId id="434" r:id="rId147"/>
    <p:sldId id="435" r:id="rId148"/>
    <p:sldId id="436" r:id="rId149"/>
    <p:sldId id="465" r:id="rId150"/>
    <p:sldId id="441" r:id="rId151"/>
    <p:sldId id="443" r:id="rId152"/>
    <p:sldId id="444" r:id="rId153"/>
    <p:sldId id="466" r:id="rId154"/>
    <p:sldId id="467" r:id="rId155"/>
    <p:sldId id="468" r:id="rId156"/>
    <p:sldId id="392" r:id="rId157"/>
    <p:sldId id="393" r:id="rId158"/>
    <p:sldId id="469" r:id="rId159"/>
    <p:sldId id="470" r:id="rId160"/>
    <p:sldId id="471" r:id="rId161"/>
    <p:sldId id="472" r:id="rId162"/>
    <p:sldId id="479" r:id="rId163"/>
    <p:sldId id="480" r:id="rId164"/>
    <p:sldId id="474" r:id="rId165"/>
    <p:sldId id="473" r:id="rId166"/>
    <p:sldId id="475" r:id="rId167"/>
    <p:sldId id="476" r:id="rId168"/>
    <p:sldId id="477" r:id="rId169"/>
    <p:sldId id="478" r:id="rId170"/>
    <p:sldId id="481" r:id="rId171"/>
    <p:sldId id="482" r:id="rId172"/>
    <p:sldId id="483" r:id="rId173"/>
    <p:sldId id="511" r:id="rId174"/>
    <p:sldId id="485" r:id="rId175"/>
    <p:sldId id="486" r:id="rId176"/>
    <p:sldId id="487" r:id="rId177"/>
    <p:sldId id="488" r:id="rId178"/>
    <p:sldId id="489" r:id="rId179"/>
    <p:sldId id="490" r:id="rId180"/>
    <p:sldId id="491" r:id="rId181"/>
    <p:sldId id="492" r:id="rId182"/>
    <p:sldId id="493" r:id="rId183"/>
    <p:sldId id="494" r:id="rId184"/>
    <p:sldId id="499" r:id="rId185"/>
    <p:sldId id="514" r:id="rId186"/>
    <p:sldId id="515" r:id="rId187"/>
    <p:sldId id="516" r:id="rId188"/>
    <p:sldId id="517" r:id="rId189"/>
    <p:sldId id="518" r:id="rId190"/>
    <p:sldId id="519" r:id="rId191"/>
    <p:sldId id="520" r:id="rId192"/>
    <p:sldId id="521" r:id="rId193"/>
    <p:sldId id="522" r:id="rId194"/>
    <p:sldId id="523" r:id="rId195"/>
    <p:sldId id="524" r:id="rId196"/>
    <p:sldId id="525" r:id="rId197"/>
    <p:sldId id="526" r:id="rId198"/>
    <p:sldId id="527" r:id="rId199"/>
    <p:sldId id="528" r:id="rId200"/>
    <p:sldId id="529" r:id="rId201"/>
    <p:sldId id="530" r:id="rId202"/>
    <p:sldId id="531" r:id="rId203"/>
    <p:sldId id="532" r:id="rId204"/>
    <p:sldId id="533" r:id="rId205"/>
    <p:sldId id="534" r:id="rId206"/>
    <p:sldId id="535" r:id="rId207"/>
    <p:sldId id="536" r:id="rId208"/>
    <p:sldId id="537" r:id="rId209"/>
  </p:sldIdLst>
  <p:sldSz cx="12192000" cy="6858000"/>
  <p:notesSz cx="6858000" cy="9144000"/>
  <p:embeddedFontLst>
    <p:embeddedFont>
      <p:font typeface="Calibri" panose="020F0502020204030204" pitchFamily="34" charset="0"/>
      <p:regular r:id="rId211"/>
      <p:bold r:id="rId212"/>
      <p:italic r:id="rId213"/>
      <p:boldItalic r:id="rId214"/>
    </p:embeddedFont>
    <p:embeddedFont>
      <p:font typeface="경기천년제목 Medium" panose="02020603020101020101" pitchFamily="18" charset="-127"/>
      <p:regular r:id="rId215"/>
    </p:embeddedFont>
    <p:embeddedFont>
      <p:font typeface="맑은 고딕" panose="020B0503020000020004" pitchFamily="50" charset="-127"/>
      <p:regular r:id="rId216"/>
      <p:bold r:id="rId2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0B7FB-7ABD-43B7-B0BE-CF1927BF6B47}" v="6582" dt="2020-07-02T10:23:02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font" Target="fonts/font6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font" Target="fonts/font7.fntdata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presProps" Target="presProp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viewProps" Target="viewProps.xml"/><Relationship Id="rId3" Type="http://schemas.openxmlformats.org/officeDocument/2006/relationships/slide" Target="slides/slide2.xml"/><Relationship Id="rId214" Type="http://schemas.openxmlformats.org/officeDocument/2006/relationships/font" Target="fonts/font4.fntdata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notesMaster" Target="notesMasters/notesMaster1.xml"/><Relationship Id="rId215" Type="http://schemas.openxmlformats.org/officeDocument/2006/relationships/font" Target="fonts/font5.fntdata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tableStyles" Target="tableStyle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font" Target="fonts/font1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microsoft.com/office/2016/11/relationships/changesInfo" Target="changesInfos/changesInfo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font" Target="fonts/font2.fntdata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microsoft.com/office/2015/10/relationships/revisionInfo" Target="revisionInfo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혁 임" userId="879f4c796d7a5333" providerId="LiveId" clId="{99A0B7FB-7ABD-43B7-B0BE-CF1927BF6B47}"/>
    <pc:docChg chg="undo redo custSel mod addSld delSld modSld sldOrd">
      <pc:chgData name="동혁 임" userId="879f4c796d7a5333" providerId="LiveId" clId="{99A0B7FB-7ABD-43B7-B0BE-CF1927BF6B47}" dt="2020-07-02T10:23:08.632" v="83822" actId="26606"/>
      <pc:docMkLst>
        <pc:docMk/>
      </pc:docMkLst>
      <pc:sldChg chg="del ord">
        <pc:chgData name="동혁 임" userId="879f4c796d7a5333" providerId="LiveId" clId="{99A0B7FB-7ABD-43B7-B0BE-CF1927BF6B47}" dt="2020-06-06T08:43:02.297" v="38034" actId="47"/>
        <pc:sldMkLst>
          <pc:docMk/>
          <pc:sldMk cId="3193796049" sldId="257"/>
        </pc:sldMkLst>
      </pc:sldChg>
      <pc:sldChg chg="addSp delSp modSp del mod ord">
        <pc:chgData name="동혁 임" userId="879f4c796d7a5333" providerId="LiveId" clId="{99A0B7FB-7ABD-43B7-B0BE-CF1927BF6B47}" dt="2020-06-06T08:43:03.959" v="38035" actId="47"/>
        <pc:sldMkLst>
          <pc:docMk/>
          <pc:sldMk cId="2199077617" sldId="258"/>
        </pc:sldMkLst>
        <pc:spChg chg="mod">
          <ac:chgData name="동혁 임" userId="879f4c796d7a5333" providerId="LiveId" clId="{99A0B7FB-7ABD-43B7-B0BE-CF1927BF6B47}" dt="2020-06-02T07:35:39.534" v="22820" actId="26606"/>
          <ac:spMkLst>
            <pc:docMk/>
            <pc:sldMk cId="2199077617" sldId="258"/>
            <ac:spMk id="2" creationId="{D1E22BF8-A111-4F46-A0F7-BB83AFFA8D42}"/>
          </ac:spMkLst>
        </pc:spChg>
        <pc:spChg chg="mod">
          <ac:chgData name="동혁 임" userId="879f4c796d7a5333" providerId="LiveId" clId="{99A0B7FB-7ABD-43B7-B0BE-CF1927BF6B47}" dt="2020-06-02T07:35:39.534" v="22820" actId="26606"/>
          <ac:spMkLst>
            <pc:docMk/>
            <pc:sldMk cId="2199077617" sldId="258"/>
            <ac:spMk id="3" creationId="{4576B908-963E-4293-83CF-673F695503F1}"/>
          </ac:spMkLst>
        </pc:spChg>
        <pc:spChg chg="del">
          <ac:chgData name="동혁 임" userId="879f4c796d7a5333" providerId="LiveId" clId="{99A0B7FB-7ABD-43B7-B0BE-CF1927BF6B47}" dt="2020-06-02T07:35:39.534" v="22820" actId="26606"/>
          <ac:spMkLst>
            <pc:docMk/>
            <pc:sldMk cId="2199077617" sldId="258"/>
            <ac:spMk id="47" creationId="{CBB2B1F0-0DD6-4744-9A46-7A344FB48E40}"/>
          </ac:spMkLst>
        </pc:spChg>
        <pc:spChg chg="del">
          <ac:chgData name="동혁 임" userId="879f4c796d7a5333" providerId="LiveId" clId="{99A0B7FB-7ABD-43B7-B0BE-CF1927BF6B47}" dt="2020-06-02T07:35:39.534" v="22820" actId="26606"/>
          <ac:spMkLst>
            <pc:docMk/>
            <pc:sldMk cId="2199077617" sldId="258"/>
            <ac:spMk id="49" creationId="{52D502E5-F6B4-4D58-B4AE-FC466FF15EE8}"/>
          </ac:spMkLst>
        </pc:spChg>
        <pc:spChg chg="del">
          <ac:chgData name="동혁 임" userId="879f4c796d7a5333" providerId="LiveId" clId="{99A0B7FB-7ABD-43B7-B0BE-CF1927BF6B47}" dt="2020-06-02T07:35:39.534" v="22820" actId="26606"/>
          <ac:spMkLst>
            <pc:docMk/>
            <pc:sldMk cId="2199077617" sldId="258"/>
            <ac:spMk id="51" creationId="{9DECDBF4-02B6-4BB4-B65B-B8107AD6A9E8}"/>
          </ac:spMkLst>
        </pc:spChg>
        <pc:spChg chg="add">
          <ac:chgData name="동혁 임" userId="879f4c796d7a5333" providerId="LiveId" clId="{99A0B7FB-7ABD-43B7-B0BE-CF1927BF6B47}" dt="2020-06-02T07:35:39.534" v="22820" actId="26606"/>
          <ac:spMkLst>
            <pc:docMk/>
            <pc:sldMk cId="2199077617" sldId="258"/>
            <ac:spMk id="56" creationId="{A52B99F1-B2DC-437E-A8A1-A57F2F29F8D1}"/>
          </ac:spMkLst>
        </pc:spChg>
        <pc:spChg chg="add">
          <ac:chgData name="동혁 임" userId="879f4c796d7a5333" providerId="LiveId" clId="{99A0B7FB-7ABD-43B7-B0BE-CF1927BF6B47}" dt="2020-06-02T07:35:39.534" v="22820" actId="26606"/>
          <ac:spMkLst>
            <pc:docMk/>
            <pc:sldMk cId="2199077617" sldId="258"/>
            <ac:spMk id="58" creationId="{55F8BA08-3E38-4B70-B93A-74F08E092206}"/>
          </ac:spMkLst>
        </pc:spChg>
        <pc:spChg chg="add">
          <ac:chgData name="동혁 임" userId="879f4c796d7a5333" providerId="LiveId" clId="{99A0B7FB-7ABD-43B7-B0BE-CF1927BF6B47}" dt="2020-06-02T07:35:39.534" v="22820" actId="26606"/>
          <ac:spMkLst>
            <pc:docMk/>
            <pc:sldMk cId="2199077617" sldId="258"/>
            <ac:spMk id="60" creationId="{357F1B33-79AB-4A71-8CEC-4546D709B8C8}"/>
          </ac:spMkLst>
        </pc:spChg>
      </pc:sldChg>
      <pc:sldChg chg="addSp delSp modSp del mod">
        <pc:chgData name="동혁 임" userId="879f4c796d7a5333" providerId="LiveId" clId="{99A0B7FB-7ABD-43B7-B0BE-CF1927BF6B47}" dt="2020-06-07T12:45:17.859" v="64818" actId="47"/>
        <pc:sldMkLst>
          <pc:docMk/>
          <pc:sldMk cId="543766560" sldId="260"/>
        </pc:sldMkLst>
        <pc:spChg chg="mod">
          <ac:chgData name="동혁 임" userId="879f4c796d7a5333" providerId="LiveId" clId="{99A0B7FB-7ABD-43B7-B0BE-CF1927BF6B47}" dt="2020-06-07T12:39:57.221" v="64451" actId="26606"/>
          <ac:spMkLst>
            <pc:docMk/>
            <pc:sldMk cId="543766560" sldId="260"/>
            <ac:spMk id="2" creationId="{8E55F305-37E5-4964-B79F-4E3EFCC80E07}"/>
          </ac:spMkLst>
        </pc:spChg>
        <pc:spChg chg="mod ord">
          <ac:chgData name="동혁 임" userId="879f4c796d7a5333" providerId="LiveId" clId="{99A0B7FB-7ABD-43B7-B0BE-CF1927BF6B47}" dt="2020-06-07T12:39:59.215" v="64452" actId="5793"/>
          <ac:spMkLst>
            <pc:docMk/>
            <pc:sldMk cId="543766560" sldId="260"/>
            <ac:spMk id="4" creationId="{8DF45FA4-8482-43DF-85A9-7B049EBD614B}"/>
          </ac:spMkLst>
        </pc:spChg>
        <pc:spChg chg="del">
          <ac:chgData name="동혁 임" userId="879f4c796d7a5333" providerId="LiveId" clId="{99A0B7FB-7ABD-43B7-B0BE-CF1927BF6B47}" dt="2020-06-05T01:19:09.527" v="27099" actId="26606"/>
          <ac:spMkLst>
            <pc:docMk/>
            <pc:sldMk cId="543766560" sldId="260"/>
            <ac:spMk id="63" creationId="{B082622D-AAF3-4897-8629-FC918530DD86}"/>
          </ac:spMkLst>
        </pc:spChg>
        <pc:spChg chg="del">
          <ac:chgData name="동혁 임" userId="879f4c796d7a5333" providerId="LiveId" clId="{99A0B7FB-7ABD-43B7-B0BE-CF1927BF6B47}" dt="2020-06-05T01:19:09.527" v="27099" actId="26606"/>
          <ac:spMkLst>
            <pc:docMk/>
            <pc:sldMk cId="543766560" sldId="260"/>
            <ac:spMk id="66" creationId="{A7457DD9-5A45-400A-AB4B-4B4EDECA25F1}"/>
          </ac:spMkLst>
        </pc:spChg>
        <pc:spChg chg="del">
          <ac:chgData name="동혁 임" userId="879f4c796d7a5333" providerId="LiveId" clId="{99A0B7FB-7ABD-43B7-B0BE-CF1927BF6B47}" dt="2020-06-05T01:19:09.527" v="27099" actId="26606"/>
          <ac:spMkLst>
            <pc:docMk/>
            <pc:sldMk cId="543766560" sldId="260"/>
            <ac:spMk id="70" creationId="{441CF7D6-A660-431A-B0BB-140A0D5556B6}"/>
          </ac:spMkLst>
        </pc:spChg>
        <pc:spChg chg="del">
          <ac:chgData name="동혁 임" userId="879f4c796d7a5333" providerId="LiveId" clId="{99A0B7FB-7ABD-43B7-B0BE-CF1927BF6B47}" dt="2020-06-05T01:19:09.527" v="27099" actId="26606"/>
          <ac:spMkLst>
            <pc:docMk/>
            <pc:sldMk cId="543766560" sldId="260"/>
            <ac:spMk id="75" creationId="{0570A85B-3810-4F95-97B0-CBF4CCDB381C}"/>
          </ac:spMkLst>
        </pc:spChg>
        <pc:spChg chg="add del">
          <ac:chgData name="동혁 임" userId="879f4c796d7a5333" providerId="LiveId" clId="{99A0B7FB-7ABD-43B7-B0BE-CF1927BF6B47}" dt="2020-06-07T12:39:57.221" v="64451" actId="26606"/>
          <ac:spMkLst>
            <pc:docMk/>
            <pc:sldMk cId="543766560" sldId="260"/>
            <ac:spMk id="80" creationId="{4E2ED6F9-63C3-4A8D-9BB4-1EA62533B672}"/>
          </ac:spMkLst>
        </pc:spChg>
        <pc:spChg chg="add del">
          <ac:chgData name="동혁 임" userId="879f4c796d7a5333" providerId="LiveId" clId="{99A0B7FB-7ABD-43B7-B0BE-CF1927BF6B47}" dt="2020-06-07T12:39:57.221" v="64451" actId="26606"/>
          <ac:spMkLst>
            <pc:docMk/>
            <pc:sldMk cId="543766560" sldId="260"/>
            <ac:spMk id="82" creationId="{6D72081E-AD41-4FBB-B02B-698A68DBCA5E}"/>
          </ac:spMkLst>
        </pc:spChg>
        <pc:spChg chg="add del">
          <ac:chgData name="동혁 임" userId="879f4c796d7a5333" providerId="LiveId" clId="{99A0B7FB-7ABD-43B7-B0BE-CF1927BF6B47}" dt="2020-06-07T12:39:57.221" v="64451" actId="26606"/>
          <ac:spMkLst>
            <pc:docMk/>
            <pc:sldMk cId="543766560" sldId="260"/>
            <ac:spMk id="84" creationId="{716248AD-805F-41BF-9B57-FC53E5B32F98}"/>
          </ac:spMkLst>
        </pc:spChg>
        <pc:spChg chg="add del">
          <ac:chgData name="동혁 임" userId="879f4c796d7a5333" providerId="LiveId" clId="{99A0B7FB-7ABD-43B7-B0BE-CF1927BF6B47}" dt="2020-06-07T12:39:57.221" v="64451" actId="26606"/>
          <ac:spMkLst>
            <pc:docMk/>
            <pc:sldMk cId="543766560" sldId="260"/>
            <ac:spMk id="86" creationId="{1F82758F-B2B3-4F0A-BB90-4BFFEDD166D6}"/>
          </ac:spMkLst>
        </pc:spChg>
        <pc:spChg chg="add">
          <ac:chgData name="동혁 임" userId="879f4c796d7a5333" providerId="LiveId" clId="{99A0B7FB-7ABD-43B7-B0BE-CF1927BF6B47}" dt="2020-06-07T12:39:57.221" v="64451" actId="26606"/>
          <ac:spMkLst>
            <pc:docMk/>
            <pc:sldMk cId="543766560" sldId="260"/>
            <ac:spMk id="91" creationId="{632DF175-2DD8-4694-B4BB-045DCFCE730A}"/>
          </ac:spMkLst>
        </pc:spChg>
        <pc:spChg chg="add">
          <ac:chgData name="동혁 임" userId="879f4c796d7a5333" providerId="LiveId" clId="{99A0B7FB-7ABD-43B7-B0BE-CF1927BF6B47}" dt="2020-06-07T12:39:57.221" v="64451" actId="26606"/>
          <ac:spMkLst>
            <pc:docMk/>
            <pc:sldMk cId="543766560" sldId="260"/>
            <ac:spMk id="93" creationId="{9080D120-BD54-46E1-BA37-82F5E8089E90}"/>
          </ac:spMkLst>
        </pc:spChg>
        <pc:spChg chg="add">
          <ac:chgData name="동혁 임" userId="879f4c796d7a5333" providerId="LiveId" clId="{99A0B7FB-7ABD-43B7-B0BE-CF1927BF6B47}" dt="2020-06-07T12:39:57.221" v="64451" actId="26606"/>
          <ac:spMkLst>
            <pc:docMk/>
            <pc:sldMk cId="543766560" sldId="260"/>
            <ac:spMk id="95" creationId="{81D83946-74FA-498A-AC80-9926F041B5C5}"/>
          </ac:spMkLst>
        </pc:spChg>
        <pc:spChg chg="add">
          <ac:chgData name="동혁 임" userId="879f4c796d7a5333" providerId="LiveId" clId="{99A0B7FB-7ABD-43B7-B0BE-CF1927BF6B47}" dt="2020-06-07T12:39:57.221" v="64451" actId="26606"/>
          <ac:spMkLst>
            <pc:docMk/>
            <pc:sldMk cId="543766560" sldId="260"/>
            <ac:spMk id="97" creationId="{5060D983-8B52-443A-8183-2A1DE05618B5}"/>
          </ac:spMkLst>
        </pc:spChg>
        <pc:picChg chg="add mod modCrop">
          <ac:chgData name="동혁 임" userId="879f4c796d7a5333" providerId="LiveId" clId="{99A0B7FB-7ABD-43B7-B0BE-CF1927BF6B47}" dt="2020-06-07T12:40:13.396" v="64484" actId="18131"/>
          <ac:picMkLst>
            <pc:docMk/>
            <pc:sldMk cId="543766560" sldId="260"/>
            <ac:picMk id="5" creationId="{364FDD57-1CFC-4AC0-8382-272425B5AF3A}"/>
          </ac:picMkLst>
        </pc:picChg>
        <pc:picChg chg="mod modCrop">
          <ac:chgData name="동혁 임" userId="879f4c796d7a5333" providerId="LiveId" clId="{99A0B7FB-7ABD-43B7-B0BE-CF1927BF6B47}" dt="2020-06-07T12:39:57.221" v="64451" actId="26606"/>
          <ac:picMkLst>
            <pc:docMk/>
            <pc:sldMk cId="543766560" sldId="260"/>
            <ac:picMk id="6" creationId="{C79E6FC4-7871-4037-8F7B-6C34EFEEACBA}"/>
          </ac:picMkLst>
        </pc:picChg>
      </pc:sldChg>
      <pc:sldChg chg="addSp delSp modSp mod">
        <pc:chgData name="동혁 임" userId="879f4c796d7a5333" providerId="LiveId" clId="{99A0B7FB-7ABD-43B7-B0BE-CF1927BF6B47}" dt="2020-06-07T15:48:34.914" v="70420" actId="26606"/>
        <pc:sldMkLst>
          <pc:docMk/>
          <pc:sldMk cId="2951715080" sldId="261"/>
        </pc:sldMkLst>
        <pc:spChg chg="mod">
          <ac:chgData name="동혁 임" userId="879f4c796d7a5333" providerId="LiveId" clId="{99A0B7FB-7ABD-43B7-B0BE-CF1927BF6B47}" dt="2020-06-07T15:48:34.914" v="70420" actId="26606"/>
          <ac:spMkLst>
            <pc:docMk/>
            <pc:sldMk cId="2951715080" sldId="261"/>
            <ac:spMk id="4" creationId="{D86416DA-6B93-4832-84FB-F0847F3CDD2E}"/>
          </ac:spMkLst>
        </pc:spChg>
        <pc:spChg chg="mod">
          <ac:chgData name="동혁 임" userId="879f4c796d7a5333" providerId="LiveId" clId="{99A0B7FB-7ABD-43B7-B0BE-CF1927BF6B47}" dt="2020-06-07T15:48:34.914" v="70420" actId="26606"/>
          <ac:spMkLst>
            <pc:docMk/>
            <pc:sldMk cId="2951715080" sldId="261"/>
            <ac:spMk id="7" creationId="{C47D2741-80F0-48D3-9F21-2393C94B739F}"/>
          </ac:spMkLst>
        </pc:spChg>
        <pc:spChg chg="add del">
          <ac:chgData name="동혁 임" userId="879f4c796d7a5333" providerId="LiveId" clId="{99A0B7FB-7ABD-43B7-B0BE-CF1927BF6B47}" dt="2020-06-04T02:12:42.319" v="23903" actId="26606"/>
          <ac:spMkLst>
            <pc:docMk/>
            <pc:sldMk cId="2951715080" sldId="261"/>
            <ac:spMk id="114" creationId="{D1A4588A-55D5-49B8-BE41-54ACDCFF2C17}"/>
          </ac:spMkLst>
        </pc:spChg>
        <pc:spChg chg="add del">
          <ac:chgData name="동혁 임" userId="879f4c796d7a5333" providerId="LiveId" clId="{99A0B7FB-7ABD-43B7-B0BE-CF1927BF6B47}" dt="2020-06-04T02:12:42.319" v="23903" actId="26606"/>
          <ac:spMkLst>
            <pc:docMk/>
            <pc:sldMk cId="2951715080" sldId="261"/>
            <ac:spMk id="116" creationId="{F97E7EA2-EDCD-47E9-81BC-415C606D1B58}"/>
          </ac:spMkLst>
        </pc:spChg>
        <pc:spChg chg="add del">
          <ac:chgData name="동혁 임" userId="879f4c796d7a5333" providerId="LiveId" clId="{99A0B7FB-7ABD-43B7-B0BE-CF1927BF6B47}" dt="2020-06-04T02:12:17.840" v="23890" actId="26606"/>
          <ac:spMkLst>
            <pc:docMk/>
            <pc:sldMk cId="2951715080" sldId="261"/>
            <ac:spMk id="118" creationId="{E45CA849-654C-4173-AD99-B3A2528275F5}"/>
          </ac:spMkLst>
        </pc:spChg>
        <pc:spChg chg="add del">
          <ac:chgData name="동혁 임" userId="879f4c796d7a5333" providerId="LiveId" clId="{99A0B7FB-7ABD-43B7-B0BE-CF1927BF6B47}" dt="2020-06-04T02:12:17.840" v="23890" actId="26606"/>
          <ac:spMkLst>
            <pc:docMk/>
            <pc:sldMk cId="2951715080" sldId="261"/>
            <ac:spMk id="123" creationId="{3E23A947-2D45-4208-AE2B-64948C87A3EB}"/>
          </ac:spMkLst>
        </pc:spChg>
        <pc:spChg chg="add del">
          <ac:chgData name="동혁 임" userId="879f4c796d7a5333" providerId="LiveId" clId="{99A0B7FB-7ABD-43B7-B0BE-CF1927BF6B47}" dt="2020-06-04T02:12:17.840" v="23890" actId="26606"/>
          <ac:spMkLst>
            <pc:docMk/>
            <pc:sldMk cId="2951715080" sldId="261"/>
            <ac:spMk id="128" creationId="{E5BBB0F9-6A59-4D02-A9C7-A2D6516684CE}"/>
          </ac:spMkLst>
        </pc:spChg>
        <pc:spChg chg="add del">
          <ac:chgData name="동혁 임" userId="879f4c796d7a5333" providerId="LiveId" clId="{99A0B7FB-7ABD-43B7-B0BE-CF1927BF6B47}" dt="2020-06-04T02:12:21.191" v="23892" actId="26606"/>
          <ac:spMkLst>
            <pc:docMk/>
            <pc:sldMk cId="2951715080" sldId="261"/>
            <ac:spMk id="131" creationId="{D5997EA8-5EFC-40CD-A85F-C3C3BC5F9EB7}"/>
          </ac:spMkLst>
        </pc:spChg>
        <pc:spChg chg="add del">
          <ac:chgData name="동혁 임" userId="879f4c796d7a5333" providerId="LiveId" clId="{99A0B7FB-7ABD-43B7-B0BE-CF1927BF6B47}" dt="2020-06-04T02:12:21.191" v="23892" actId="26606"/>
          <ac:spMkLst>
            <pc:docMk/>
            <pc:sldMk cId="2951715080" sldId="261"/>
            <ac:spMk id="135" creationId="{1CF6A1EC-BD15-42D9-A339-A3970CF7C65A}"/>
          </ac:spMkLst>
        </pc:spChg>
        <pc:spChg chg="add del">
          <ac:chgData name="동혁 임" userId="879f4c796d7a5333" providerId="LiveId" clId="{99A0B7FB-7ABD-43B7-B0BE-CF1927BF6B47}" dt="2020-06-04T02:12:21.191" v="23892" actId="26606"/>
          <ac:spMkLst>
            <pc:docMk/>
            <pc:sldMk cId="2951715080" sldId="261"/>
            <ac:spMk id="136" creationId="{A720C27D-5C39-492B-BD68-C220C0F838AC}"/>
          </ac:spMkLst>
        </pc:spChg>
        <pc:spChg chg="add del">
          <ac:chgData name="동혁 임" userId="879f4c796d7a5333" providerId="LiveId" clId="{99A0B7FB-7ABD-43B7-B0BE-CF1927BF6B47}" dt="2020-06-04T02:12:21.191" v="23892" actId="26606"/>
          <ac:spMkLst>
            <pc:docMk/>
            <pc:sldMk cId="2951715080" sldId="261"/>
            <ac:spMk id="137" creationId="{A4F3394A-A959-460A-ACF9-5FA682C76940}"/>
          </ac:spMkLst>
        </pc:spChg>
        <pc:spChg chg="add del">
          <ac:chgData name="동혁 임" userId="879f4c796d7a5333" providerId="LiveId" clId="{99A0B7FB-7ABD-43B7-B0BE-CF1927BF6B47}" dt="2020-06-04T02:12:22.733" v="23894" actId="26606"/>
          <ac:spMkLst>
            <pc:docMk/>
            <pc:sldMk cId="2951715080" sldId="261"/>
            <ac:spMk id="139" creationId="{0C2F8F76-4F55-4ED5-AC3D-1714C449C867}"/>
          </ac:spMkLst>
        </pc:spChg>
        <pc:spChg chg="add del">
          <ac:chgData name="동혁 임" userId="879f4c796d7a5333" providerId="LiveId" clId="{99A0B7FB-7ABD-43B7-B0BE-CF1927BF6B47}" dt="2020-06-04T02:12:22.733" v="23894" actId="26606"/>
          <ac:spMkLst>
            <pc:docMk/>
            <pc:sldMk cId="2951715080" sldId="261"/>
            <ac:spMk id="140" creationId="{57F6BDD4-E066-4008-8011-6CC31AEB4556}"/>
          </ac:spMkLst>
        </pc:spChg>
        <pc:spChg chg="add del">
          <ac:chgData name="동혁 임" userId="879f4c796d7a5333" providerId="LiveId" clId="{99A0B7FB-7ABD-43B7-B0BE-CF1927BF6B47}" dt="2020-06-04T02:12:22.733" v="23894" actId="26606"/>
          <ac:spMkLst>
            <pc:docMk/>
            <pc:sldMk cId="2951715080" sldId="261"/>
            <ac:spMk id="141" creationId="{2711A8FB-68FC-45FC-B01E-38F809E2D439}"/>
          </ac:spMkLst>
        </pc:spChg>
        <pc:spChg chg="add del">
          <ac:chgData name="동혁 임" userId="879f4c796d7a5333" providerId="LiveId" clId="{99A0B7FB-7ABD-43B7-B0BE-CF1927BF6B47}" dt="2020-06-04T02:12:22.733" v="23894" actId="26606"/>
          <ac:spMkLst>
            <pc:docMk/>
            <pc:sldMk cId="2951715080" sldId="261"/>
            <ac:spMk id="142" creationId="{281E2DF8-F6D8-4E5C-B76E-E082FD8C1FBD}"/>
          </ac:spMkLst>
        </pc:spChg>
        <pc:spChg chg="add del">
          <ac:chgData name="동혁 임" userId="879f4c796d7a5333" providerId="LiveId" clId="{99A0B7FB-7ABD-43B7-B0BE-CF1927BF6B47}" dt="2020-06-04T02:12:24.398" v="23896" actId="26606"/>
          <ac:spMkLst>
            <pc:docMk/>
            <pc:sldMk cId="2951715080" sldId="261"/>
            <ac:spMk id="144" creationId="{F94AA2BD-2E3F-4B1D-8127-5744B8115311}"/>
          </ac:spMkLst>
        </pc:spChg>
        <pc:spChg chg="add del">
          <ac:chgData name="동혁 임" userId="879f4c796d7a5333" providerId="LiveId" clId="{99A0B7FB-7ABD-43B7-B0BE-CF1927BF6B47}" dt="2020-06-04T02:12:24.398" v="23896" actId="26606"/>
          <ac:spMkLst>
            <pc:docMk/>
            <pc:sldMk cId="2951715080" sldId="261"/>
            <ac:spMk id="145" creationId="{4BD02261-2DC8-4AA8-9E16-7751AE892445}"/>
          </ac:spMkLst>
        </pc:spChg>
        <pc:spChg chg="add del">
          <ac:chgData name="동혁 임" userId="879f4c796d7a5333" providerId="LiveId" clId="{99A0B7FB-7ABD-43B7-B0BE-CF1927BF6B47}" dt="2020-06-04T02:12:24.398" v="23896" actId="26606"/>
          <ac:spMkLst>
            <pc:docMk/>
            <pc:sldMk cId="2951715080" sldId="261"/>
            <ac:spMk id="146" creationId="{3D752CF2-2291-40B5-B462-C17B174C10BC}"/>
          </ac:spMkLst>
        </pc:spChg>
        <pc:spChg chg="add del">
          <ac:chgData name="동혁 임" userId="879f4c796d7a5333" providerId="LiveId" clId="{99A0B7FB-7ABD-43B7-B0BE-CF1927BF6B47}" dt="2020-06-04T02:12:28.077" v="23898" actId="26606"/>
          <ac:spMkLst>
            <pc:docMk/>
            <pc:sldMk cId="2951715080" sldId="261"/>
            <ac:spMk id="148" creationId="{84ECDE7A-6944-466D-8FFE-149A29BA6BAE}"/>
          </ac:spMkLst>
        </pc:spChg>
        <pc:spChg chg="add del">
          <ac:chgData name="동혁 임" userId="879f4c796d7a5333" providerId="LiveId" clId="{99A0B7FB-7ABD-43B7-B0BE-CF1927BF6B47}" dt="2020-06-04T02:12:28.077" v="23898" actId="26606"/>
          <ac:spMkLst>
            <pc:docMk/>
            <pc:sldMk cId="2951715080" sldId="261"/>
            <ac:spMk id="149" creationId="{B3420082-9415-44EC-802E-C77D71D59C57}"/>
          </ac:spMkLst>
        </pc:spChg>
        <pc:spChg chg="add del">
          <ac:chgData name="동혁 임" userId="879f4c796d7a5333" providerId="LiveId" clId="{99A0B7FB-7ABD-43B7-B0BE-CF1927BF6B47}" dt="2020-06-04T02:12:28.077" v="23898" actId="26606"/>
          <ac:spMkLst>
            <pc:docMk/>
            <pc:sldMk cId="2951715080" sldId="261"/>
            <ac:spMk id="150" creationId="{55A52C45-1FCB-4636-A80F-2849B8226C01}"/>
          </ac:spMkLst>
        </pc:spChg>
        <pc:spChg chg="add del">
          <ac:chgData name="동혁 임" userId="879f4c796d7a5333" providerId="LiveId" clId="{99A0B7FB-7ABD-43B7-B0BE-CF1927BF6B47}" dt="2020-06-04T02:12:28.077" v="23898" actId="26606"/>
          <ac:spMkLst>
            <pc:docMk/>
            <pc:sldMk cId="2951715080" sldId="261"/>
            <ac:spMk id="151" creationId="{768EB4DD-3704-43AD-92B3-C4E0C6EA92CB}"/>
          </ac:spMkLst>
        </pc:spChg>
        <pc:spChg chg="add del">
          <ac:chgData name="동혁 임" userId="879f4c796d7a5333" providerId="LiveId" clId="{99A0B7FB-7ABD-43B7-B0BE-CF1927BF6B47}" dt="2020-06-04T02:12:38.468" v="23900" actId="26606"/>
          <ac:spMkLst>
            <pc:docMk/>
            <pc:sldMk cId="2951715080" sldId="261"/>
            <ac:spMk id="153" creationId="{1ECAB1E8-8195-4748-BE71-FF806D86892E}"/>
          </ac:spMkLst>
        </pc:spChg>
        <pc:spChg chg="add del">
          <ac:chgData name="동혁 임" userId="879f4c796d7a5333" providerId="LiveId" clId="{99A0B7FB-7ABD-43B7-B0BE-CF1927BF6B47}" dt="2020-06-04T02:12:38.468" v="23900" actId="26606"/>
          <ac:spMkLst>
            <pc:docMk/>
            <pc:sldMk cId="2951715080" sldId="261"/>
            <ac:spMk id="154" creationId="{57F6BDD4-E066-4008-8011-6CC31AEB4556}"/>
          </ac:spMkLst>
        </pc:spChg>
        <pc:spChg chg="add del">
          <ac:chgData name="동혁 임" userId="879f4c796d7a5333" providerId="LiveId" clId="{99A0B7FB-7ABD-43B7-B0BE-CF1927BF6B47}" dt="2020-06-04T02:12:38.468" v="23900" actId="26606"/>
          <ac:spMkLst>
            <pc:docMk/>
            <pc:sldMk cId="2951715080" sldId="261"/>
            <ac:spMk id="155" creationId="{2711A8FB-68FC-45FC-B01E-38F809E2D439}"/>
          </ac:spMkLst>
        </pc:spChg>
        <pc:spChg chg="add del">
          <ac:chgData name="동혁 임" userId="879f4c796d7a5333" providerId="LiveId" clId="{99A0B7FB-7ABD-43B7-B0BE-CF1927BF6B47}" dt="2020-06-04T02:12:38.468" v="23900" actId="26606"/>
          <ac:spMkLst>
            <pc:docMk/>
            <pc:sldMk cId="2951715080" sldId="261"/>
            <ac:spMk id="156" creationId="{2A865FE3-5FC9-4049-87CF-30019C46C0F5}"/>
          </ac:spMkLst>
        </pc:spChg>
        <pc:spChg chg="add del">
          <ac:chgData name="동혁 임" userId="879f4c796d7a5333" providerId="LiveId" clId="{99A0B7FB-7ABD-43B7-B0BE-CF1927BF6B47}" dt="2020-06-04T02:12:42.311" v="23902" actId="26606"/>
          <ac:spMkLst>
            <pc:docMk/>
            <pc:sldMk cId="2951715080" sldId="261"/>
            <ac:spMk id="158" creationId="{E45CA849-654C-4173-AD99-B3A2528275F5}"/>
          </ac:spMkLst>
        </pc:spChg>
        <pc:spChg chg="add del">
          <ac:chgData name="동혁 임" userId="879f4c796d7a5333" providerId="LiveId" clId="{99A0B7FB-7ABD-43B7-B0BE-CF1927BF6B47}" dt="2020-06-04T02:12:42.311" v="23902" actId="26606"/>
          <ac:spMkLst>
            <pc:docMk/>
            <pc:sldMk cId="2951715080" sldId="261"/>
            <ac:spMk id="159" creationId="{3E23A947-2D45-4208-AE2B-64948C87A3EB}"/>
          </ac:spMkLst>
        </pc:spChg>
        <pc:spChg chg="add del">
          <ac:chgData name="동혁 임" userId="879f4c796d7a5333" providerId="LiveId" clId="{99A0B7FB-7ABD-43B7-B0BE-CF1927BF6B47}" dt="2020-06-04T02:12:42.311" v="23902" actId="26606"/>
          <ac:spMkLst>
            <pc:docMk/>
            <pc:sldMk cId="2951715080" sldId="261"/>
            <ac:spMk id="160" creationId="{E5BBB0F9-6A59-4D02-A9C7-A2D6516684CE}"/>
          </ac:spMkLst>
        </pc:spChg>
        <pc:spChg chg="add del">
          <ac:chgData name="동혁 임" userId="879f4c796d7a5333" providerId="LiveId" clId="{99A0B7FB-7ABD-43B7-B0BE-CF1927BF6B47}" dt="2020-06-04T02:13:39.033" v="24171" actId="26606"/>
          <ac:spMkLst>
            <pc:docMk/>
            <pc:sldMk cId="2951715080" sldId="261"/>
            <ac:spMk id="162" creationId="{0C2F8F76-4F55-4ED5-AC3D-1714C449C867}"/>
          </ac:spMkLst>
        </pc:spChg>
        <pc:spChg chg="add del">
          <ac:chgData name="동혁 임" userId="879f4c796d7a5333" providerId="LiveId" clId="{99A0B7FB-7ABD-43B7-B0BE-CF1927BF6B47}" dt="2020-06-04T02:13:39.033" v="24171" actId="26606"/>
          <ac:spMkLst>
            <pc:docMk/>
            <pc:sldMk cId="2951715080" sldId="261"/>
            <ac:spMk id="163" creationId="{57F6BDD4-E066-4008-8011-6CC31AEB4556}"/>
          </ac:spMkLst>
        </pc:spChg>
        <pc:spChg chg="add del">
          <ac:chgData name="동혁 임" userId="879f4c796d7a5333" providerId="LiveId" clId="{99A0B7FB-7ABD-43B7-B0BE-CF1927BF6B47}" dt="2020-06-04T02:13:39.033" v="24171" actId="26606"/>
          <ac:spMkLst>
            <pc:docMk/>
            <pc:sldMk cId="2951715080" sldId="261"/>
            <ac:spMk id="164" creationId="{2711A8FB-68FC-45FC-B01E-38F809E2D439}"/>
          </ac:spMkLst>
        </pc:spChg>
        <pc:spChg chg="add del">
          <ac:chgData name="동혁 임" userId="879f4c796d7a5333" providerId="LiveId" clId="{99A0B7FB-7ABD-43B7-B0BE-CF1927BF6B47}" dt="2020-06-04T02:13:39.033" v="24171" actId="26606"/>
          <ac:spMkLst>
            <pc:docMk/>
            <pc:sldMk cId="2951715080" sldId="261"/>
            <ac:spMk id="165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5:48:34.914" v="70420" actId="26606"/>
          <ac:spMkLst>
            <pc:docMk/>
            <pc:sldMk cId="2951715080" sldId="261"/>
            <ac:spMk id="167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5:48:34.914" v="70420" actId="26606"/>
          <ac:spMkLst>
            <pc:docMk/>
            <pc:sldMk cId="2951715080" sldId="261"/>
            <ac:spMk id="168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5:48:34.914" v="70420" actId="26606"/>
          <ac:spMkLst>
            <pc:docMk/>
            <pc:sldMk cId="2951715080" sldId="261"/>
            <ac:spMk id="169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5:48:34.914" v="70420" actId="26606"/>
          <ac:spMkLst>
            <pc:docMk/>
            <pc:sldMk cId="2951715080" sldId="261"/>
            <ac:spMk id="170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5:48:32.330" v="70416" actId="26606"/>
          <ac:spMkLst>
            <pc:docMk/>
            <pc:sldMk cId="2951715080" sldId="261"/>
            <ac:spMk id="172" creationId="{E0C28A69-9B26-45AC-AFF7-719A7A50A092}"/>
          </ac:spMkLst>
        </pc:spChg>
        <pc:spChg chg="add del">
          <ac:chgData name="동혁 임" userId="879f4c796d7a5333" providerId="LiveId" clId="{99A0B7FB-7ABD-43B7-B0BE-CF1927BF6B47}" dt="2020-06-07T15:48:32.330" v="70416" actId="26606"/>
          <ac:spMkLst>
            <pc:docMk/>
            <pc:sldMk cId="2951715080" sldId="261"/>
            <ac:spMk id="173" creationId="{33AE4636-AEEC-45D6-84D4-7AC2DA48ECF8}"/>
          </ac:spMkLst>
        </pc:spChg>
        <pc:spChg chg="add del">
          <ac:chgData name="동혁 임" userId="879f4c796d7a5333" providerId="LiveId" clId="{99A0B7FB-7ABD-43B7-B0BE-CF1927BF6B47}" dt="2020-06-07T15:48:32.330" v="70416" actId="26606"/>
          <ac:spMkLst>
            <pc:docMk/>
            <pc:sldMk cId="2951715080" sldId="261"/>
            <ac:spMk id="174" creationId="{8D9CE0F4-2EB2-4F1F-8AAC-DB3571D9FE10}"/>
          </ac:spMkLst>
        </pc:spChg>
        <pc:spChg chg="add del">
          <ac:chgData name="동혁 임" userId="879f4c796d7a5333" providerId="LiveId" clId="{99A0B7FB-7ABD-43B7-B0BE-CF1927BF6B47}" dt="2020-06-07T15:48:33.871" v="70418" actId="26606"/>
          <ac:spMkLst>
            <pc:docMk/>
            <pc:sldMk cId="2951715080" sldId="261"/>
            <ac:spMk id="175" creationId="{E0C28A69-9B26-45AC-AFF7-719A7A50A092}"/>
          </ac:spMkLst>
        </pc:spChg>
        <pc:spChg chg="add del">
          <ac:chgData name="동혁 임" userId="879f4c796d7a5333" providerId="LiveId" clId="{99A0B7FB-7ABD-43B7-B0BE-CF1927BF6B47}" dt="2020-06-07T15:48:33.871" v="70418" actId="26606"/>
          <ac:spMkLst>
            <pc:docMk/>
            <pc:sldMk cId="2951715080" sldId="261"/>
            <ac:spMk id="176" creationId="{33AE4636-AEEC-45D6-84D4-7AC2DA48ECF8}"/>
          </ac:spMkLst>
        </pc:spChg>
        <pc:spChg chg="add del">
          <ac:chgData name="동혁 임" userId="879f4c796d7a5333" providerId="LiveId" clId="{99A0B7FB-7ABD-43B7-B0BE-CF1927BF6B47}" dt="2020-06-07T15:48:33.871" v="70418" actId="26606"/>
          <ac:spMkLst>
            <pc:docMk/>
            <pc:sldMk cId="2951715080" sldId="261"/>
            <ac:spMk id="177" creationId="{8D9CE0F4-2EB2-4F1F-8AAC-DB3571D9FE10}"/>
          </ac:spMkLst>
        </pc:spChg>
        <pc:spChg chg="add del">
          <ac:chgData name="동혁 임" userId="879f4c796d7a5333" providerId="LiveId" clId="{99A0B7FB-7ABD-43B7-B0BE-CF1927BF6B47}" dt="2020-06-07T15:48:34.914" v="70420" actId="26606"/>
          <ac:spMkLst>
            <pc:docMk/>
            <pc:sldMk cId="2951715080" sldId="261"/>
            <ac:spMk id="178" creationId="{E0C28A69-9B26-45AC-AFF7-719A7A50A092}"/>
          </ac:spMkLst>
        </pc:spChg>
        <pc:spChg chg="add del">
          <ac:chgData name="동혁 임" userId="879f4c796d7a5333" providerId="LiveId" clId="{99A0B7FB-7ABD-43B7-B0BE-CF1927BF6B47}" dt="2020-06-07T15:48:34.914" v="70420" actId="26606"/>
          <ac:spMkLst>
            <pc:docMk/>
            <pc:sldMk cId="2951715080" sldId="261"/>
            <ac:spMk id="179" creationId="{33AE4636-AEEC-45D6-84D4-7AC2DA48ECF8}"/>
          </ac:spMkLst>
        </pc:spChg>
        <pc:spChg chg="add del">
          <ac:chgData name="동혁 임" userId="879f4c796d7a5333" providerId="LiveId" clId="{99A0B7FB-7ABD-43B7-B0BE-CF1927BF6B47}" dt="2020-06-07T15:48:34.914" v="70420" actId="26606"/>
          <ac:spMkLst>
            <pc:docMk/>
            <pc:sldMk cId="2951715080" sldId="261"/>
            <ac:spMk id="180" creationId="{8D9CE0F4-2EB2-4F1F-8AAC-DB3571D9FE10}"/>
          </ac:spMkLst>
        </pc:spChg>
        <pc:picChg chg="mod ord modCrop">
          <ac:chgData name="동혁 임" userId="879f4c796d7a5333" providerId="LiveId" clId="{99A0B7FB-7ABD-43B7-B0BE-CF1927BF6B47}" dt="2020-06-07T15:48:34.914" v="70420" actId="26606"/>
          <ac:picMkLst>
            <pc:docMk/>
            <pc:sldMk cId="2951715080" sldId="261"/>
            <ac:picMk id="6" creationId="{AC47E168-2721-41D2-B23F-67B62C2DFCB9}"/>
          </ac:picMkLst>
        </pc:picChg>
      </pc:sldChg>
      <pc:sldChg chg="addSp delSp modSp del mod">
        <pc:chgData name="동혁 임" userId="879f4c796d7a5333" providerId="LiveId" clId="{99A0B7FB-7ABD-43B7-B0BE-CF1927BF6B47}" dt="2020-06-04T02:19:32.625" v="25104" actId="47"/>
        <pc:sldMkLst>
          <pc:docMk/>
          <pc:sldMk cId="1049647755" sldId="263"/>
        </pc:sldMkLst>
        <pc:spChg chg="mod">
          <ac:chgData name="동혁 임" userId="879f4c796d7a5333" providerId="LiveId" clId="{99A0B7FB-7ABD-43B7-B0BE-CF1927BF6B47}" dt="2020-06-02T07:36:49.189" v="22869" actId="14100"/>
          <ac:spMkLst>
            <pc:docMk/>
            <pc:sldMk cId="1049647755" sldId="263"/>
            <ac:spMk id="2" creationId="{61944FE7-9173-4955-A5AA-CD4C9D960D94}"/>
          </ac:spMkLst>
        </pc:spChg>
        <pc:spChg chg="mod">
          <ac:chgData name="동혁 임" userId="879f4c796d7a5333" providerId="LiveId" clId="{99A0B7FB-7ABD-43B7-B0BE-CF1927BF6B47}" dt="2020-06-02T07:36:59.132" v="22870" actId="14100"/>
          <ac:spMkLst>
            <pc:docMk/>
            <pc:sldMk cId="1049647755" sldId="263"/>
            <ac:spMk id="3" creationId="{51646E36-E9DB-439F-8878-B5F3403BD936}"/>
          </ac:spMkLst>
        </pc:spChg>
        <pc:spChg chg="del">
          <ac:chgData name="동혁 임" userId="879f4c796d7a5333" providerId="LiveId" clId="{99A0B7FB-7ABD-43B7-B0BE-CF1927BF6B47}" dt="2020-06-02T07:36:37.279" v="22868" actId="26606"/>
          <ac:spMkLst>
            <pc:docMk/>
            <pc:sldMk cId="1049647755" sldId="263"/>
            <ac:spMk id="24" creationId="{CBB2B1F0-0DD6-4744-9A46-7A344FB48E40}"/>
          </ac:spMkLst>
        </pc:spChg>
        <pc:spChg chg="del">
          <ac:chgData name="동혁 임" userId="879f4c796d7a5333" providerId="LiveId" clId="{99A0B7FB-7ABD-43B7-B0BE-CF1927BF6B47}" dt="2020-06-02T07:36:37.279" v="22868" actId="26606"/>
          <ac:spMkLst>
            <pc:docMk/>
            <pc:sldMk cId="1049647755" sldId="263"/>
            <ac:spMk id="26" creationId="{52D502E5-F6B4-4D58-B4AE-FC466FF15EE8}"/>
          </ac:spMkLst>
        </pc:spChg>
        <pc:spChg chg="del">
          <ac:chgData name="동혁 임" userId="879f4c796d7a5333" providerId="LiveId" clId="{99A0B7FB-7ABD-43B7-B0BE-CF1927BF6B47}" dt="2020-06-02T07:36:37.279" v="22868" actId="26606"/>
          <ac:spMkLst>
            <pc:docMk/>
            <pc:sldMk cId="1049647755" sldId="263"/>
            <ac:spMk id="28" creationId="{9DECDBF4-02B6-4BB4-B65B-B8107AD6A9E8}"/>
          </ac:spMkLst>
        </pc:spChg>
        <pc:spChg chg="add">
          <ac:chgData name="동혁 임" userId="879f4c796d7a5333" providerId="LiveId" clId="{99A0B7FB-7ABD-43B7-B0BE-CF1927BF6B47}" dt="2020-06-02T07:36:37.279" v="22868" actId="26606"/>
          <ac:spMkLst>
            <pc:docMk/>
            <pc:sldMk cId="1049647755" sldId="263"/>
            <ac:spMk id="33" creationId="{A52B99F1-B2DC-437E-A8A1-A57F2F29F8D1}"/>
          </ac:spMkLst>
        </pc:spChg>
        <pc:spChg chg="add">
          <ac:chgData name="동혁 임" userId="879f4c796d7a5333" providerId="LiveId" clId="{99A0B7FB-7ABD-43B7-B0BE-CF1927BF6B47}" dt="2020-06-02T07:36:37.279" v="22868" actId="26606"/>
          <ac:spMkLst>
            <pc:docMk/>
            <pc:sldMk cId="1049647755" sldId="263"/>
            <ac:spMk id="35" creationId="{55F8BA08-3E38-4B70-B93A-74F08E092206}"/>
          </ac:spMkLst>
        </pc:spChg>
        <pc:spChg chg="add">
          <ac:chgData name="동혁 임" userId="879f4c796d7a5333" providerId="LiveId" clId="{99A0B7FB-7ABD-43B7-B0BE-CF1927BF6B47}" dt="2020-06-02T07:36:37.279" v="22868" actId="26606"/>
          <ac:spMkLst>
            <pc:docMk/>
            <pc:sldMk cId="1049647755" sldId="263"/>
            <ac:spMk id="37" creationId="{357F1B33-79AB-4A71-8CEC-4546D709B8C8}"/>
          </ac:spMkLst>
        </pc:spChg>
      </pc:sldChg>
      <pc:sldChg chg="addSp delSp modSp del mod">
        <pc:chgData name="동혁 임" userId="879f4c796d7a5333" providerId="LiveId" clId="{99A0B7FB-7ABD-43B7-B0BE-CF1927BF6B47}" dt="2020-06-07T13:28:45.723" v="68501" actId="47"/>
        <pc:sldMkLst>
          <pc:docMk/>
          <pc:sldMk cId="3187339711" sldId="264"/>
        </pc:sldMkLst>
        <pc:spChg chg="mod">
          <ac:chgData name="동혁 임" userId="879f4c796d7a5333" providerId="LiveId" clId="{99A0B7FB-7ABD-43B7-B0BE-CF1927BF6B47}" dt="2020-06-05T03:15:14.401" v="28335" actId="2711"/>
          <ac:spMkLst>
            <pc:docMk/>
            <pc:sldMk cId="3187339711" sldId="264"/>
            <ac:spMk id="4" creationId="{F3074928-E5CF-43B4-9203-C35C807939B9}"/>
          </ac:spMkLst>
        </pc:spChg>
        <pc:spChg chg="mod">
          <ac:chgData name="동혁 임" userId="879f4c796d7a5333" providerId="LiveId" clId="{99A0B7FB-7ABD-43B7-B0BE-CF1927BF6B47}" dt="2020-06-05T03:15:17.410" v="28337" actId="5793"/>
          <ac:spMkLst>
            <pc:docMk/>
            <pc:sldMk cId="3187339711" sldId="264"/>
            <ac:spMk id="6" creationId="{1E2A8BFF-D6AB-4EDA-9581-5A391082B812}"/>
          </ac:spMkLst>
        </pc:spChg>
        <pc:spChg chg="del">
          <ac:chgData name="동혁 임" userId="879f4c796d7a5333" providerId="LiveId" clId="{99A0B7FB-7ABD-43B7-B0BE-CF1927BF6B47}" dt="2020-06-02T07:37:21.709" v="22872" actId="26606"/>
          <ac:spMkLst>
            <pc:docMk/>
            <pc:sldMk cId="3187339711" sldId="264"/>
            <ac:spMk id="70" creationId="{2FB82883-1DC0-4BE1-A607-009095F3355A}"/>
          </ac:spMkLst>
        </pc:spChg>
        <pc:spChg chg="del">
          <ac:chgData name="동혁 임" userId="879f4c796d7a5333" providerId="LiveId" clId="{99A0B7FB-7ABD-43B7-B0BE-CF1927BF6B47}" dt="2020-06-02T07:37:21.709" v="22872" actId="26606"/>
          <ac:spMkLst>
            <pc:docMk/>
            <pc:sldMk cId="3187339711" sldId="264"/>
            <ac:spMk id="72" creationId="{A3473CF9-37EB-43E7-89EF-D2D1C53D1DAC}"/>
          </ac:spMkLst>
        </pc:spChg>
        <pc:spChg chg="del">
          <ac:chgData name="동혁 임" userId="879f4c796d7a5333" providerId="LiveId" clId="{99A0B7FB-7ABD-43B7-B0BE-CF1927BF6B47}" dt="2020-06-02T07:37:21.709" v="22872" actId="26606"/>
          <ac:spMkLst>
            <pc:docMk/>
            <pc:sldMk cId="3187339711" sldId="264"/>
            <ac:spMk id="74" creationId="{586B4EF9-43BA-4655-A6FF-1D8E21574C95}"/>
          </ac:spMkLst>
        </pc:spChg>
        <pc:spChg chg="add del">
          <ac:chgData name="동혁 임" userId="879f4c796d7a5333" providerId="LiveId" clId="{99A0B7FB-7ABD-43B7-B0BE-CF1927BF6B47}" dt="2020-06-02T07:37:43.864" v="22875" actId="26606"/>
          <ac:spMkLst>
            <pc:docMk/>
            <pc:sldMk cId="3187339711" sldId="264"/>
            <ac:spMk id="79" creationId="{D1A4588A-55D5-49B8-BE41-54ACDCFF2C17}"/>
          </ac:spMkLst>
        </pc:spChg>
        <pc:spChg chg="add del">
          <ac:chgData name="동혁 임" userId="879f4c796d7a5333" providerId="LiveId" clId="{99A0B7FB-7ABD-43B7-B0BE-CF1927BF6B47}" dt="2020-06-02T07:37:43.864" v="22875" actId="26606"/>
          <ac:spMkLst>
            <pc:docMk/>
            <pc:sldMk cId="3187339711" sldId="264"/>
            <ac:spMk id="81" creationId="{F97E7EA2-EDCD-47E9-81BC-415C606D1B58}"/>
          </ac:spMkLst>
        </pc:spChg>
        <pc:spChg chg="add del">
          <ac:chgData name="동혁 임" userId="879f4c796d7a5333" providerId="LiveId" clId="{99A0B7FB-7ABD-43B7-B0BE-CF1927BF6B47}" dt="2020-06-04T02:15:18.661" v="24222" actId="26606"/>
          <ac:spMkLst>
            <pc:docMk/>
            <pc:sldMk cId="3187339711" sldId="264"/>
            <ac:spMk id="86" creationId="{D5997EA8-5EFC-40CD-A85F-C3C3BC5F9EB7}"/>
          </ac:spMkLst>
        </pc:spChg>
        <pc:spChg chg="add del">
          <ac:chgData name="동혁 임" userId="879f4c796d7a5333" providerId="LiveId" clId="{99A0B7FB-7ABD-43B7-B0BE-CF1927BF6B47}" dt="2020-06-04T02:15:18.661" v="24222" actId="26606"/>
          <ac:spMkLst>
            <pc:docMk/>
            <pc:sldMk cId="3187339711" sldId="264"/>
            <ac:spMk id="88" creationId="{1CF6A1EC-BD15-42D9-A339-A3970CF7C65A}"/>
          </ac:spMkLst>
        </pc:spChg>
        <pc:spChg chg="add del">
          <ac:chgData name="동혁 임" userId="879f4c796d7a5333" providerId="LiveId" clId="{99A0B7FB-7ABD-43B7-B0BE-CF1927BF6B47}" dt="2020-06-04T02:15:18.661" v="24222" actId="26606"/>
          <ac:spMkLst>
            <pc:docMk/>
            <pc:sldMk cId="3187339711" sldId="264"/>
            <ac:spMk id="90" creationId="{A720C27D-5C39-492B-BD68-C220C0F838AC}"/>
          </ac:spMkLst>
        </pc:spChg>
        <pc:spChg chg="add del">
          <ac:chgData name="동혁 임" userId="879f4c796d7a5333" providerId="LiveId" clId="{99A0B7FB-7ABD-43B7-B0BE-CF1927BF6B47}" dt="2020-06-04T02:15:18.661" v="24222" actId="26606"/>
          <ac:spMkLst>
            <pc:docMk/>
            <pc:sldMk cId="3187339711" sldId="264"/>
            <ac:spMk id="92" creationId="{A4F3394A-A959-460A-ACF9-5FA682C76940}"/>
          </ac:spMkLst>
        </pc:spChg>
        <pc:spChg chg="add del">
          <ac:chgData name="동혁 임" userId="879f4c796d7a5333" providerId="LiveId" clId="{99A0B7FB-7ABD-43B7-B0BE-CF1927BF6B47}" dt="2020-06-04T02:17:12.856" v="24745" actId="26606"/>
          <ac:spMkLst>
            <pc:docMk/>
            <pc:sldMk cId="3187339711" sldId="264"/>
            <ac:spMk id="97" creationId="{0C2F8F76-4F55-4ED5-AC3D-1714C449C867}"/>
          </ac:spMkLst>
        </pc:spChg>
        <pc:spChg chg="add del">
          <ac:chgData name="동혁 임" userId="879f4c796d7a5333" providerId="LiveId" clId="{99A0B7FB-7ABD-43B7-B0BE-CF1927BF6B47}" dt="2020-06-04T02:17:12.856" v="24745" actId="26606"/>
          <ac:spMkLst>
            <pc:docMk/>
            <pc:sldMk cId="3187339711" sldId="264"/>
            <ac:spMk id="99" creationId="{57F6BDD4-E066-4008-8011-6CC31AEB4556}"/>
          </ac:spMkLst>
        </pc:spChg>
        <pc:spChg chg="add del">
          <ac:chgData name="동혁 임" userId="879f4c796d7a5333" providerId="LiveId" clId="{99A0B7FB-7ABD-43B7-B0BE-CF1927BF6B47}" dt="2020-06-04T02:17:12.856" v="24745" actId="26606"/>
          <ac:spMkLst>
            <pc:docMk/>
            <pc:sldMk cId="3187339711" sldId="264"/>
            <ac:spMk id="101" creationId="{2711A8FB-68FC-45FC-B01E-38F809E2D439}"/>
          </ac:spMkLst>
        </pc:spChg>
        <pc:spChg chg="add del">
          <ac:chgData name="동혁 임" userId="879f4c796d7a5333" providerId="LiveId" clId="{99A0B7FB-7ABD-43B7-B0BE-CF1927BF6B47}" dt="2020-06-04T02:17:12.856" v="24745" actId="26606"/>
          <ac:spMkLst>
            <pc:docMk/>
            <pc:sldMk cId="3187339711" sldId="264"/>
            <ac:spMk id="103" creationId="{281E2DF8-F6D8-4E5C-B76E-E082FD8C1FBD}"/>
          </ac:spMkLst>
        </pc:spChg>
        <pc:spChg chg="add del">
          <ac:chgData name="동혁 임" userId="879f4c796d7a5333" providerId="LiveId" clId="{99A0B7FB-7ABD-43B7-B0BE-CF1927BF6B47}" dt="2020-06-05T03:15:07.980" v="28334" actId="26606"/>
          <ac:spMkLst>
            <pc:docMk/>
            <pc:sldMk cId="3187339711" sldId="264"/>
            <ac:spMk id="108" creationId="{0C2F8F76-4F55-4ED5-AC3D-1714C449C867}"/>
          </ac:spMkLst>
        </pc:spChg>
        <pc:spChg chg="add del">
          <ac:chgData name="동혁 임" userId="879f4c796d7a5333" providerId="LiveId" clId="{99A0B7FB-7ABD-43B7-B0BE-CF1927BF6B47}" dt="2020-06-05T03:15:07.980" v="28334" actId="26606"/>
          <ac:spMkLst>
            <pc:docMk/>
            <pc:sldMk cId="3187339711" sldId="264"/>
            <ac:spMk id="110" creationId="{57F6BDD4-E066-4008-8011-6CC31AEB4556}"/>
          </ac:spMkLst>
        </pc:spChg>
        <pc:spChg chg="add del">
          <ac:chgData name="동혁 임" userId="879f4c796d7a5333" providerId="LiveId" clId="{99A0B7FB-7ABD-43B7-B0BE-CF1927BF6B47}" dt="2020-06-05T03:15:07.980" v="28334" actId="26606"/>
          <ac:spMkLst>
            <pc:docMk/>
            <pc:sldMk cId="3187339711" sldId="264"/>
            <ac:spMk id="112" creationId="{2711A8FB-68FC-45FC-B01E-38F809E2D439}"/>
          </ac:spMkLst>
        </pc:spChg>
        <pc:spChg chg="add del">
          <ac:chgData name="동혁 임" userId="879f4c796d7a5333" providerId="LiveId" clId="{99A0B7FB-7ABD-43B7-B0BE-CF1927BF6B47}" dt="2020-06-05T03:15:07.980" v="28334" actId="26606"/>
          <ac:spMkLst>
            <pc:docMk/>
            <pc:sldMk cId="3187339711" sldId="264"/>
            <ac:spMk id="114" creationId="{281E2DF8-F6D8-4E5C-B76E-E082FD8C1FBD}"/>
          </ac:spMkLst>
        </pc:spChg>
        <pc:spChg chg="add">
          <ac:chgData name="동혁 임" userId="879f4c796d7a5333" providerId="LiveId" clId="{99A0B7FB-7ABD-43B7-B0BE-CF1927BF6B47}" dt="2020-06-05T03:15:07.980" v="28334" actId="26606"/>
          <ac:spMkLst>
            <pc:docMk/>
            <pc:sldMk cId="3187339711" sldId="264"/>
            <ac:spMk id="119" creationId="{0C2F8F76-4F55-4ED5-AC3D-1714C449C867}"/>
          </ac:spMkLst>
        </pc:spChg>
        <pc:spChg chg="add">
          <ac:chgData name="동혁 임" userId="879f4c796d7a5333" providerId="LiveId" clId="{99A0B7FB-7ABD-43B7-B0BE-CF1927BF6B47}" dt="2020-06-05T03:15:07.980" v="28334" actId="26606"/>
          <ac:spMkLst>
            <pc:docMk/>
            <pc:sldMk cId="3187339711" sldId="264"/>
            <ac:spMk id="121" creationId="{57F6BDD4-E066-4008-8011-6CC31AEB4556}"/>
          </ac:spMkLst>
        </pc:spChg>
        <pc:spChg chg="add">
          <ac:chgData name="동혁 임" userId="879f4c796d7a5333" providerId="LiveId" clId="{99A0B7FB-7ABD-43B7-B0BE-CF1927BF6B47}" dt="2020-06-05T03:15:07.980" v="28334" actId="26606"/>
          <ac:spMkLst>
            <pc:docMk/>
            <pc:sldMk cId="3187339711" sldId="264"/>
            <ac:spMk id="123" creationId="{2711A8FB-68FC-45FC-B01E-38F809E2D439}"/>
          </ac:spMkLst>
        </pc:spChg>
        <pc:spChg chg="add">
          <ac:chgData name="동혁 임" userId="879f4c796d7a5333" providerId="LiveId" clId="{99A0B7FB-7ABD-43B7-B0BE-CF1927BF6B47}" dt="2020-06-05T03:15:07.980" v="28334" actId="26606"/>
          <ac:spMkLst>
            <pc:docMk/>
            <pc:sldMk cId="3187339711" sldId="264"/>
            <ac:spMk id="125" creationId="{281E2DF8-F6D8-4E5C-B76E-E082FD8C1FBD}"/>
          </ac:spMkLst>
        </pc:spChg>
        <pc:picChg chg="mod modCrop">
          <ac:chgData name="동혁 임" userId="879f4c796d7a5333" providerId="LiveId" clId="{99A0B7FB-7ABD-43B7-B0BE-CF1927BF6B47}" dt="2020-06-05T03:15:07.980" v="28334" actId="26606"/>
          <ac:picMkLst>
            <pc:docMk/>
            <pc:sldMk cId="3187339711" sldId="264"/>
            <ac:picMk id="24" creationId="{8C2B92BA-DD07-4DAE-B763-130EBF203674}"/>
          </ac:picMkLst>
        </pc:picChg>
      </pc:sldChg>
      <pc:sldChg chg="addSp delSp modSp mod">
        <pc:chgData name="동혁 임" userId="879f4c796d7a5333" providerId="LiveId" clId="{99A0B7FB-7ABD-43B7-B0BE-CF1927BF6B47}" dt="2020-06-07T15:48:50.447" v="70425" actId="5793"/>
        <pc:sldMkLst>
          <pc:docMk/>
          <pc:sldMk cId="2187519936" sldId="265"/>
        </pc:sldMkLst>
        <pc:spChg chg="mod">
          <ac:chgData name="동혁 임" userId="879f4c796d7a5333" providerId="LiveId" clId="{99A0B7FB-7ABD-43B7-B0BE-CF1927BF6B47}" dt="2020-06-07T15:48:48.226" v="70422" actId="2711"/>
          <ac:spMkLst>
            <pc:docMk/>
            <pc:sldMk cId="2187519936" sldId="265"/>
            <ac:spMk id="2" creationId="{4FDE90FB-227F-460D-839B-B1E3F5CFDAB8}"/>
          </ac:spMkLst>
        </pc:spChg>
        <pc:spChg chg="mod">
          <ac:chgData name="동혁 임" userId="879f4c796d7a5333" providerId="LiveId" clId="{99A0B7FB-7ABD-43B7-B0BE-CF1927BF6B47}" dt="2020-06-07T15:48:50.447" v="70425" actId="5793"/>
          <ac:spMkLst>
            <pc:docMk/>
            <pc:sldMk cId="2187519936" sldId="265"/>
            <ac:spMk id="4" creationId="{6C4B0C9E-BC72-4D6B-92DE-6CE400DD5118}"/>
          </ac:spMkLst>
        </pc:spChg>
        <pc:spChg chg="del">
          <ac:chgData name="동혁 임" userId="879f4c796d7a5333" providerId="LiveId" clId="{99A0B7FB-7ABD-43B7-B0BE-CF1927BF6B47}" dt="2020-06-04T02:18:02.739" v="24782" actId="26606"/>
          <ac:spMkLst>
            <pc:docMk/>
            <pc:sldMk cId="2187519936" sldId="265"/>
            <ac:spMk id="56" creationId="{E0B3B37B-5EEE-4DC4-802A-66F9A2C94B7D}"/>
          </ac:spMkLst>
        </pc:spChg>
        <pc:spChg chg="del">
          <ac:chgData name="동혁 임" userId="879f4c796d7a5333" providerId="LiveId" clId="{99A0B7FB-7ABD-43B7-B0BE-CF1927BF6B47}" dt="2020-06-04T02:18:02.739" v="24782" actId="26606"/>
          <ac:spMkLst>
            <pc:docMk/>
            <pc:sldMk cId="2187519936" sldId="265"/>
            <ac:spMk id="58" creationId="{494CEDA0-FD8E-491B-8792-69F93BDA3937}"/>
          </ac:spMkLst>
        </pc:spChg>
        <pc:spChg chg="del">
          <ac:chgData name="동혁 임" userId="879f4c796d7a5333" providerId="LiveId" clId="{99A0B7FB-7ABD-43B7-B0BE-CF1927BF6B47}" dt="2020-06-04T02:18:02.739" v="24782" actId="26606"/>
          <ac:spMkLst>
            <pc:docMk/>
            <pc:sldMk cId="2187519936" sldId="265"/>
            <ac:spMk id="60" creationId="{0FD3EBBB-DFE8-4525-B1BF-BE7BBC8DFA7C}"/>
          </ac:spMkLst>
        </pc:spChg>
        <pc:spChg chg="del">
          <ac:chgData name="동혁 임" userId="879f4c796d7a5333" providerId="LiveId" clId="{99A0B7FB-7ABD-43B7-B0BE-CF1927BF6B47}" dt="2020-06-04T02:18:02.739" v="24782" actId="26606"/>
          <ac:spMkLst>
            <pc:docMk/>
            <pc:sldMk cId="2187519936" sldId="265"/>
            <ac:spMk id="62" creationId="{A9362A14-6FB8-4FFC-AAA0-2E5AFF8A8D36}"/>
          </ac:spMkLst>
        </pc:spChg>
        <pc:spChg chg="add del">
          <ac:chgData name="동혁 임" userId="879f4c796d7a5333" providerId="LiveId" clId="{99A0B7FB-7ABD-43B7-B0BE-CF1927BF6B47}" dt="2020-06-04T02:18:12.983" v="24784" actId="26606"/>
          <ac:spMkLst>
            <pc:docMk/>
            <pc:sldMk cId="2187519936" sldId="265"/>
            <ac:spMk id="67" creationId="{0C2F8F76-4F55-4ED5-AC3D-1714C449C867}"/>
          </ac:spMkLst>
        </pc:spChg>
        <pc:spChg chg="add del">
          <ac:chgData name="동혁 임" userId="879f4c796d7a5333" providerId="LiveId" clId="{99A0B7FB-7ABD-43B7-B0BE-CF1927BF6B47}" dt="2020-06-04T02:18:12.983" v="24784" actId="26606"/>
          <ac:spMkLst>
            <pc:docMk/>
            <pc:sldMk cId="2187519936" sldId="265"/>
            <ac:spMk id="69" creationId="{57F6BDD4-E066-4008-8011-6CC31AEB4556}"/>
          </ac:spMkLst>
        </pc:spChg>
        <pc:spChg chg="add del">
          <ac:chgData name="동혁 임" userId="879f4c796d7a5333" providerId="LiveId" clId="{99A0B7FB-7ABD-43B7-B0BE-CF1927BF6B47}" dt="2020-06-04T02:18:12.983" v="24784" actId="26606"/>
          <ac:spMkLst>
            <pc:docMk/>
            <pc:sldMk cId="2187519936" sldId="265"/>
            <ac:spMk id="71" creationId="{2711A8FB-68FC-45FC-B01E-38F809E2D439}"/>
          </ac:spMkLst>
        </pc:spChg>
        <pc:spChg chg="add del">
          <ac:chgData name="동혁 임" userId="879f4c796d7a5333" providerId="LiveId" clId="{99A0B7FB-7ABD-43B7-B0BE-CF1927BF6B47}" dt="2020-06-04T02:18:12.983" v="24784" actId="26606"/>
          <ac:spMkLst>
            <pc:docMk/>
            <pc:sldMk cId="2187519936" sldId="265"/>
            <ac:spMk id="73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5:48:44.495" v="70421" actId="26606"/>
          <ac:spMkLst>
            <pc:docMk/>
            <pc:sldMk cId="2187519936" sldId="265"/>
            <ac:spMk id="78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5:48:44.495" v="70421" actId="26606"/>
          <ac:spMkLst>
            <pc:docMk/>
            <pc:sldMk cId="2187519936" sldId="265"/>
            <ac:spMk id="80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5:48:44.495" v="70421" actId="26606"/>
          <ac:spMkLst>
            <pc:docMk/>
            <pc:sldMk cId="2187519936" sldId="265"/>
            <ac:spMk id="82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5:48:44.495" v="70421" actId="26606"/>
          <ac:spMkLst>
            <pc:docMk/>
            <pc:sldMk cId="2187519936" sldId="265"/>
            <ac:spMk id="84" creationId="{281E2DF8-F6D8-4E5C-B76E-E082FD8C1FBD}"/>
          </ac:spMkLst>
        </pc:spChg>
        <pc:spChg chg="add">
          <ac:chgData name="동혁 임" userId="879f4c796d7a5333" providerId="LiveId" clId="{99A0B7FB-7ABD-43B7-B0BE-CF1927BF6B47}" dt="2020-06-07T15:48:44.495" v="70421" actId="26606"/>
          <ac:spMkLst>
            <pc:docMk/>
            <pc:sldMk cId="2187519936" sldId="265"/>
            <ac:spMk id="89" creationId="{E0C28A69-9B26-45AC-AFF7-719A7A50A092}"/>
          </ac:spMkLst>
        </pc:spChg>
        <pc:spChg chg="add">
          <ac:chgData name="동혁 임" userId="879f4c796d7a5333" providerId="LiveId" clId="{99A0B7FB-7ABD-43B7-B0BE-CF1927BF6B47}" dt="2020-06-07T15:48:44.495" v="70421" actId="26606"/>
          <ac:spMkLst>
            <pc:docMk/>
            <pc:sldMk cId="2187519936" sldId="265"/>
            <ac:spMk id="91" creationId="{33AE4636-AEEC-45D6-84D4-7AC2DA48ECF8}"/>
          </ac:spMkLst>
        </pc:spChg>
        <pc:spChg chg="add">
          <ac:chgData name="동혁 임" userId="879f4c796d7a5333" providerId="LiveId" clId="{99A0B7FB-7ABD-43B7-B0BE-CF1927BF6B47}" dt="2020-06-07T15:48:44.495" v="70421" actId="26606"/>
          <ac:spMkLst>
            <pc:docMk/>
            <pc:sldMk cId="2187519936" sldId="265"/>
            <ac:spMk id="93" creationId="{8D9CE0F4-2EB2-4F1F-8AAC-DB3571D9FE10}"/>
          </ac:spMkLst>
        </pc:spChg>
        <pc:picChg chg="mod ord">
          <ac:chgData name="동혁 임" userId="879f4c796d7a5333" providerId="LiveId" clId="{99A0B7FB-7ABD-43B7-B0BE-CF1927BF6B47}" dt="2020-06-07T15:48:44.495" v="70421" actId="26606"/>
          <ac:picMkLst>
            <pc:docMk/>
            <pc:sldMk cId="2187519936" sldId="265"/>
            <ac:picMk id="6" creationId="{256213B0-8585-4E6E-AEA6-47E8057C1743}"/>
          </ac:picMkLst>
        </pc:picChg>
      </pc:sldChg>
      <pc:sldChg chg="addSp delSp modSp mod">
        <pc:chgData name="동혁 임" userId="879f4c796d7a5333" providerId="LiveId" clId="{99A0B7FB-7ABD-43B7-B0BE-CF1927BF6B47}" dt="2020-06-05T03:15:53.690" v="28341" actId="26606"/>
        <pc:sldMkLst>
          <pc:docMk/>
          <pc:sldMk cId="3180869888" sldId="266"/>
        </pc:sldMkLst>
        <pc:spChg chg="mod">
          <ac:chgData name="동혁 임" userId="879f4c796d7a5333" providerId="LiveId" clId="{99A0B7FB-7ABD-43B7-B0BE-CF1927BF6B47}" dt="2020-06-05T03:15:53.690" v="28341" actId="26606"/>
          <ac:spMkLst>
            <pc:docMk/>
            <pc:sldMk cId="3180869888" sldId="266"/>
            <ac:spMk id="2" creationId="{203AE642-2390-4283-B856-4043403027D3}"/>
          </ac:spMkLst>
        </pc:spChg>
        <pc:spChg chg="mod">
          <ac:chgData name="동혁 임" userId="879f4c796d7a5333" providerId="LiveId" clId="{99A0B7FB-7ABD-43B7-B0BE-CF1927BF6B47}" dt="2020-06-05T03:15:53.690" v="28341" actId="26606"/>
          <ac:spMkLst>
            <pc:docMk/>
            <pc:sldMk cId="3180869888" sldId="266"/>
            <ac:spMk id="4" creationId="{1E13EFB0-3155-4386-9ABC-E6DB312DA6E7}"/>
          </ac:spMkLst>
        </pc:spChg>
        <pc:spChg chg="del">
          <ac:chgData name="동혁 임" userId="879f4c796d7a5333" providerId="LiveId" clId="{99A0B7FB-7ABD-43B7-B0BE-CF1927BF6B47}" dt="2020-06-04T02:20:15.360" v="25109" actId="26606"/>
          <ac:spMkLst>
            <pc:docMk/>
            <pc:sldMk cId="3180869888" sldId="266"/>
            <ac:spMk id="37" creationId="{D1A4588A-55D5-49B8-BE41-54ACDCFF2C17}"/>
          </ac:spMkLst>
        </pc:spChg>
        <pc:spChg chg="del">
          <ac:chgData name="동혁 임" userId="879f4c796d7a5333" providerId="LiveId" clId="{99A0B7FB-7ABD-43B7-B0BE-CF1927BF6B47}" dt="2020-06-04T02:20:15.360" v="25109" actId="26606"/>
          <ac:spMkLst>
            <pc:docMk/>
            <pc:sldMk cId="3180869888" sldId="266"/>
            <ac:spMk id="38" creationId="{F97E7EA2-EDCD-47E9-81BC-415C606D1B58}"/>
          </ac:spMkLst>
        </pc:spChg>
        <pc:spChg chg="add del">
          <ac:chgData name="동혁 임" userId="879f4c796d7a5333" providerId="LiveId" clId="{99A0B7FB-7ABD-43B7-B0BE-CF1927BF6B47}" dt="2020-06-04T02:21:18.336" v="25377" actId="26606"/>
          <ac:spMkLst>
            <pc:docMk/>
            <pc:sldMk cId="3180869888" sldId="266"/>
            <ac:spMk id="43" creationId="{D1A4588A-55D5-49B8-BE41-54ACDCFF2C17}"/>
          </ac:spMkLst>
        </pc:spChg>
        <pc:spChg chg="add del">
          <ac:chgData name="동혁 임" userId="879f4c796d7a5333" providerId="LiveId" clId="{99A0B7FB-7ABD-43B7-B0BE-CF1927BF6B47}" dt="2020-06-04T02:21:18.336" v="25377" actId="26606"/>
          <ac:spMkLst>
            <pc:docMk/>
            <pc:sldMk cId="3180869888" sldId="266"/>
            <ac:spMk id="45" creationId="{F97E7EA2-EDCD-47E9-81BC-415C606D1B58}"/>
          </ac:spMkLst>
        </pc:spChg>
        <pc:spChg chg="add del">
          <ac:chgData name="동혁 임" userId="879f4c796d7a5333" providerId="LiveId" clId="{99A0B7FB-7ABD-43B7-B0BE-CF1927BF6B47}" dt="2020-06-05T03:15:53.690" v="28341" actId="26606"/>
          <ac:spMkLst>
            <pc:docMk/>
            <pc:sldMk cId="3180869888" sldId="266"/>
            <ac:spMk id="50" creationId="{D1A4588A-55D5-49B8-BE41-54ACDCFF2C17}"/>
          </ac:spMkLst>
        </pc:spChg>
        <pc:spChg chg="add del">
          <ac:chgData name="동혁 임" userId="879f4c796d7a5333" providerId="LiveId" clId="{99A0B7FB-7ABD-43B7-B0BE-CF1927BF6B47}" dt="2020-06-05T03:15:53.690" v="28341" actId="26606"/>
          <ac:spMkLst>
            <pc:docMk/>
            <pc:sldMk cId="3180869888" sldId="266"/>
            <ac:spMk id="52" creationId="{F97E7EA2-EDCD-47E9-81BC-415C606D1B58}"/>
          </ac:spMkLst>
        </pc:spChg>
        <pc:spChg chg="add del">
          <ac:chgData name="동혁 임" userId="879f4c796d7a5333" providerId="LiveId" clId="{99A0B7FB-7ABD-43B7-B0BE-CF1927BF6B47}" dt="2020-06-05T03:15:48.382" v="28339" actId="26606"/>
          <ac:spMkLst>
            <pc:docMk/>
            <pc:sldMk cId="3180869888" sldId="266"/>
            <ac:spMk id="57" creationId="{84ECDE7A-6944-466D-8FFE-149A29BA6BAE}"/>
          </ac:spMkLst>
        </pc:spChg>
        <pc:spChg chg="add del">
          <ac:chgData name="동혁 임" userId="879f4c796d7a5333" providerId="LiveId" clId="{99A0B7FB-7ABD-43B7-B0BE-CF1927BF6B47}" dt="2020-06-05T03:15:48.382" v="28339" actId="26606"/>
          <ac:spMkLst>
            <pc:docMk/>
            <pc:sldMk cId="3180869888" sldId="266"/>
            <ac:spMk id="59" creationId="{B3420082-9415-44EC-802E-C77D71D59C57}"/>
          </ac:spMkLst>
        </pc:spChg>
        <pc:spChg chg="add del">
          <ac:chgData name="동혁 임" userId="879f4c796d7a5333" providerId="LiveId" clId="{99A0B7FB-7ABD-43B7-B0BE-CF1927BF6B47}" dt="2020-06-05T03:15:48.382" v="28339" actId="26606"/>
          <ac:spMkLst>
            <pc:docMk/>
            <pc:sldMk cId="3180869888" sldId="266"/>
            <ac:spMk id="61" creationId="{55A52C45-1FCB-4636-A80F-2849B8226C01}"/>
          </ac:spMkLst>
        </pc:spChg>
        <pc:spChg chg="add del">
          <ac:chgData name="동혁 임" userId="879f4c796d7a5333" providerId="LiveId" clId="{99A0B7FB-7ABD-43B7-B0BE-CF1927BF6B47}" dt="2020-06-05T03:15:48.382" v="28339" actId="26606"/>
          <ac:spMkLst>
            <pc:docMk/>
            <pc:sldMk cId="3180869888" sldId="266"/>
            <ac:spMk id="63" creationId="{768EB4DD-3704-43AD-92B3-C4E0C6EA92CB}"/>
          </ac:spMkLst>
        </pc:spChg>
        <pc:spChg chg="add del">
          <ac:chgData name="동혁 임" userId="879f4c796d7a5333" providerId="LiveId" clId="{99A0B7FB-7ABD-43B7-B0BE-CF1927BF6B47}" dt="2020-06-05T03:15:53.690" v="28341" actId="26606"/>
          <ac:spMkLst>
            <pc:docMk/>
            <pc:sldMk cId="3180869888" sldId="266"/>
            <ac:spMk id="65" creationId="{0C2F8F76-4F55-4ED5-AC3D-1714C449C867}"/>
          </ac:spMkLst>
        </pc:spChg>
        <pc:spChg chg="add del">
          <ac:chgData name="동혁 임" userId="879f4c796d7a5333" providerId="LiveId" clId="{99A0B7FB-7ABD-43B7-B0BE-CF1927BF6B47}" dt="2020-06-05T03:15:53.690" v="28341" actId="26606"/>
          <ac:spMkLst>
            <pc:docMk/>
            <pc:sldMk cId="3180869888" sldId="266"/>
            <ac:spMk id="66" creationId="{57F6BDD4-E066-4008-8011-6CC31AEB4556}"/>
          </ac:spMkLst>
        </pc:spChg>
        <pc:spChg chg="add del">
          <ac:chgData name="동혁 임" userId="879f4c796d7a5333" providerId="LiveId" clId="{99A0B7FB-7ABD-43B7-B0BE-CF1927BF6B47}" dt="2020-06-05T03:15:53.690" v="28341" actId="26606"/>
          <ac:spMkLst>
            <pc:docMk/>
            <pc:sldMk cId="3180869888" sldId="266"/>
            <ac:spMk id="67" creationId="{2711A8FB-68FC-45FC-B01E-38F809E2D439}"/>
          </ac:spMkLst>
        </pc:spChg>
        <pc:spChg chg="add del">
          <ac:chgData name="동혁 임" userId="879f4c796d7a5333" providerId="LiveId" clId="{99A0B7FB-7ABD-43B7-B0BE-CF1927BF6B47}" dt="2020-06-05T03:15:53.690" v="28341" actId="26606"/>
          <ac:spMkLst>
            <pc:docMk/>
            <pc:sldMk cId="3180869888" sldId="266"/>
            <ac:spMk id="68" creationId="{281E2DF8-F6D8-4E5C-B76E-E082FD8C1FBD}"/>
          </ac:spMkLst>
        </pc:spChg>
        <pc:picChg chg="mod ord modCrop">
          <ac:chgData name="동혁 임" userId="879f4c796d7a5333" providerId="LiveId" clId="{99A0B7FB-7ABD-43B7-B0BE-CF1927BF6B47}" dt="2020-06-05T03:15:53.690" v="28341" actId="26606"/>
          <ac:picMkLst>
            <pc:docMk/>
            <pc:sldMk cId="3180869888" sldId="266"/>
            <ac:picMk id="6" creationId="{2288D663-7E34-47E4-AD44-724F11A327E8}"/>
          </ac:picMkLst>
        </pc:picChg>
      </pc:sldChg>
      <pc:sldChg chg="addSp delSp modSp mod">
        <pc:chgData name="동혁 임" userId="879f4c796d7a5333" providerId="LiveId" clId="{99A0B7FB-7ABD-43B7-B0BE-CF1927BF6B47}" dt="2020-06-07T15:49:03.764" v="70429" actId="2711"/>
        <pc:sldMkLst>
          <pc:docMk/>
          <pc:sldMk cId="983274338" sldId="267"/>
        </pc:sldMkLst>
        <pc:spChg chg="mod">
          <ac:chgData name="동혁 임" userId="879f4c796d7a5333" providerId="LiveId" clId="{99A0B7FB-7ABD-43B7-B0BE-CF1927BF6B47}" dt="2020-06-07T15:49:03.764" v="70429" actId="2711"/>
          <ac:spMkLst>
            <pc:docMk/>
            <pc:sldMk cId="983274338" sldId="267"/>
            <ac:spMk id="2" creationId="{2593F1E5-75C5-4527-9FBC-99330B6BE9CD}"/>
          </ac:spMkLst>
        </pc:spChg>
        <pc:spChg chg="mod">
          <ac:chgData name="동혁 임" userId="879f4c796d7a5333" providerId="LiveId" clId="{99A0B7FB-7ABD-43B7-B0BE-CF1927BF6B47}" dt="2020-06-07T15:49:03.764" v="70429" actId="2711"/>
          <ac:spMkLst>
            <pc:docMk/>
            <pc:sldMk cId="983274338" sldId="267"/>
            <ac:spMk id="4" creationId="{1AAD3530-D46A-4845-B16E-5DFAE1558249}"/>
          </ac:spMkLst>
        </pc:spChg>
        <pc:spChg chg="del">
          <ac:chgData name="동혁 임" userId="879f4c796d7a5333" providerId="LiveId" clId="{99A0B7FB-7ABD-43B7-B0BE-CF1927BF6B47}" dt="2020-06-04T02:22:35.460" v="25483" actId="26606"/>
          <ac:spMkLst>
            <pc:docMk/>
            <pc:sldMk cId="983274338" sldId="267"/>
            <ac:spMk id="11" creationId="{E0B3B37B-5EEE-4DC4-802A-66F9A2C94B7D}"/>
          </ac:spMkLst>
        </pc:spChg>
        <pc:spChg chg="del">
          <ac:chgData name="동혁 임" userId="879f4c796d7a5333" providerId="LiveId" clId="{99A0B7FB-7ABD-43B7-B0BE-CF1927BF6B47}" dt="2020-06-04T02:22:35.460" v="25483" actId="26606"/>
          <ac:spMkLst>
            <pc:docMk/>
            <pc:sldMk cId="983274338" sldId="267"/>
            <ac:spMk id="13" creationId="{494CEDA0-FD8E-491B-8792-69F93BDA3937}"/>
          </ac:spMkLst>
        </pc:spChg>
        <pc:spChg chg="del">
          <ac:chgData name="동혁 임" userId="879f4c796d7a5333" providerId="LiveId" clId="{99A0B7FB-7ABD-43B7-B0BE-CF1927BF6B47}" dt="2020-06-04T02:22:35.460" v="25483" actId="26606"/>
          <ac:spMkLst>
            <pc:docMk/>
            <pc:sldMk cId="983274338" sldId="267"/>
            <ac:spMk id="15" creationId="{0FD3EBBB-DFE8-4525-B1BF-BE7BBC8DFA7C}"/>
          </ac:spMkLst>
        </pc:spChg>
        <pc:spChg chg="del">
          <ac:chgData name="동혁 임" userId="879f4c796d7a5333" providerId="LiveId" clId="{99A0B7FB-7ABD-43B7-B0BE-CF1927BF6B47}" dt="2020-06-04T02:22:35.460" v="25483" actId="26606"/>
          <ac:spMkLst>
            <pc:docMk/>
            <pc:sldMk cId="983274338" sldId="267"/>
            <ac:spMk id="17" creationId="{A9362A14-6FB8-4FFC-AAA0-2E5AFF8A8D36}"/>
          </ac:spMkLst>
        </pc:spChg>
        <pc:spChg chg="add del">
          <ac:chgData name="동혁 임" userId="879f4c796d7a5333" providerId="LiveId" clId="{99A0B7FB-7ABD-43B7-B0BE-CF1927BF6B47}" dt="2020-06-07T15:48:55.303" v="70426" actId="26606"/>
          <ac:spMkLst>
            <pc:docMk/>
            <pc:sldMk cId="983274338" sldId="267"/>
            <ac:spMk id="22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5:48:55.303" v="70426" actId="26606"/>
          <ac:spMkLst>
            <pc:docMk/>
            <pc:sldMk cId="983274338" sldId="267"/>
            <ac:spMk id="24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5:48:55.303" v="70426" actId="26606"/>
          <ac:spMkLst>
            <pc:docMk/>
            <pc:sldMk cId="983274338" sldId="267"/>
            <ac:spMk id="26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5:48:55.303" v="70426" actId="26606"/>
          <ac:spMkLst>
            <pc:docMk/>
            <pc:sldMk cId="983274338" sldId="267"/>
            <ac:spMk id="28" creationId="{281E2DF8-F6D8-4E5C-B76E-E082FD8C1FBD}"/>
          </ac:spMkLst>
        </pc:spChg>
        <pc:spChg chg="add">
          <ac:chgData name="동혁 임" userId="879f4c796d7a5333" providerId="LiveId" clId="{99A0B7FB-7ABD-43B7-B0BE-CF1927BF6B47}" dt="2020-06-07T15:48:55.303" v="70426" actId="26606"/>
          <ac:spMkLst>
            <pc:docMk/>
            <pc:sldMk cId="983274338" sldId="267"/>
            <ac:spMk id="33" creationId="{E0C28A69-9B26-45AC-AFF7-719A7A50A092}"/>
          </ac:spMkLst>
        </pc:spChg>
        <pc:spChg chg="add">
          <ac:chgData name="동혁 임" userId="879f4c796d7a5333" providerId="LiveId" clId="{99A0B7FB-7ABD-43B7-B0BE-CF1927BF6B47}" dt="2020-06-07T15:48:55.303" v="70426" actId="26606"/>
          <ac:spMkLst>
            <pc:docMk/>
            <pc:sldMk cId="983274338" sldId="267"/>
            <ac:spMk id="35" creationId="{33AE4636-AEEC-45D6-84D4-7AC2DA48ECF8}"/>
          </ac:spMkLst>
        </pc:spChg>
        <pc:spChg chg="add">
          <ac:chgData name="동혁 임" userId="879f4c796d7a5333" providerId="LiveId" clId="{99A0B7FB-7ABD-43B7-B0BE-CF1927BF6B47}" dt="2020-06-07T15:48:55.303" v="70426" actId="26606"/>
          <ac:spMkLst>
            <pc:docMk/>
            <pc:sldMk cId="983274338" sldId="267"/>
            <ac:spMk id="37" creationId="{8D9CE0F4-2EB2-4F1F-8AAC-DB3571D9FE10}"/>
          </ac:spMkLst>
        </pc:spChg>
        <pc:picChg chg="mod ord">
          <ac:chgData name="동혁 임" userId="879f4c796d7a5333" providerId="LiveId" clId="{99A0B7FB-7ABD-43B7-B0BE-CF1927BF6B47}" dt="2020-06-07T15:48:55.303" v="70426" actId="26606"/>
          <ac:picMkLst>
            <pc:docMk/>
            <pc:sldMk cId="983274338" sldId="267"/>
            <ac:picMk id="6" creationId="{4708FC33-DDD0-482E-B6E4-61FD3F277E20}"/>
          </ac:picMkLst>
        </pc:picChg>
      </pc:sldChg>
      <pc:sldChg chg="addSp delSp modSp mod">
        <pc:chgData name="동혁 임" userId="879f4c796d7a5333" providerId="LiveId" clId="{99A0B7FB-7ABD-43B7-B0BE-CF1927BF6B47}" dt="2020-06-07T15:49:14.584" v="70433" actId="2711"/>
        <pc:sldMkLst>
          <pc:docMk/>
          <pc:sldMk cId="108390089" sldId="268"/>
        </pc:sldMkLst>
        <pc:spChg chg="mod">
          <ac:chgData name="동혁 임" userId="879f4c796d7a5333" providerId="LiveId" clId="{99A0B7FB-7ABD-43B7-B0BE-CF1927BF6B47}" dt="2020-06-07T15:49:14.584" v="70433" actId="2711"/>
          <ac:spMkLst>
            <pc:docMk/>
            <pc:sldMk cId="108390089" sldId="268"/>
            <ac:spMk id="2" creationId="{999AA7AD-8526-409D-8EB3-7DE58F66622C}"/>
          </ac:spMkLst>
        </pc:spChg>
        <pc:spChg chg="mod">
          <ac:chgData name="동혁 임" userId="879f4c796d7a5333" providerId="LiveId" clId="{99A0B7FB-7ABD-43B7-B0BE-CF1927BF6B47}" dt="2020-06-07T15:49:14.584" v="70433" actId="2711"/>
          <ac:spMkLst>
            <pc:docMk/>
            <pc:sldMk cId="108390089" sldId="268"/>
            <ac:spMk id="4" creationId="{2C16F898-310B-4B7F-9832-02434C382032}"/>
          </ac:spMkLst>
        </pc:spChg>
        <pc:spChg chg="del">
          <ac:chgData name="동혁 임" userId="879f4c796d7a5333" providerId="LiveId" clId="{99A0B7FB-7ABD-43B7-B0BE-CF1927BF6B47}" dt="2020-06-04T02:23:41.298" v="25738" actId="26606"/>
          <ac:spMkLst>
            <pc:docMk/>
            <pc:sldMk cId="108390089" sldId="268"/>
            <ac:spMk id="11" creationId="{E0B3B37B-5EEE-4DC4-802A-66F9A2C94B7D}"/>
          </ac:spMkLst>
        </pc:spChg>
        <pc:spChg chg="del">
          <ac:chgData name="동혁 임" userId="879f4c796d7a5333" providerId="LiveId" clId="{99A0B7FB-7ABD-43B7-B0BE-CF1927BF6B47}" dt="2020-06-04T02:23:41.298" v="25738" actId="26606"/>
          <ac:spMkLst>
            <pc:docMk/>
            <pc:sldMk cId="108390089" sldId="268"/>
            <ac:spMk id="13" creationId="{494CEDA0-FD8E-491B-8792-69F93BDA3937}"/>
          </ac:spMkLst>
        </pc:spChg>
        <pc:spChg chg="del">
          <ac:chgData name="동혁 임" userId="879f4c796d7a5333" providerId="LiveId" clId="{99A0B7FB-7ABD-43B7-B0BE-CF1927BF6B47}" dt="2020-06-04T02:23:41.298" v="25738" actId="26606"/>
          <ac:spMkLst>
            <pc:docMk/>
            <pc:sldMk cId="108390089" sldId="268"/>
            <ac:spMk id="15" creationId="{0FD3EBBB-DFE8-4525-B1BF-BE7BBC8DFA7C}"/>
          </ac:spMkLst>
        </pc:spChg>
        <pc:spChg chg="del">
          <ac:chgData name="동혁 임" userId="879f4c796d7a5333" providerId="LiveId" clId="{99A0B7FB-7ABD-43B7-B0BE-CF1927BF6B47}" dt="2020-06-04T02:23:41.298" v="25738" actId="26606"/>
          <ac:spMkLst>
            <pc:docMk/>
            <pc:sldMk cId="108390089" sldId="268"/>
            <ac:spMk id="17" creationId="{A9362A14-6FB8-4FFC-AAA0-2E5AFF8A8D36}"/>
          </ac:spMkLst>
        </pc:spChg>
        <pc:spChg chg="add del">
          <ac:chgData name="동혁 임" userId="879f4c796d7a5333" providerId="LiveId" clId="{99A0B7FB-7ABD-43B7-B0BE-CF1927BF6B47}" dt="2020-06-07T15:49:08.798" v="70430" actId="26606"/>
          <ac:spMkLst>
            <pc:docMk/>
            <pc:sldMk cId="108390089" sldId="268"/>
            <ac:spMk id="22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5:49:08.798" v="70430" actId="26606"/>
          <ac:spMkLst>
            <pc:docMk/>
            <pc:sldMk cId="108390089" sldId="268"/>
            <ac:spMk id="24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5:49:08.798" v="70430" actId="26606"/>
          <ac:spMkLst>
            <pc:docMk/>
            <pc:sldMk cId="108390089" sldId="268"/>
            <ac:spMk id="26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5:49:08.798" v="70430" actId="26606"/>
          <ac:spMkLst>
            <pc:docMk/>
            <pc:sldMk cId="108390089" sldId="268"/>
            <ac:spMk id="28" creationId="{281E2DF8-F6D8-4E5C-B76E-E082FD8C1FBD}"/>
          </ac:spMkLst>
        </pc:spChg>
        <pc:spChg chg="add">
          <ac:chgData name="동혁 임" userId="879f4c796d7a5333" providerId="LiveId" clId="{99A0B7FB-7ABD-43B7-B0BE-CF1927BF6B47}" dt="2020-06-07T15:49:08.798" v="70430" actId="26606"/>
          <ac:spMkLst>
            <pc:docMk/>
            <pc:sldMk cId="108390089" sldId="268"/>
            <ac:spMk id="33" creationId="{E0C28A69-9B26-45AC-AFF7-719A7A50A092}"/>
          </ac:spMkLst>
        </pc:spChg>
        <pc:spChg chg="add">
          <ac:chgData name="동혁 임" userId="879f4c796d7a5333" providerId="LiveId" clId="{99A0B7FB-7ABD-43B7-B0BE-CF1927BF6B47}" dt="2020-06-07T15:49:08.798" v="70430" actId="26606"/>
          <ac:spMkLst>
            <pc:docMk/>
            <pc:sldMk cId="108390089" sldId="268"/>
            <ac:spMk id="35" creationId="{33AE4636-AEEC-45D6-84D4-7AC2DA48ECF8}"/>
          </ac:spMkLst>
        </pc:spChg>
        <pc:spChg chg="add">
          <ac:chgData name="동혁 임" userId="879f4c796d7a5333" providerId="LiveId" clId="{99A0B7FB-7ABD-43B7-B0BE-CF1927BF6B47}" dt="2020-06-07T15:49:08.798" v="70430" actId="26606"/>
          <ac:spMkLst>
            <pc:docMk/>
            <pc:sldMk cId="108390089" sldId="268"/>
            <ac:spMk id="37" creationId="{8D9CE0F4-2EB2-4F1F-8AAC-DB3571D9FE10}"/>
          </ac:spMkLst>
        </pc:spChg>
        <pc:picChg chg="mod ord">
          <ac:chgData name="동혁 임" userId="879f4c796d7a5333" providerId="LiveId" clId="{99A0B7FB-7ABD-43B7-B0BE-CF1927BF6B47}" dt="2020-06-07T15:49:08.798" v="70430" actId="26606"/>
          <ac:picMkLst>
            <pc:docMk/>
            <pc:sldMk cId="108390089" sldId="268"/>
            <ac:picMk id="6" creationId="{ED070F84-62B4-47CF-A23C-29CFB734E0F8}"/>
          </ac:picMkLst>
        </pc:picChg>
      </pc:sldChg>
      <pc:sldChg chg="addSp delSp modSp mod">
        <pc:chgData name="동혁 임" userId="879f4c796d7a5333" providerId="LiveId" clId="{99A0B7FB-7ABD-43B7-B0BE-CF1927BF6B47}" dt="2020-06-07T15:49:23.308" v="70437" actId="2711"/>
        <pc:sldMkLst>
          <pc:docMk/>
          <pc:sldMk cId="2923192476" sldId="269"/>
        </pc:sldMkLst>
        <pc:spChg chg="mod">
          <ac:chgData name="동혁 임" userId="879f4c796d7a5333" providerId="LiveId" clId="{99A0B7FB-7ABD-43B7-B0BE-CF1927BF6B47}" dt="2020-06-07T15:49:23.308" v="70437" actId="2711"/>
          <ac:spMkLst>
            <pc:docMk/>
            <pc:sldMk cId="2923192476" sldId="269"/>
            <ac:spMk id="2" creationId="{53F706D7-BAA4-4EF0-9E1E-9E801086C000}"/>
          </ac:spMkLst>
        </pc:spChg>
        <pc:spChg chg="mod">
          <ac:chgData name="동혁 임" userId="879f4c796d7a5333" providerId="LiveId" clId="{99A0B7FB-7ABD-43B7-B0BE-CF1927BF6B47}" dt="2020-06-07T15:49:23.308" v="70437" actId="2711"/>
          <ac:spMkLst>
            <pc:docMk/>
            <pc:sldMk cId="2923192476" sldId="269"/>
            <ac:spMk id="4" creationId="{7931C0F0-37EC-40A6-80DC-5C4856220314}"/>
          </ac:spMkLst>
        </pc:spChg>
        <pc:spChg chg="del">
          <ac:chgData name="동혁 임" userId="879f4c796d7a5333" providerId="LiveId" clId="{99A0B7FB-7ABD-43B7-B0BE-CF1927BF6B47}" dt="2020-06-04T02:25:05.744" v="26084" actId="26606"/>
          <ac:spMkLst>
            <pc:docMk/>
            <pc:sldMk cId="2923192476" sldId="269"/>
            <ac:spMk id="11" creationId="{E0B3B37B-5EEE-4DC4-802A-66F9A2C94B7D}"/>
          </ac:spMkLst>
        </pc:spChg>
        <pc:spChg chg="del">
          <ac:chgData name="동혁 임" userId="879f4c796d7a5333" providerId="LiveId" clId="{99A0B7FB-7ABD-43B7-B0BE-CF1927BF6B47}" dt="2020-06-04T02:25:05.744" v="26084" actId="26606"/>
          <ac:spMkLst>
            <pc:docMk/>
            <pc:sldMk cId="2923192476" sldId="269"/>
            <ac:spMk id="13" creationId="{494CEDA0-FD8E-491B-8792-69F93BDA3937}"/>
          </ac:spMkLst>
        </pc:spChg>
        <pc:spChg chg="del">
          <ac:chgData name="동혁 임" userId="879f4c796d7a5333" providerId="LiveId" clId="{99A0B7FB-7ABD-43B7-B0BE-CF1927BF6B47}" dt="2020-06-04T02:25:05.744" v="26084" actId="26606"/>
          <ac:spMkLst>
            <pc:docMk/>
            <pc:sldMk cId="2923192476" sldId="269"/>
            <ac:spMk id="15" creationId="{0FD3EBBB-DFE8-4525-B1BF-BE7BBC8DFA7C}"/>
          </ac:spMkLst>
        </pc:spChg>
        <pc:spChg chg="del">
          <ac:chgData name="동혁 임" userId="879f4c796d7a5333" providerId="LiveId" clId="{99A0B7FB-7ABD-43B7-B0BE-CF1927BF6B47}" dt="2020-06-04T02:25:05.744" v="26084" actId="26606"/>
          <ac:spMkLst>
            <pc:docMk/>
            <pc:sldMk cId="2923192476" sldId="269"/>
            <ac:spMk id="17" creationId="{A9362A14-6FB8-4FFC-AAA0-2E5AFF8A8D36}"/>
          </ac:spMkLst>
        </pc:spChg>
        <pc:spChg chg="add del">
          <ac:chgData name="동혁 임" userId="879f4c796d7a5333" providerId="LiveId" clId="{99A0B7FB-7ABD-43B7-B0BE-CF1927BF6B47}" dt="2020-06-04T02:27:02.494" v="26419" actId="26606"/>
          <ac:spMkLst>
            <pc:docMk/>
            <pc:sldMk cId="2923192476" sldId="269"/>
            <ac:spMk id="22" creationId="{0C2F8F76-4F55-4ED5-AC3D-1714C449C867}"/>
          </ac:spMkLst>
        </pc:spChg>
        <pc:spChg chg="add del">
          <ac:chgData name="동혁 임" userId="879f4c796d7a5333" providerId="LiveId" clId="{99A0B7FB-7ABD-43B7-B0BE-CF1927BF6B47}" dt="2020-06-04T02:27:02.494" v="26419" actId="26606"/>
          <ac:spMkLst>
            <pc:docMk/>
            <pc:sldMk cId="2923192476" sldId="269"/>
            <ac:spMk id="24" creationId="{57F6BDD4-E066-4008-8011-6CC31AEB4556}"/>
          </ac:spMkLst>
        </pc:spChg>
        <pc:spChg chg="add del">
          <ac:chgData name="동혁 임" userId="879f4c796d7a5333" providerId="LiveId" clId="{99A0B7FB-7ABD-43B7-B0BE-CF1927BF6B47}" dt="2020-06-04T02:27:02.494" v="26419" actId="26606"/>
          <ac:spMkLst>
            <pc:docMk/>
            <pc:sldMk cId="2923192476" sldId="269"/>
            <ac:spMk id="26" creationId="{2711A8FB-68FC-45FC-B01E-38F809E2D439}"/>
          </ac:spMkLst>
        </pc:spChg>
        <pc:spChg chg="add del">
          <ac:chgData name="동혁 임" userId="879f4c796d7a5333" providerId="LiveId" clId="{99A0B7FB-7ABD-43B7-B0BE-CF1927BF6B47}" dt="2020-06-04T02:27:02.494" v="26419" actId="26606"/>
          <ac:spMkLst>
            <pc:docMk/>
            <pc:sldMk cId="2923192476" sldId="269"/>
            <ac:spMk id="28" creationId="{281E2DF8-F6D8-4E5C-B76E-E082FD8C1FBD}"/>
          </ac:spMkLst>
        </pc:spChg>
        <pc:spChg chg="add del">
          <ac:chgData name="동혁 임" userId="879f4c796d7a5333" providerId="LiveId" clId="{99A0B7FB-7ABD-43B7-B0BE-CF1927BF6B47}" dt="2020-06-05T03:16:11.259" v="28343" actId="26606"/>
          <ac:spMkLst>
            <pc:docMk/>
            <pc:sldMk cId="2923192476" sldId="269"/>
            <ac:spMk id="33" creationId="{0C2F8F76-4F55-4ED5-AC3D-1714C449C867}"/>
          </ac:spMkLst>
        </pc:spChg>
        <pc:spChg chg="add del">
          <ac:chgData name="동혁 임" userId="879f4c796d7a5333" providerId="LiveId" clId="{99A0B7FB-7ABD-43B7-B0BE-CF1927BF6B47}" dt="2020-06-05T03:16:11.259" v="28343" actId="26606"/>
          <ac:spMkLst>
            <pc:docMk/>
            <pc:sldMk cId="2923192476" sldId="269"/>
            <ac:spMk id="35" creationId="{57F6BDD4-E066-4008-8011-6CC31AEB4556}"/>
          </ac:spMkLst>
        </pc:spChg>
        <pc:spChg chg="add del">
          <ac:chgData name="동혁 임" userId="879f4c796d7a5333" providerId="LiveId" clId="{99A0B7FB-7ABD-43B7-B0BE-CF1927BF6B47}" dt="2020-06-05T03:16:11.259" v="28343" actId="26606"/>
          <ac:spMkLst>
            <pc:docMk/>
            <pc:sldMk cId="2923192476" sldId="269"/>
            <ac:spMk id="37" creationId="{2711A8FB-68FC-45FC-B01E-38F809E2D439}"/>
          </ac:spMkLst>
        </pc:spChg>
        <pc:spChg chg="add del">
          <ac:chgData name="동혁 임" userId="879f4c796d7a5333" providerId="LiveId" clId="{99A0B7FB-7ABD-43B7-B0BE-CF1927BF6B47}" dt="2020-06-05T03:16:11.259" v="28343" actId="26606"/>
          <ac:spMkLst>
            <pc:docMk/>
            <pc:sldMk cId="2923192476" sldId="269"/>
            <ac:spMk id="39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5:49:18.090" v="70434" actId="26606"/>
          <ac:spMkLst>
            <pc:docMk/>
            <pc:sldMk cId="2923192476" sldId="269"/>
            <ac:spMk id="44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5:49:18.090" v="70434" actId="26606"/>
          <ac:spMkLst>
            <pc:docMk/>
            <pc:sldMk cId="2923192476" sldId="269"/>
            <ac:spMk id="46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5:49:18.090" v="70434" actId="26606"/>
          <ac:spMkLst>
            <pc:docMk/>
            <pc:sldMk cId="2923192476" sldId="269"/>
            <ac:spMk id="48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5:49:18.090" v="70434" actId="26606"/>
          <ac:spMkLst>
            <pc:docMk/>
            <pc:sldMk cId="2923192476" sldId="269"/>
            <ac:spMk id="50" creationId="{281E2DF8-F6D8-4E5C-B76E-E082FD8C1FBD}"/>
          </ac:spMkLst>
        </pc:spChg>
        <pc:spChg chg="add">
          <ac:chgData name="동혁 임" userId="879f4c796d7a5333" providerId="LiveId" clId="{99A0B7FB-7ABD-43B7-B0BE-CF1927BF6B47}" dt="2020-06-07T15:49:18.090" v="70434" actId="26606"/>
          <ac:spMkLst>
            <pc:docMk/>
            <pc:sldMk cId="2923192476" sldId="269"/>
            <ac:spMk id="55" creationId="{E0C28A69-9B26-45AC-AFF7-719A7A50A092}"/>
          </ac:spMkLst>
        </pc:spChg>
        <pc:spChg chg="add">
          <ac:chgData name="동혁 임" userId="879f4c796d7a5333" providerId="LiveId" clId="{99A0B7FB-7ABD-43B7-B0BE-CF1927BF6B47}" dt="2020-06-07T15:49:18.090" v="70434" actId="26606"/>
          <ac:spMkLst>
            <pc:docMk/>
            <pc:sldMk cId="2923192476" sldId="269"/>
            <ac:spMk id="57" creationId="{33AE4636-AEEC-45D6-84D4-7AC2DA48ECF8}"/>
          </ac:spMkLst>
        </pc:spChg>
        <pc:spChg chg="add">
          <ac:chgData name="동혁 임" userId="879f4c796d7a5333" providerId="LiveId" clId="{99A0B7FB-7ABD-43B7-B0BE-CF1927BF6B47}" dt="2020-06-07T15:49:18.090" v="70434" actId="26606"/>
          <ac:spMkLst>
            <pc:docMk/>
            <pc:sldMk cId="2923192476" sldId="269"/>
            <ac:spMk id="59" creationId="{8D9CE0F4-2EB2-4F1F-8AAC-DB3571D9FE10}"/>
          </ac:spMkLst>
        </pc:spChg>
        <pc:picChg chg="mod ord">
          <ac:chgData name="동혁 임" userId="879f4c796d7a5333" providerId="LiveId" clId="{99A0B7FB-7ABD-43B7-B0BE-CF1927BF6B47}" dt="2020-06-07T15:49:18.090" v="70434" actId="26606"/>
          <ac:picMkLst>
            <pc:docMk/>
            <pc:sldMk cId="2923192476" sldId="269"/>
            <ac:picMk id="6" creationId="{86159279-7870-40F3-8F62-8B92DBBA188B}"/>
          </ac:picMkLst>
        </pc:picChg>
      </pc:sldChg>
      <pc:sldChg chg="addSp delSp modSp mod">
        <pc:chgData name="동혁 임" userId="879f4c796d7a5333" providerId="LiveId" clId="{99A0B7FB-7ABD-43B7-B0BE-CF1927BF6B47}" dt="2020-06-04T02:27:51.877" v="26545" actId="18131"/>
        <pc:sldMkLst>
          <pc:docMk/>
          <pc:sldMk cId="185578119" sldId="270"/>
        </pc:sldMkLst>
        <pc:spChg chg="mod">
          <ac:chgData name="동혁 임" userId="879f4c796d7a5333" providerId="LiveId" clId="{99A0B7FB-7ABD-43B7-B0BE-CF1927BF6B47}" dt="2020-06-04T02:27:37.905" v="26495" actId="2711"/>
          <ac:spMkLst>
            <pc:docMk/>
            <pc:sldMk cId="185578119" sldId="270"/>
            <ac:spMk id="2" creationId="{882D22F6-BAF4-469C-A8F0-1C0D1D6F394E}"/>
          </ac:spMkLst>
        </pc:spChg>
        <pc:spChg chg="mod">
          <ac:chgData name="동혁 임" userId="879f4c796d7a5333" providerId="LiveId" clId="{99A0B7FB-7ABD-43B7-B0BE-CF1927BF6B47}" dt="2020-06-04T02:27:37.905" v="26495" actId="2711"/>
          <ac:spMkLst>
            <pc:docMk/>
            <pc:sldMk cId="185578119" sldId="270"/>
            <ac:spMk id="4" creationId="{26CBE086-DF45-4ED1-A134-FC034C64FEC8}"/>
          </ac:spMkLst>
        </pc:spChg>
        <pc:spChg chg="del">
          <ac:chgData name="동혁 임" userId="879f4c796d7a5333" providerId="LiveId" clId="{99A0B7FB-7ABD-43B7-B0BE-CF1927BF6B47}" dt="2020-06-02T07:41:04.647" v="23302" actId="26606"/>
          <ac:spMkLst>
            <pc:docMk/>
            <pc:sldMk cId="185578119" sldId="270"/>
            <ac:spMk id="11" creationId="{2FB82883-1DC0-4BE1-A607-009095F3355A}"/>
          </ac:spMkLst>
        </pc:spChg>
        <pc:spChg chg="del">
          <ac:chgData name="동혁 임" userId="879f4c796d7a5333" providerId="LiveId" clId="{99A0B7FB-7ABD-43B7-B0BE-CF1927BF6B47}" dt="2020-06-02T07:41:04.647" v="23302" actId="26606"/>
          <ac:spMkLst>
            <pc:docMk/>
            <pc:sldMk cId="185578119" sldId="270"/>
            <ac:spMk id="13" creationId="{A3473CF9-37EB-43E7-89EF-D2D1C53D1DAC}"/>
          </ac:spMkLst>
        </pc:spChg>
        <pc:spChg chg="del">
          <ac:chgData name="동혁 임" userId="879f4c796d7a5333" providerId="LiveId" clId="{99A0B7FB-7ABD-43B7-B0BE-CF1927BF6B47}" dt="2020-06-02T07:41:04.647" v="23302" actId="26606"/>
          <ac:spMkLst>
            <pc:docMk/>
            <pc:sldMk cId="185578119" sldId="270"/>
            <ac:spMk id="15" creationId="{586B4EF9-43BA-4655-A6FF-1D8E21574C95}"/>
          </ac:spMkLst>
        </pc:spChg>
        <pc:spChg chg="add del">
          <ac:chgData name="동혁 임" userId="879f4c796d7a5333" providerId="LiveId" clId="{99A0B7FB-7ABD-43B7-B0BE-CF1927BF6B47}" dt="2020-06-04T02:25:33.406" v="26092" actId="26606"/>
          <ac:spMkLst>
            <pc:docMk/>
            <pc:sldMk cId="185578119" sldId="270"/>
            <ac:spMk id="20" creationId="{D5997EA8-5EFC-40CD-A85F-C3C3BC5F9EB7}"/>
          </ac:spMkLst>
        </pc:spChg>
        <pc:spChg chg="add del">
          <ac:chgData name="동혁 임" userId="879f4c796d7a5333" providerId="LiveId" clId="{99A0B7FB-7ABD-43B7-B0BE-CF1927BF6B47}" dt="2020-06-04T02:25:33.406" v="26092" actId="26606"/>
          <ac:spMkLst>
            <pc:docMk/>
            <pc:sldMk cId="185578119" sldId="270"/>
            <ac:spMk id="22" creationId="{1CF6A1EC-BD15-42D9-A339-A3970CF7C65A}"/>
          </ac:spMkLst>
        </pc:spChg>
        <pc:spChg chg="add del">
          <ac:chgData name="동혁 임" userId="879f4c796d7a5333" providerId="LiveId" clId="{99A0B7FB-7ABD-43B7-B0BE-CF1927BF6B47}" dt="2020-06-04T02:25:33.406" v="26092" actId="26606"/>
          <ac:spMkLst>
            <pc:docMk/>
            <pc:sldMk cId="185578119" sldId="270"/>
            <ac:spMk id="24" creationId="{A720C27D-5C39-492B-BD68-C220C0F838AC}"/>
          </ac:spMkLst>
        </pc:spChg>
        <pc:spChg chg="add del">
          <ac:chgData name="동혁 임" userId="879f4c796d7a5333" providerId="LiveId" clId="{99A0B7FB-7ABD-43B7-B0BE-CF1927BF6B47}" dt="2020-06-04T02:25:33.406" v="26092" actId="26606"/>
          <ac:spMkLst>
            <pc:docMk/>
            <pc:sldMk cId="185578119" sldId="270"/>
            <ac:spMk id="26" creationId="{A4F3394A-A959-460A-ACF9-5FA682C76940}"/>
          </ac:spMkLst>
        </pc:spChg>
        <pc:spChg chg="add del">
          <ac:chgData name="동혁 임" userId="879f4c796d7a5333" providerId="LiveId" clId="{99A0B7FB-7ABD-43B7-B0BE-CF1927BF6B47}" dt="2020-06-04T02:25:33.398" v="26091" actId="26606"/>
          <ac:spMkLst>
            <pc:docMk/>
            <pc:sldMk cId="185578119" sldId="270"/>
            <ac:spMk id="31" creationId="{932495F0-C5CB-4823-AE70-EED61EBAB1BD}"/>
          </ac:spMkLst>
        </pc:spChg>
        <pc:spChg chg="add del">
          <ac:chgData name="동혁 임" userId="879f4c796d7a5333" providerId="LiveId" clId="{99A0B7FB-7ABD-43B7-B0BE-CF1927BF6B47}" dt="2020-06-04T02:25:33.398" v="26091" actId="26606"/>
          <ac:spMkLst>
            <pc:docMk/>
            <pc:sldMk cId="185578119" sldId="270"/>
            <ac:spMk id="33" creationId="{CB8B9C25-D80D-48EC-B83A-231219A80C3F}"/>
          </ac:spMkLst>
        </pc:spChg>
        <pc:spChg chg="add del">
          <ac:chgData name="동혁 임" userId="879f4c796d7a5333" providerId="LiveId" clId="{99A0B7FB-7ABD-43B7-B0BE-CF1927BF6B47}" dt="2020-06-04T02:25:33.398" v="26091" actId="26606"/>
          <ac:spMkLst>
            <pc:docMk/>
            <pc:sldMk cId="185578119" sldId="270"/>
            <ac:spMk id="35" creationId="{601CC70B-8875-45A1-8AFD-7D546E3C0C16}"/>
          </ac:spMkLst>
        </pc:spChg>
        <pc:spChg chg="add del">
          <ac:chgData name="동혁 임" userId="879f4c796d7a5333" providerId="LiveId" clId="{99A0B7FB-7ABD-43B7-B0BE-CF1927BF6B47}" dt="2020-06-04T02:25:54.954" v="26159" actId="26606"/>
          <ac:spMkLst>
            <pc:docMk/>
            <pc:sldMk cId="185578119" sldId="270"/>
            <ac:spMk id="37" creationId="{D0394FE2-BDDA-4ECE-B320-81AE19E90566}"/>
          </ac:spMkLst>
        </pc:spChg>
        <pc:spChg chg="add del">
          <ac:chgData name="동혁 임" userId="879f4c796d7a5333" providerId="LiveId" clId="{99A0B7FB-7ABD-43B7-B0BE-CF1927BF6B47}" dt="2020-06-04T02:25:54.954" v="26159" actId="26606"/>
          <ac:spMkLst>
            <pc:docMk/>
            <pc:sldMk cId="185578119" sldId="270"/>
            <ac:spMk id="38" creationId="{0625AAC5-802A-4197-8804-2B78FF65CEE8}"/>
          </ac:spMkLst>
        </pc:spChg>
        <pc:spChg chg="add del">
          <ac:chgData name="동혁 임" userId="879f4c796d7a5333" providerId="LiveId" clId="{99A0B7FB-7ABD-43B7-B0BE-CF1927BF6B47}" dt="2020-06-04T02:25:54.954" v="26159" actId="26606"/>
          <ac:spMkLst>
            <pc:docMk/>
            <pc:sldMk cId="185578119" sldId="270"/>
            <ac:spMk id="39" creationId="{A1B139DD-0E8D-42FA-9171-C5F001754A88}"/>
          </ac:spMkLst>
        </pc:spChg>
        <pc:spChg chg="add del">
          <ac:chgData name="동혁 임" userId="879f4c796d7a5333" providerId="LiveId" clId="{99A0B7FB-7ABD-43B7-B0BE-CF1927BF6B47}" dt="2020-06-04T02:25:54.946" v="26158" actId="26606"/>
          <ac:spMkLst>
            <pc:docMk/>
            <pc:sldMk cId="185578119" sldId="270"/>
            <ac:spMk id="44" creationId="{F4F2FC05-7D27-410F-BDA9-ADF4831368C7}"/>
          </ac:spMkLst>
        </pc:spChg>
        <pc:spChg chg="add del">
          <ac:chgData name="동혁 임" userId="879f4c796d7a5333" providerId="LiveId" clId="{99A0B7FB-7ABD-43B7-B0BE-CF1927BF6B47}" dt="2020-06-04T02:25:54.946" v="26158" actId="26606"/>
          <ac:spMkLst>
            <pc:docMk/>
            <pc:sldMk cId="185578119" sldId="270"/>
            <ac:spMk id="46" creationId="{9080D120-BD54-46E1-BA37-82F5E8089E90}"/>
          </ac:spMkLst>
        </pc:spChg>
        <pc:spChg chg="add del">
          <ac:chgData name="동혁 임" userId="879f4c796d7a5333" providerId="LiveId" clId="{99A0B7FB-7ABD-43B7-B0BE-CF1927BF6B47}" dt="2020-06-04T02:25:54.946" v="26158" actId="26606"/>
          <ac:spMkLst>
            <pc:docMk/>
            <pc:sldMk cId="185578119" sldId="270"/>
            <ac:spMk id="48" creationId="{81D83946-74FA-498A-AC80-9926F041B5C5}"/>
          </ac:spMkLst>
        </pc:spChg>
        <pc:spChg chg="add del">
          <ac:chgData name="동혁 임" userId="879f4c796d7a5333" providerId="LiveId" clId="{99A0B7FB-7ABD-43B7-B0BE-CF1927BF6B47}" dt="2020-06-04T02:25:54.946" v="26158" actId="26606"/>
          <ac:spMkLst>
            <pc:docMk/>
            <pc:sldMk cId="185578119" sldId="270"/>
            <ac:spMk id="50" creationId="{5060D983-8B52-443A-8183-2A1DE05618B5}"/>
          </ac:spMkLst>
        </pc:spChg>
        <pc:spChg chg="add">
          <ac:chgData name="동혁 임" userId="879f4c796d7a5333" providerId="LiveId" clId="{99A0B7FB-7ABD-43B7-B0BE-CF1927BF6B47}" dt="2020-06-04T02:25:54.954" v="26159" actId="26606"/>
          <ac:spMkLst>
            <pc:docMk/>
            <pc:sldMk cId="185578119" sldId="270"/>
            <ac:spMk id="52" creationId="{3CE5203E-F2D1-469A-A50E-9C6654211B85}"/>
          </ac:spMkLst>
        </pc:spChg>
        <pc:spChg chg="add">
          <ac:chgData name="동혁 임" userId="879f4c796d7a5333" providerId="LiveId" clId="{99A0B7FB-7ABD-43B7-B0BE-CF1927BF6B47}" dt="2020-06-04T02:25:54.954" v="26159" actId="26606"/>
          <ac:spMkLst>
            <pc:docMk/>
            <pc:sldMk cId="185578119" sldId="270"/>
            <ac:spMk id="53" creationId="{9080D120-BD54-46E1-BA37-82F5E8089E90}"/>
          </ac:spMkLst>
        </pc:spChg>
        <pc:spChg chg="add">
          <ac:chgData name="동혁 임" userId="879f4c796d7a5333" providerId="LiveId" clId="{99A0B7FB-7ABD-43B7-B0BE-CF1927BF6B47}" dt="2020-06-04T02:25:54.954" v="26159" actId="26606"/>
          <ac:spMkLst>
            <pc:docMk/>
            <pc:sldMk cId="185578119" sldId="270"/>
            <ac:spMk id="54" creationId="{81D83946-74FA-498A-AC80-9926F041B5C5}"/>
          </ac:spMkLst>
        </pc:spChg>
        <pc:spChg chg="add">
          <ac:chgData name="동혁 임" userId="879f4c796d7a5333" providerId="LiveId" clId="{99A0B7FB-7ABD-43B7-B0BE-CF1927BF6B47}" dt="2020-06-04T02:25:54.954" v="26159" actId="26606"/>
          <ac:spMkLst>
            <pc:docMk/>
            <pc:sldMk cId="185578119" sldId="270"/>
            <ac:spMk id="55" creationId="{5060D983-8B52-443A-8183-2A1DE05618B5}"/>
          </ac:spMkLst>
        </pc:spChg>
        <pc:picChg chg="add mod ord modCrop">
          <ac:chgData name="동혁 임" userId="879f4c796d7a5333" providerId="LiveId" clId="{99A0B7FB-7ABD-43B7-B0BE-CF1927BF6B47}" dt="2020-06-04T02:27:51.877" v="26545" actId="18131"/>
          <ac:picMkLst>
            <pc:docMk/>
            <pc:sldMk cId="185578119" sldId="270"/>
            <ac:picMk id="5" creationId="{2B9FE4DF-B860-42DC-B999-F325514DF8E8}"/>
          </ac:picMkLst>
        </pc:picChg>
        <pc:picChg chg="mod ord modCrop">
          <ac:chgData name="동혁 임" userId="879f4c796d7a5333" providerId="LiveId" clId="{99A0B7FB-7ABD-43B7-B0BE-CF1927BF6B47}" dt="2020-06-04T02:27:47.908" v="26542" actId="18131"/>
          <ac:picMkLst>
            <pc:docMk/>
            <pc:sldMk cId="185578119" sldId="270"/>
            <ac:picMk id="6" creationId="{B035B7C7-6898-40FD-A400-72B341F0393E}"/>
          </ac:picMkLst>
        </pc:picChg>
      </pc:sldChg>
      <pc:sldChg chg="modSp del mod">
        <pc:chgData name="동혁 임" userId="879f4c796d7a5333" providerId="LiveId" clId="{99A0B7FB-7ABD-43B7-B0BE-CF1927BF6B47}" dt="2020-06-04T02:27:58.269" v="26546" actId="47"/>
        <pc:sldMkLst>
          <pc:docMk/>
          <pc:sldMk cId="1462234333" sldId="271"/>
        </pc:sldMkLst>
        <pc:spChg chg="mod">
          <ac:chgData name="동혁 임" userId="879f4c796d7a5333" providerId="LiveId" clId="{99A0B7FB-7ABD-43B7-B0BE-CF1927BF6B47}" dt="2020-06-02T07:41:25.252" v="23333" actId="20577"/>
          <ac:spMkLst>
            <pc:docMk/>
            <pc:sldMk cId="1462234333" sldId="271"/>
            <ac:spMk id="4" creationId="{E05D0451-1108-4867-9018-2F708101F278}"/>
          </ac:spMkLst>
        </pc:spChg>
      </pc:sldChg>
      <pc:sldChg chg="addSp delSp modSp mod">
        <pc:chgData name="동혁 임" userId="879f4c796d7a5333" providerId="LiveId" clId="{99A0B7FB-7ABD-43B7-B0BE-CF1927BF6B47}" dt="2020-06-07T15:32:55.727" v="69202" actId="27636"/>
        <pc:sldMkLst>
          <pc:docMk/>
          <pc:sldMk cId="3497038722" sldId="277"/>
        </pc:sldMkLst>
        <pc:spChg chg="mod">
          <ac:chgData name="동혁 임" userId="879f4c796d7a5333" providerId="LiveId" clId="{99A0B7FB-7ABD-43B7-B0BE-CF1927BF6B47}" dt="2020-06-07T15:32:18.348" v="69041" actId="2711"/>
          <ac:spMkLst>
            <pc:docMk/>
            <pc:sldMk cId="3497038722" sldId="277"/>
            <ac:spMk id="2" creationId="{9F861E4D-EB7E-4EC2-95D7-F4D811E9D148}"/>
          </ac:spMkLst>
        </pc:spChg>
        <pc:spChg chg="mod ord">
          <ac:chgData name="동혁 임" userId="879f4c796d7a5333" providerId="LiveId" clId="{99A0B7FB-7ABD-43B7-B0BE-CF1927BF6B47}" dt="2020-06-07T15:32:55.727" v="69202" actId="27636"/>
          <ac:spMkLst>
            <pc:docMk/>
            <pc:sldMk cId="3497038722" sldId="277"/>
            <ac:spMk id="4" creationId="{FB905E7F-EE98-4C09-ACEE-A74B1FADB54C}"/>
          </ac:spMkLst>
        </pc:spChg>
        <pc:spChg chg="del">
          <ac:chgData name="동혁 임" userId="879f4c796d7a5333" providerId="LiveId" clId="{99A0B7FB-7ABD-43B7-B0BE-CF1927BF6B47}" dt="2020-06-07T14:44:04.312" v="68765" actId="26606"/>
          <ac:spMkLst>
            <pc:docMk/>
            <pc:sldMk cId="3497038722" sldId="277"/>
            <ac:spMk id="53" creationId="{D1A4588A-55D5-49B8-BE41-54ACDCFF2C17}"/>
          </ac:spMkLst>
        </pc:spChg>
        <pc:spChg chg="del">
          <ac:chgData name="동혁 임" userId="879f4c796d7a5333" providerId="LiveId" clId="{99A0B7FB-7ABD-43B7-B0BE-CF1927BF6B47}" dt="2020-06-07T14:44:04.312" v="68765" actId="26606"/>
          <ac:spMkLst>
            <pc:docMk/>
            <pc:sldMk cId="3497038722" sldId="277"/>
            <ac:spMk id="55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5:31:33.211" v="68996" actId="26606"/>
          <ac:spMkLst>
            <pc:docMk/>
            <pc:sldMk cId="3497038722" sldId="277"/>
            <ac:spMk id="60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5:31:33.211" v="68996" actId="26606"/>
          <ac:spMkLst>
            <pc:docMk/>
            <pc:sldMk cId="3497038722" sldId="277"/>
            <ac:spMk id="62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5:31:33.211" v="68996" actId="26606"/>
          <ac:spMkLst>
            <pc:docMk/>
            <pc:sldMk cId="3497038722" sldId="277"/>
            <ac:spMk id="64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5:31:33.211" v="68996" actId="26606"/>
          <ac:spMkLst>
            <pc:docMk/>
            <pc:sldMk cId="3497038722" sldId="277"/>
            <ac:spMk id="66" creationId="{281E2DF8-F6D8-4E5C-B76E-E082FD8C1FBD}"/>
          </ac:spMkLst>
        </pc:spChg>
        <pc:spChg chg="add">
          <ac:chgData name="동혁 임" userId="879f4c796d7a5333" providerId="LiveId" clId="{99A0B7FB-7ABD-43B7-B0BE-CF1927BF6B47}" dt="2020-06-07T15:31:33.211" v="68996" actId="26606"/>
          <ac:spMkLst>
            <pc:docMk/>
            <pc:sldMk cId="3497038722" sldId="277"/>
            <ac:spMk id="71" creationId="{6D731904-7733-45B0-902C-289497204C19}"/>
          </ac:spMkLst>
        </pc:spChg>
        <pc:spChg chg="add">
          <ac:chgData name="동혁 임" userId="879f4c796d7a5333" providerId="LiveId" clId="{99A0B7FB-7ABD-43B7-B0BE-CF1927BF6B47}" dt="2020-06-07T15:31:33.211" v="68996" actId="26606"/>
          <ac:spMkLst>
            <pc:docMk/>
            <pc:sldMk cId="3497038722" sldId="277"/>
            <ac:spMk id="73" creationId="{504E6397-35D7-4AEC-9DA9-B7F6B12B88A5}"/>
          </ac:spMkLst>
        </pc:spChg>
        <pc:spChg chg="add">
          <ac:chgData name="동혁 임" userId="879f4c796d7a5333" providerId="LiveId" clId="{99A0B7FB-7ABD-43B7-B0BE-CF1927BF6B47}" dt="2020-06-07T15:31:33.211" v="68996" actId="26606"/>
          <ac:spMkLst>
            <pc:docMk/>
            <pc:sldMk cId="3497038722" sldId="277"/>
            <ac:spMk id="75" creationId="{62C5A04F-2AEB-4631-8314-A8B812E1EC8E}"/>
          </ac:spMkLst>
        </pc:spChg>
        <pc:spChg chg="add">
          <ac:chgData name="동혁 임" userId="879f4c796d7a5333" providerId="LiveId" clId="{99A0B7FB-7ABD-43B7-B0BE-CF1927BF6B47}" dt="2020-06-07T15:31:33.211" v="68996" actId="26606"/>
          <ac:spMkLst>
            <pc:docMk/>
            <pc:sldMk cId="3497038722" sldId="277"/>
            <ac:spMk id="77" creationId="{4B2B1C70-BF3F-41BD-871B-63D8F911F77B}"/>
          </ac:spMkLst>
        </pc:spChg>
        <pc:picChg chg="add mod modCrop">
          <ac:chgData name="동혁 임" userId="879f4c796d7a5333" providerId="LiveId" clId="{99A0B7FB-7ABD-43B7-B0BE-CF1927BF6B47}" dt="2020-06-07T15:32:12.801" v="69040" actId="732"/>
          <ac:picMkLst>
            <pc:docMk/>
            <pc:sldMk cId="3497038722" sldId="277"/>
            <ac:picMk id="5" creationId="{318E164E-4AAC-4439-BAAF-51F0FAEC198F}"/>
          </ac:picMkLst>
        </pc:picChg>
        <pc:picChg chg="mod ord">
          <ac:chgData name="동혁 임" userId="879f4c796d7a5333" providerId="LiveId" clId="{99A0B7FB-7ABD-43B7-B0BE-CF1927BF6B47}" dt="2020-06-07T15:31:49.661" v="69000" actId="14100"/>
          <ac:picMkLst>
            <pc:docMk/>
            <pc:sldMk cId="3497038722" sldId="277"/>
            <ac:picMk id="8" creationId="{B564DFD5-9620-40D7-9491-1B06DABC6A24}"/>
          </ac:picMkLst>
        </pc:picChg>
      </pc:sldChg>
      <pc:sldChg chg="modSp del mod">
        <pc:chgData name="동혁 임" userId="879f4c796d7a5333" providerId="LiveId" clId="{99A0B7FB-7ABD-43B7-B0BE-CF1927BF6B47}" dt="2020-06-07T14:49:17.795" v="68776" actId="47"/>
        <pc:sldMkLst>
          <pc:docMk/>
          <pc:sldMk cId="3431242311" sldId="278"/>
        </pc:sldMkLst>
        <pc:spChg chg="mod">
          <ac:chgData name="동혁 임" userId="879f4c796d7a5333" providerId="LiveId" clId="{99A0B7FB-7ABD-43B7-B0BE-CF1927BF6B47}" dt="2020-06-02T07:41:58.795" v="23346"/>
          <ac:spMkLst>
            <pc:docMk/>
            <pc:sldMk cId="3431242311" sldId="278"/>
            <ac:spMk id="42" creationId="{06C7E434-A251-4C1F-9FF0-393097CAE2A6}"/>
          </ac:spMkLst>
        </pc:spChg>
      </pc:sldChg>
      <pc:sldChg chg="addSp delSp modSp mod">
        <pc:chgData name="동혁 임" userId="879f4c796d7a5333" providerId="LiveId" clId="{99A0B7FB-7ABD-43B7-B0BE-CF1927BF6B47}" dt="2020-06-07T15:33:26.773" v="69207" actId="5793"/>
        <pc:sldMkLst>
          <pc:docMk/>
          <pc:sldMk cId="621436200" sldId="279"/>
        </pc:sldMkLst>
        <pc:spChg chg="mod">
          <ac:chgData name="동혁 임" userId="879f4c796d7a5333" providerId="LiveId" clId="{99A0B7FB-7ABD-43B7-B0BE-CF1927BF6B47}" dt="2020-06-07T15:33:24.956" v="69205" actId="2711"/>
          <ac:spMkLst>
            <pc:docMk/>
            <pc:sldMk cId="621436200" sldId="279"/>
            <ac:spMk id="2" creationId="{2062E0DC-D0C3-4D2C-BE5B-E1624AE45AF0}"/>
          </ac:spMkLst>
        </pc:spChg>
        <pc:spChg chg="mod">
          <ac:chgData name="동혁 임" userId="879f4c796d7a5333" providerId="LiveId" clId="{99A0B7FB-7ABD-43B7-B0BE-CF1927BF6B47}" dt="2020-06-07T15:33:26.773" v="69207" actId="5793"/>
          <ac:spMkLst>
            <pc:docMk/>
            <pc:sldMk cId="621436200" sldId="279"/>
            <ac:spMk id="4" creationId="{B521910C-0E37-4BBE-BB9A-A3B2F3482051}"/>
          </ac:spMkLst>
        </pc:spChg>
        <pc:spChg chg="del">
          <ac:chgData name="동혁 임" userId="879f4c796d7a5333" providerId="LiveId" clId="{99A0B7FB-7ABD-43B7-B0BE-CF1927BF6B47}" dt="2020-06-07T15:33:19.281" v="69204" actId="26606"/>
          <ac:spMkLst>
            <pc:docMk/>
            <pc:sldMk cId="621436200" sldId="279"/>
            <ac:spMk id="11" creationId="{D1A4588A-55D5-49B8-BE41-54ACDCFF2C17}"/>
          </ac:spMkLst>
        </pc:spChg>
        <pc:spChg chg="del">
          <ac:chgData name="동혁 임" userId="879f4c796d7a5333" providerId="LiveId" clId="{99A0B7FB-7ABD-43B7-B0BE-CF1927BF6B47}" dt="2020-06-07T15:33:19.281" v="69204" actId="26606"/>
          <ac:spMkLst>
            <pc:docMk/>
            <pc:sldMk cId="621436200" sldId="279"/>
            <ac:spMk id="13" creationId="{F97E7EA2-EDCD-47E9-81BC-415C606D1B58}"/>
          </ac:spMkLst>
        </pc:spChg>
        <pc:spChg chg="add">
          <ac:chgData name="동혁 임" userId="879f4c796d7a5333" providerId="LiveId" clId="{99A0B7FB-7ABD-43B7-B0BE-CF1927BF6B47}" dt="2020-06-07T15:33:19.281" v="69204" actId="26606"/>
          <ac:spMkLst>
            <pc:docMk/>
            <pc:sldMk cId="621436200" sldId="279"/>
            <ac:spMk id="18" creationId="{D1A4588A-55D5-49B8-BE41-54ACDCFF2C17}"/>
          </ac:spMkLst>
        </pc:spChg>
        <pc:spChg chg="add">
          <ac:chgData name="동혁 임" userId="879f4c796d7a5333" providerId="LiveId" clId="{99A0B7FB-7ABD-43B7-B0BE-CF1927BF6B47}" dt="2020-06-07T15:33:19.281" v="69204" actId="26606"/>
          <ac:spMkLst>
            <pc:docMk/>
            <pc:sldMk cId="621436200" sldId="279"/>
            <ac:spMk id="20" creationId="{F97E7EA2-EDCD-47E9-81BC-415C606D1B58}"/>
          </ac:spMkLst>
        </pc:spChg>
        <pc:picChg chg="mod">
          <ac:chgData name="동혁 임" userId="879f4c796d7a5333" providerId="LiveId" clId="{99A0B7FB-7ABD-43B7-B0BE-CF1927BF6B47}" dt="2020-06-07T15:33:19.281" v="69204" actId="26606"/>
          <ac:picMkLst>
            <pc:docMk/>
            <pc:sldMk cId="621436200" sldId="279"/>
            <ac:picMk id="6" creationId="{FAB93912-7F46-46D0-BB99-A59456E66DD7}"/>
          </ac:picMkLst>
        </pc:picChg>
      </pc:sldChg>
      <pc:sldChg chg="addSp delSp modSp del mod">
        <pc:chgData name="동혁 임" userId="879f4c796d7a5333" providerId="LiveId" clId="{99A0B7FB-7ABD-43B7-B0BE-CF1927BF6B47}" dt="2020-06-07T15:36:25.239" v="69610" actId="47"/>
        <pc:sldMkLst>
          <pc:docMk/>
          <pc:sldMk cId="438252838" sldId="280"/>
        </pc:sldMkLst>
        <pc:spChg chg="mod">
          <ac:chgData name="동혁 임" userId="879f4c796d7a5333" providerId="LiveId" clId="{99A0B7FB-7ABD-43B7-B0BE-CF1927BF6B47}" dt="2020-06-07T15:33:44.551" v="69210" actId="2711"/>
          <ac:spMkLst>
            <pc:docMk/>
            <pc:sldMk cId="438252838" sldId="280"/>
            <ac:spMk id="2" creationId="{D27DD808-C94F-43BA-9F56-04FC02B0EFAE}"/>
          </ac:spMkLst>
        </pc:spChg>
        <pc:spChg chg="mod">
          <ac:chgData name="동혁 임" userId="879f4c796d7a5333" providerId="LiveId" clId="{99A0B7FB-7ABD-43B7-B0BE-CF1927BF6B47}" dt="2020-06-07T15:33:54.502" v="69231" actId="20577"/>
          <ac:spMkLst>
            <pc:docMk/>
            <pc:sldMk cId="438252838" sldId="280"/>
            <ac:spMk id="4" creationId="{D2C48510-8A8C-485D-922C-C2BDE805E441}"/>
          </ac:spMkLst>
        </pc:spChg>
        <pc:spChg chg="del">
          <ac:chgData name="동혁 임" userId="879f4c796d7a5333" providerId="LiveId" clId="{99A0B7FB-7ABD-43B7-B0BE-CF1927BF6B47}" dt="2020-06-07T15:33:34.035" v="69209" actId="26606"/>
          <ac:spMkLst>
            <pc:docMk/>
            <pc:sldMk cId="438252838" sldId="280"/>
            <ac:spMk id="11" creationId="{D1A4588A-55D5-49B8-BE41-54ACDCFF2C17}"/>
          </ac:spMkLst>
        </pc:spChg>
        <pc:spChg chg="del">
          <ac:chgData name="동혁 임" userId="879f4c796d7a5333" providerId="LiveId" clId="{99A0B7FB-7ABD-43B7-B0BE-CF1927BF6B47}" dt="2020-06-07T15:33:34.035" v="69209" actId="26606"/>
          <ac:spMkLst>
            <pc:docMk/>
            <pc:sldMk cId="438252838" sldId="280"/>
            <ac:spMk id="13" creationId="{F97E7EA2-EDCD-47E9-81BC-415C606D1B58}"/>
          </ac:spMkLst>
        </pc:spChg>
        <pc:spChg chg="add">
          <ac:chgData name="동혁 임" userId="879f4c796d7a5333" providerId="LiveId" clId="{99A0B7FB-7ABD-43B7-B0BE-CF1927BF6B47}" dt="2020-06-07T15:33:34.035" v="69209" actId="26606"/>
          <ac:spMkLst>
            <pc:docMk/>
            <pc:sldMk cId="438252838" sldId="280"/>
            <ac:spMk id="18" creationId="{D1A4588A-55D5-49B8-BE41-54ACDCFF2C17}"/>
          </ac:spMkLst>
        </pc:spChg>
        <pc:spChg chg="add">
          <ac:chgData name="동혁 임" userId="879f4c796d7a5333" providerId="LiveId" clId="{99A0B7FB-7ABD-43B7-B0BE-CF1927BF6B47}" dt="2020-06-07T15:33:34.035" v="69209" actId="26606"/>
          <ac:spMkLst>
            <pc:docMk/>
            <pc:sldMk cId="438252838" sldId="280"/>
            <ac:spMk id="20" creationId="{F97E7EA2-EDCD-47E9-81BC-415C606D1B58}"/>
          </ac:spMkLst>
        </pc:spChg>
        <pc:picChg chg="mod">
          <ac:chgData name="동혁 임" userId="879f4c796d7a5333" providerId="LiveId" clId="{99A0B7FB-7ABD-43B7-B0BE-CF1927BF6B47}" dt="2020-06-07T15:33:34.035" v="69209" actId="26606"/>
          <ac:picMkLst>
            <pc:docMk/>
            <pc:sldMk cId="438252838" sldId="280"/>
            <ac:picMk id="6" creationId="{FD268EE9-12D3-4A75-B2F3-19A0BCFEE8F2}"/>
          </ac:picMkLst>
        </pc:picChg>
      </pc:sldChg>
      <pc:sldChg chg="modSp del mod">
        <pc:chgData name="동혁 임" userId="879f4c796d7a5333" providerId="LiveId" clId="{99A0B7FB-7ABD-43B7-B0BE-CF1927BF6B47}" dt="2020-06-07T15:36:32.686" v="69611" actId="47"/>
        <pc:sldMkLst>
          <pc:docMk/>
          <pc:sldMk cId="3578491068" sldId="281"/>
        </pc:sldMkLst>
        <pc:spChg chg="mod">
          <ac:chgData name="동혁 임" userId="879f4c796d7a5333" providerId="LiveId" clId="{99A0B7FB-7ABD-43B7-B0BE-CF1927BF6B47}" dt="2020-06-02T07:42:26.883" v="23388" actId="5793"/>
          <ac:spMkLst>
            <pc:docMk/>
            <pc:sldMk cId="3578491068" sldId="281"/>
            <ac:spMk id="4" creationId="{D2C48510-8A8C-485D-922C-C2BDE805E441}"/>
          </ac:spMkLst>
        </pc:spChg>
      </pc:sldChg>
      <pc:sldChg chg="modSp del mod">
        <pc:chgData name="동혁 임" userId="879f4c796d7a5333" providerId="LiveId" clId="{99A0B7FB-7ABD-43B7-B0BE-CF1927BF6B47}" dt="2020-06-07T15:36:18.783" v="69609" actId="47"/>
        <pc:sldMkLst>
          <pc:docMk/>
          <pc:sldMk cId="307355850" sldId="282"/>
        </pc:sldMkLst>
        <pc:spChg chg="mod">
          <ac:chgData name="동혁 임" userId="879f4c796d7a5333" providerId="LiveId" clId="{99A0B7FB-7ABD-43B7-B0BE-CF1927BF6B47}" dt="2020-06-02T07:42:42.543" v="23423" actId="20577"/>
          <ac:spMkLst>
            <pc:docMk/>
            <pc:sldMk cId="307355850" sldId="282"/>
            <ac:spMk id="4" creationId="{D2C48510-8A8C-485D-922C-C2BDE805E441}"/>
          </ac:spMkLst>
        </pc:spChg>
      </pc:sldChg>
      <pc:sldChg chg="addSp delSp modSp mod">
        <pc:chgData name="동혁 임" userId="879f4c796d7a5333" providerId="LiveId" clId="{99A0B7FB-7ABD-43B7-B0BE-CF1927BF6B47}" dt="2020-06-07T15:36:11.848" v="69608" actId="20577"/>
        <pc:sldMkLst>
          <pc:docMk/>
          <pc:sldMk cId="2078902175" sldId="283"/>
        </pc:sldMkLst>
        <pc:spChg chg="mod">
          <ac:chgData name="동혁 임" userId="879f4c796d7a5333" providerId="LiveId" clId="{99A0B7FB-7ABD-43B7-B0BE-CF1927BF6B47}" dt="2020-06-07T15:35:56.647" v="69598" actId="2711"/>
          <ac:spMkLst>
            <pc:docMk/>
            <pc:sldMk cId="2078902175" sldId="283"/>
            <ac:spMk id="2" creationId="{D27DD808-C94F-43BA-9F56-04FC02B0EFAE}"/>
          </ac:spMkLst>
        </pc:spChg>
        <pc:spChg chg="mod">
          <ac:chgData name="동혁 임" userId="879f4c796d7a5333" providerId="LiveId" clId="{99A0B7FB-7ABD-43B7-B0BE-CF1927BF6B47}" dt="2020-06-07T15:36:11.848" v="69608" actId="20577"/>
          <ac:spMkLst>
            <pc:docMk/>
            <pc:sldMk cId="2078902175" sldId="283"/>
            <ac:spMk id="4" creationId="{D2C48510-8A8C-485D-922C-C2BDE805E441}"/>
          </ac:spMkLst>
        </pc:spChg>
        <pc:spChg chg="del">
          <ac:chgData name="동혁 임" userId="879f4c796d7a5333" providerId="LiveId" clId="{99A0B7FB-7ABD-43B7-B0BE-CF1927BF6B47}" dt="2020-06-07T15:35:50.847" v="69597" actId="26606"/>
          <ac:spMkLst>
            <pc:docMk/>
            <pc:sldMk cId="2078902175" sldId="283"/>
            <ac:spMk id="20" creationId="{D1A4588A-55D5-49B8-BE41-54ACDCFF2C17}"/>
          </ac:spMkLst>
        </pc:spChg>
        <pc:spChg chg="del">
          <ac:chgData name="동혁 임" userId="879f4c796d7a5333" providerId="LiveId" clId="{99A0B7FB-7ABD-43B7-B0BE-CF1927BF6B47}" dt="2020-06-07T15:35:50.847" v="69597" actId="26606"/>
          <ac:spMkLst>
            <pc:docMk/>
            <pc:sldMk cId="2078902175" sldId="283"/>
            <ac:spMk id="21" creationId="{F97E7EA2-EDCD-47E9-81BC-415C606D1B58}"/>
          </ac:spMkLst>
        </pc:spChg>
        <pc:spChg chg="add">
          <ac:chgData name="동혁 임" userId="879f4c796d7a5333" providerId="LiveId" clId="{99A0B7FB-7ABD-43B7-B0BE-CF1927BF6B47}" dt="2020-06-07T15:35:50.847" v="69597" actId="26606"/>
          <ac:spMkLst>
            <pc:docMk/>
            <pc:sldMk cId="2078902175" sldId="283"/>
            <ac:spMk id="26" creationId="{D1A4588A-55D5-49B8-BE41-54ACDCFF2C17}"/>
          </ac:spMkLst>
        </pc:spChg>
        <pc:spChg chg="add">
          <ac:chgData name="동혁 임" userId="879f4c796d7a5333" providerId="LiveId" clId="{99A0B7FB-7ABD-43B7-B0BE-CF1927BF6B47}" dt="2020-06-07T15:35:50.847" v="69597" actId="26606"/>
          <ac:spMkLst>
            <pc:docMk/>
            <pc:sldMk cId="2078902175" sldId="283"/>
            <ac:spMk id="28" creationId="{F97E7EA2-EDCD-47E9-81BC-415C606D1B58}"/>
          </ac:spMkLst>
        </pc:spChg>
        <pc:picChg chg="mod">
          <ac:chgData name="동혁 임" userId="879f4c796d7a5333" providerId="LiveId" clId="{99A0B7FB-7ABD-43B7-B0BE-CF1927BF6B47}" dt="2020-06-07T15:35:50.847" v="69597" actId="26606"/>
          <ac:picMkLst>
            <pc:docMk/>
            <pc:sldMk cId="2078902175" sldId="283"/>
            <ac:picMk id="6" creationId="{7B6278CC-6421-4E95-B9CF-226AFE993403}"/>
          </ac:picMkLst>
        </pc:picChg>
      </pc:sldChg>
      <pc:sldChg chg="addSp delSp modSp mod">
        <pc:chgData name="동혁 임" userId="879f4c796d7a5333" providerId="LiveId" clId="{99A0B7FB-7ABD-43B7-B0BE-CF1927BF6B47}" dt="2020-06-07T15:37:22.143" v="69638" actId="27636"/>
        <pc:sldMkLst>
          <pc:docMk/>
          <pc:sldMk cId="3692890218" sldId="284"/>
        </pc:sldMkLst>
        <pc:spChg chg="mod">
          <ac:chgData name="동혁 임" userId="879f4c796d7a5333" providerId="LiveId" clId="{99A0B7FB-7ABD-43B7-B0BE-CF1927BF6B47}" dt="2020-06-07T15:37:14.039" v="69622" actId="2711"/>
          <ac:spMkLst>
            <pc:docMk/>
            <pc:sldMk cId="3692890218" sldId="284"/>
            <ac:spMk id="2" creationId="{D27DD808-C94F-43BA-9F56-04FC02B0EFAE}"/>
          </ac:spMkLst>
        </pc:spChg>
        <pc:spChg chg="mod">
          <ac:chgData name="동혁 임" userId="879f4c796d7a5333" providerId="LiveId" clId="{99A0B7FB-7ABD-43B7-B0BE-CF1927BF6B47}" dt="2020-06-07T15:37:22.143" v="69638" actId="27636"/>
          <ac:spMkLst>
            <pc:docMk/>
            <pc:sldMk cId="3692890218" sldId="284"/>
            <ac:spMk id="4" creationId="{D2C48510-8A8C-485D-922C-C2BDE805E441}"/>
          </ac:spMkLst>
        </pc:spChg>
        <pc:spChg chg="del">
          <ac:chgData name="동혁 임" userId="879f4c796d7a5333" providerId="LiveId" clId="{99A0B7FB-7ABD-43B7-B0BE-CF1927BF6B47}" dt="2020-06-07T15:37:02.823" v="69616" actId="26606"/>
          <ac:spMkLst>
            <pc:docMk/>
            <pc:sldMk cId="3692890218" sldId="284"/>
            <ac:spMk id="11" creationId="{D1A4588A-55D5-49B8-BE41-54ACDCFF2C17}"/>
          </ac:spMkLst>
        </pc:spChg>
        <pc:spChg chg="del">
          <ac:chgData name="동혁 임" userId="879f4c796d7a5333" providerId="LiveId" clId="{99A0B7FB-7ABD-43B7-B0BE-CF1927BF6B47}" dt="2020-06-07T15:37:02.823" v="69616" actId="26606"/>
          <ac:spMkLst>
            <pc:docMk/>
            <pc:sldMk cId="3692890218" sldId="284"/>
            <ac:spMk id="13" creationId="{F97E7EA2-EDCD-47E9-81BC-415C606D1B58}"/>
          </ac:spMkLst>
        </pc:spChg>
        <pc:spChg chg="add">
          <ac:chgData name="동혁 임" userId="879f4c796d7a5333" providerId="LiveId" clId="{99A0B7FB-7ABD-43B7-B0BE-CF1927BF6B47}" dt="2020-06-07T15:37:02.823" v="69616" actId="26606"/>
          <ac:spMkLst>
            <pc:docMk/>
            <pc:sldMk cId="3692890218" sldId="284"/>
            <ac:spMk id="18" creationId="{D1A4588A-55D5-49B8-BE41-54ACDCFF2C17}"/>
          </ac:spMkLst>
        </pc:spChg>
        <pc:spChg chg="add">
          <ac:chgData name="동혁 임" userId="879f4c796d7a5333" providerId="LiveId" clId="{99A0B7FB-7ABD-43B7-B0BE-CF1927BF6B47}" dt="2020-06-07T15:37:02.823" v="69616" actId="26606"/>
          <ac:spMkLst>
            <pc:docMk/>
            <pc:sldMk cId="3692890218" sldId="284"/>
            <ac:spMk id="20" creationId="{F97E7EA2-EDCD-47E9-81BC-415C606D1B58}"/>
          </ac:spMkLst>
        </pc:spChg>
        <pc:picChg chg="mod">
          <ac:chgData name="동혁 임" userId="879f4c796d7a5333" providerId="LiveId" clId="{99A0B7FB-7ABD-43B7-B0BE-CF1927BF6B47}" dt="2020-06-07T15:37:02.823" v="69616" actId="26606"/>
          <ac:picMkLst>
            <pc:docMk/>
            <pc:sldMk cId="3692890218" sldId="284"/>
            <ac:picMk id="6" creationId="{58A59EC2-7142-43E1-B4D7-0978D7B5EC28}"/>
          </ac:picMkLst>
        </pc:picChg>
      </pc:sldChg>
      <pc:sldChg chg="modSp del mod">
        <pc:chgData name="동혁 임" userId="879f4c796d7a5333" providerId="LiveId" clId="{99A0B7FB-7ABD-43B7-B0BE-CF1927BF6B47}" dt="2020-06-07T15:37:04.611" v="69617" actId="47"/>
        <pc:sldMkLst>
          <pc:docMk/>
          <pc:sldMk cId="3100407482" sldId="285"/>
        </pc:sldMkLst>
        <pc:spChg chg="mod">
          <ac:chgData name="동혁 임" userId="879f4c796d7a5333" providerId="LiveId" clId="{99A0B7FB-7ABD-43B7-B0BE-CF1927BF6B47}" dt="2020-06-02T07:43:01.699" v="23429" actId="5793"/>
          <ac:spMkLst>
            <pc:docMk/>
            <pc:sldMk cId="3100407482" sldId="285"/>
            <ac:spMk id="4" creationId="{17D8FBD3-00BA-431D-A321-E967C2A8EB12}"/>
          </ac:spMkLst>
        </pc:spChg>
      </pc:sldChg>
      <pc:sldChg chg="addSp delSp modSp mod">
        <pc:chgData name="동혁 임" userId="879f4c796d7a5333" providerId="LiveId" clId="{99A0B7FB-7ABD-43B7-B0BE-CF1927BF6B47}" dt="2020-06-07T15:37:33.625" v="69642" actId="5793"/>
        <pc:sldMkLst>
          <pc:docMk/>
          <pc:sldMk cId="3510336496" sldId="287"/>
        </pc:sldMkLst>
        <pc:spChg chg="mod">
          <ac:chgData name="동혁 임" userId="879f4c796d7a5333" providerId="LiveId" clId="{99A0B7FB-7ABD-43B7-B0BE-CF1927BF6B47}" dt="2020-06-07T15:37:31.601" v="69639" actId="2711"/>
          <ac:spMkLst>
            <pc:docMk/>
            <pc:sldMk cId="3510336496" sldId="287"/>
            <ac:spMk id="2" creationId="{57945A27-B97E-4B5D-85AE-16E95099700E}"/>
          </ac:spMkLst>
        </pc:spChg>
        <pc:spChg chg="mod ord">
          <ac:chgData name="동혁 임" userId="879f4c796d7a5333" providerId="LiveId" clId="{99A0B7FB-7ABD-43B7-B0BE-CF1927BF6B47}" dt="2020-06-07T15:37:33.625" v="69642" actId="5793"/>
          <ac:spMkLst>
            <pc:docMk/>
            <pc:sldMk cId="3510336496" sldId="287"/>
            <ac:spMk id="4" creationId="{F1F76A4E-EA2C-44E9-81F7-F8C2947DEB37}"/>
          </ac:spMkLst>
        </pc:spChg>
        <pc:spChg chg="del">
          <ac:chgData name="동혁 임" userId="879f4c796d7a5333" providerId="LiveId" clId="{99A0B7FB-7ABD-43B7-B0BE-CF1927BF6B47}" dt="2020-06-07T14:52:02.830" v="68778" actId="26606"/>
          <ac:spMkLst>
            <pc:docMk/>
            <pc:sldMk cId="3510336496" sldId="287"/>
            <ac:spMk id="11" creationId="{D1A4588A-55D5-49B8-BE41-54ACDCFF2C17}"/>
          </ac:spMkLst>
        </pc:spChg>
        <pc:spChg chg="del">
          <ac:chgData name="동혁 임" userId="879f4c796d7a5333" providerId="LiveId" clId="{99A0B7FB-7ABD-43B7-B0BE-CF1927BF6B47}" dt="2020-06-07T14:52:02.830" v="68778" actId="26606"/>
          <ac:spMkLst>
            <pc:docMk/>
            <pc:sldMk cId="3510336496" sldId="287"/>
            <ac:spMk id="13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4:57:01.201" v="68787" actId="26606"/>
          <ac:spMkLst>
            <pc:docMk/>
            <pc:sldMk cId="3510336496" sldId="287"/>
            <ac:spMk id="18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4:57:01.201" v="68787" actId="26606"/>
          <ac:spMkLst>
            <pc:docMk/>
            <pc:sldMk cId="3510336496" sldId="287"/>
            <ac:spMk id="20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4:57:01.201" v="68787" actId="26606"/>
          <ac:spMkLst>
            <pc:docMk/>
            <pc:sldMk cId="3510336496" sldId="287"/>
            <ac:spMk id="22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4:57:01.201" v="68787" actId="26606"/>
          <ac:spMkLst>
            <pc:docMk/>
            <pc:sldMk cId="3510336496" sldId="287"/>
            <ac:spMk id="24" creationId="{281E2DF8-F6D8-4E5C-B76E-E082FD8C1FBD}"/>
          </ac:spMkLst>
        </pc:spChg>
        <pc:spChg chg="add">
          <ac:chgData name="동혁 임" userId="879f4c796d7a5333" providerId="LiveId" clId="{99A0B7FB-7ABD-43B7-B0BE-CF1927BF6B47}" dt="2020-06-07T14:57:01.201" v="68787" actId="26606"/>
          <ac:spMkLst>
            <pc:docMk/>
            <pc:sldMk cId="3510336496" sldId="287"/>
            <ac:spMk id="29" creationId="{6D731904-7733-45B0-902C-289497204C19}"/>
          </ac:spMkLst>
        </pc:spChg>
        <pc:spChg chg="add">
          <ac:chgData name="동혁 임" userId="879f4c796d7a5333" providerId="LiveId" clId="{99A0B7FB-7ABD-43B7-B0BE-CF1927BF6B47}" dt="2020-06-07T14:57:01.201" v="68787" actId="26606"/>
          <ac:spMkLst>
            <pc:docMk/>
            <pc:sldMk cId="3510336496" sldId="287"/>
            <ac:spMk id="31" creationId="{504E6397-35D7-4AEC-9DA9-B7F6B12B88A5}"/>
          </ac:spMkLst>
        </pc:spChg>
        <pc:spChg chg="add">
          <ac:chgData name="동혁 임" userId="879f4c796d7a5333" providerId="LiveId" clId="{99A0B7FB-7ABD-43B7-B0BE-CF1927BF6B47}" dt="2020-06-07T14:57:01.201" v="68787" actId="26606"/>
          <ac:spMkLst>
            <pc:docMk/>
            <pc:sldMk cId="3510336496" sldId="287"/>
            <ac:spMk id="33" creationId="{62C5A04F-2AEB-4631-8314-A8B812E1EC8E}"/>
          </ac:spMkLst>
        </pc:spChg>
        <pc:spChg chg="add">
          <ac:chgData name="동혁 임" userId="879f4c796d7a5333" providerId="LiveId" clId="{99A0B7FB-7ABD-43B7-B0BE-CF1927BF6B47}" dt="2020-06-07T14:57:01.201" v="68787" actId="26606"/>
          <ac:spMkLst>
            <pc:docMk/>
            <pc:sldMk cId="3510336496" sldId="287"/>
            <ac:spMk id="35" creationId="{4B2B1C70-BF3F-41BD-871B-63D8F911F77B}"/>
          </ac:spMkLst>
        </pc:spChg>
        <pc:picChg chg="add mod modCrop">
          <ac:chgData name="동혁 임" userId="879f4c796d7a5333" providerId="LiveId" clId="{99A0B7FB-7ABD-43B7-B0BE-CF1927BF6B47}" dt="2020-06-07T14:58:44.514" v="68990" actId="732"/>
          <ac:picMkLst>
            <pc:docMk/>
            <pc:sldMk cId="3510336496" sldId="287"/>
            <ac:picMk id="5" creationId="{ED017885-22A6-4A50-90B8-B90F965999E3}"/>
          </ac:picMkLst>
        </pc:picChg>
        <pc:picChg chg="mod ord">
          <ac:chgData name="동혁 임" userId="879f4c796d7a5333" providerId="LiveId" clId="{99A0B7FB-7ABD-43B7-B0BE-CF1927BF6B47}" dt="2020-06-07T14:57:46.909" v="68791" actId="14100"/>
          <ac:picMkLst>
            <pc:docMk/>
            <pc:sldMk cId="3510336496" sldId="287"/>
            <ac:picMk id="6" creationId="{65AF0972-C492-45D0-A14F-3B8F55B9F39B}"/>
          </ac:picMkLst>
        </pc:picChg>
      </pc:sldChg>
      <pc:sldChg chg="modSp del">
        <pc:chgData name="동혁 임" userId="879f4c796d7a5333" providerId="LiveId" clId="{99A0B7FB-7ABD-43B7-B0BE-CF1927BF6B47}" dt="2020-06-07T14:58:53.442" v="68991" actId="47"/>
        <pc:sldMkLst>
          <pc:docMk/>
          <pc:sldMk cId="1958049466" sldId="288"/>
        </pc:sldMkLst>
        <pc:picChg chg="mod">
          <ac:chgData name="동혁 임" userId="879f4c796d7a5333" providerId="LiveId" clId="{99A0B7FB-7ABD-43B7-B0BE-CF1927BF6B47}" dt="2020-06-07T14:56:43.590" v="68783" actId="14826"/>
          <ac:picMkLst>
            <pc:docMk/>
            <pc:sldMk cId="1958049466" sldId="288"/>
            <ac:picMk id="6" creationId="{383E5EF9-645A-48CB-95CE-BCB4D655DCA5}"/>
          </ac:picMkLst>
        </pc:picChg>
      </pc:sldChg>
      <pc:sldChg chg="addSp delSp modSp mod">
        <pc:chgData name="동혁 임" userId="879f4c796d7a5333" providerId="LiveId" clId="{99A0B7FB-7ABD-43B7-B0BE-CF1927BF6B47}" dt="2020-06-07T15:49:41.501" v="70447" actId="2711"/>
        <pc:sldMkLst>
          <pc:docMk/>
          <pc:sldMk cId="4275357909" sldId="289"/>
        </pc:sldMkLst>
        <pc:spChg chg="mod">
          <ac:chgData name="동혁 임" userId="879f4c796d7a5333" providerId="LiveId" clId="{99A0B7FB-7ABD-43B7-B0BE-CF1927BF6B47}" dt="2020-06-07T15:49:41.501" v="70447" actId="2711"/>
          <ac:spMkLst>
            <pc:docMk/>
            <pc:sldMk cId="4275357909" sldId="289"/>
            <ac:spMk id="2" creationId="{DB57ED76-024C-4AE7-AB71-38CD04002138}"/>
          </ac:spMkLst>
        </pc:spChg>
        <pc:spChg chg="mod">
          <ac:chgData name="동혁 임" userId="879f4c796d7a5333" providerId="LiveId" clId="{99A0B7FB-7ABD-43B7-B0BE-CF1927BF6B47}" dt="2020-06-07T15:49:41.501" v="70447" actId="2711"/>
          <ac:spMkLst>
            <pc:docMk/>
            <pc:sldMk cId="4275357909" sldId="289"/>
            <ac:spMk id="4" creationId="{B1EE33ED-5F38-4EC9-B614-C788E23C84BB}"/>
          </ac:spMkLst>
        </pc:spChg>
        <pc:spChg chg="del">
          <ac:chgData name="동혁 임" userId="879f4c796d7a5333" providerId="LiveId" clId="{99A0B7FB-7ABD-43B7-B0BE-CF1927BF6B47}" dt="2020-06-07T15:37:44.163" v="69644" actId="26606"/>
          <ac:spMkLst>
            <pc:docMk/>
            <pc:sldMk cId="4275357909" sldId="289"/>
            <ac:spMk id="18" creationId="{D1A4588A-55D5-49B8-BE41-54ACDCFF2C17}"/>
          </ac:spMkLst>
        </pc:spChg>
        <pc:spChg chg="del">
          <ac:chgData name="동혁 임" userId="879f4c796d7a5333" providerId="LiveId" clId="{99A0B7FB-7ABD-43B7-B0BE-CF1927BF6B47}" dt="2020-06-07T15:37:44.163" v="69644" actId="26606"/>
          <ac:spMkLst>
            <pc:docMk/>
            <pc:sldMk cId="4275357909" sldId="289"/>
            <ac:spMk id="20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5:38:22.334" v="69726" actId="26606"/>
          <ac:spMkLst>
            <pc:docMk/>
            <pc:sldMk cId="4275357909" sldId="289"/>
            <ac:spMk id="25" creationId="{D1A4588A-55D5-49B8-BE41-54ACDCFF2C17}"/>
          </ac:spMkLst>
        </pc:spChg>
        <pc:spChg chg="add del">
          <ac:chgData name="동혁 임" userId="879f4c796d7a5333" providerId="LiveId" clId="{99A0B7FB-7ABD-43B7-B0BE-CF1927BF6B47}" dt="2020-06-07T15:38:22.334" v="69726" actId="26606"/>
          <ac:spMkLst>
            <pc:docMk/>
            <pc:sldMk cId="4275357909" sldId="289"/>
            <ac:spMk id="27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5:38:42.966" v="69730" actId="26606"/>
          <ac:spMkLst>
            <pc:docMk/>
            <pc:sldMk cId="4275357909" sldId="289"/>
            <ac:spMk id="32" creationId="{D1A4588A-55D5-49B8-BE41-54ACDCFF2C17}"/>
          </ac:spMkLst>
        </pc:spChg>
        <pc:spChg chg="add del">
          <ac:chgData name="동혁 임" userId="879f4c796d7a5333" providerId="LiveId" clId="{99A0B7FB-7ABD-43B7-B0BE-CF1927BF6B47}" dt="2020-06-07T15:38:42.966" v="69730" actId="26606"/>
          <ac:spMkLst>
            <pc:docMk/>
            <pc:sldMk cId="4275357909" sldId="289"/>
            <ac:spMk id="34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5:39:09.494" v="69732" actId="26606"/>
          <ac:spMkLst>
            <pc:docMk/>
            <pc:sldMk cId="4275357909" sldId="289"/>
            <ac:spMk id="39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5:39:09.494" v="69732" actId="26606"/>
          <ac:spMkLst>
            <pc:docMk/>
            <pc:sldMk cId="4275357909" sldId="289"/>
            <ac:spMk id="41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5:39:09.494" v="69732" actId="26606"/>
          <ac:spMkLst>
            <pc:docMk/>
            <pc:sldMk cId="4275357909" sldId="289"/>
            <ac:spMk id="43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5:39:09.494" v="69732" actId="26606"/>
          <ac:spMkLst>
            <pc:docMk/>
            <pc:sldMk cId="4275357909" sldId="289"/>
            <ac:spMk id="45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5:49:31.174" v="70438" actId="26606"/>
          <ac:spMkLst>
            <pc:docMk/>
            <pc:sldMk cId="4275357909" sldId="289"/>
            <ac:spMk id="50" creationId="{9F27744B-47AB-4459-8C2F-1D5EE63A3E09}"/>
          </ac:spMkLst>
        </pc:spChg>
        <pc:spChg chg="add del">
          <ac:chgData name="동혁 임" userId="879f4c796d7a5333" providerId="LiveId" clId="{99A0B7FB-7ABD-43B7-B0BE-CF1927BF6B47}" dt="2020-06-07T15:49:31.174" v="70438" actId="26606"/>
          <ac:spMkLst>
            <pc:docMk/>
            <pc:sldMk cId="4275357909" sldId="289"/>
            <ac:spMk id="52" creationId="{7D266DCC-5218-4AE0-B964-6FC2EA3BDF21}"/>
          </ac:spMkLst>
        </pc:spChg>
        <pc:spChg chg="add del">
          <ac:chgData name="동혁 임" userId="879f4c796d7a5333" providerId="LiveId" clId="{99A0B7FB-7ABD-43B7-B0BE-CF1927BF6B47}" dt="2020-06-07T15:49:31.174" v="70438" actId="26606"/>
          <ac:spMkLst>
            <pc:docMk/>
            <pc:sldMk cId="4275357909" sldId="289"/>
            <ac:spMk id="54" creationId="{973DE4F1-1583-4AE3-9696-9659D27C5F66}"/>
          </ac:spMkLst>
        </pc:spChg>
        <pc:spChg chg="add del">
          <ac:chgData name="동혁 임" userId="879f4c796d7a5333" providerId="LiveId" clId="{99A0B7FB-7ABD-43B7-B0BE-CF1927BF6B47}" dt="2020-06-07T15:49:31.174" v="70438" actId="26606"/>
          <ac:spMkLst>
            <pc:docMk/>
            <pc:sldMk cId="4275357909" sldId="289"/>
            <ac:spMk id="56" creationId="{D6297641-8B9F-4767-9606-8A11313227BF}"/>
          </ac:spMkLst>
        </pc:spChg>
        <pc:spChg chg="add del">
          <ac:chgData name="동혁 임" userId="879f4c796d7a5333" providerId="LiveId" clId="{99A0B7FB-7ABD-43B7-B0BE-CF1927BF6B47}" dt="2020-06-07T15:49:31.174" v="70438" actId="26606"/>
          <ac:spMkLst>
            <pc:docMk/>
            <pc:sldMk cId="4275357909" sldId="289"/>
            <ac:spMk id="58" creationId="{FD3C8959-A2A1-469E-8619-82F077E33FE5}"/>
          </ac:spMkLst>
        </pc:spChg>
        <pc:spChg chg="add">
          <ac:chgData name="동혁 임" userId="879f4c796d7a5333" providerId="LiveId" clId="{99A0B7FB-7ABD-43B7-B0BE-CF1927BF6B47}" dt="2020-06-07T15:49:31.174" v="70438" actId="26606"/>
          <ac:spMkLst>
            <pc:docMk/>
            <pc:sldMk cId="4275357909" sldId="289"/>
            <ac:spMk id="63" creationId="{E0C28A69-9B26-45AC-AFF7-719A7A50A092}"/>
          </ac:spMkLst>
        </pc:spChg>
        <pc:spChg chg="add">
          <ac:chgData name="동혁 임" userId="879f4c796d7a5333" providerId="LiveId" clId="{99A0B7FB-7ABD-43B7-B0BE-CF1927BF6B47}" dt="2020-06-07T15:49:31.174" v="70438" actId="26606"/>
          <ac:spMkLst>
            <pc:docMk/>
            <pc:sldMk cId="4275357909" sldId="289"/>
            <ac:spMk id="65" creationId="{33AE4636-AEEC-45D6-84D4-7AC2DA48ECF8}"/>
          </ac:spMkLst>
        </pc:spChg>
        <pc:spChg chg="add">
          <ac:chgData name="동혁 임" userId="879f4c796d7a5333" providerId="LiveId" clId="{99A0B7FB-7ABD-43B7-B0BE-CF1927BF6B47}" dt="2020-06-07T15:49:31.174" v="70438" actId="26606"/>
          <ac:spMkLst>
            <pc:docMk/>
            <pc:sldMk cId="4275357909" sldId="289"/>
            <ac:spMk id="67" creationId="{8D9CE0F4-2EB2-4F1F-8AAC-DB3571D9FE10}"/>
          </ac:spMkLst>
        </pc:spChg>
        <pc:picChg chg="mod ord">
          <ac:chgData name="동혁 임" userId="879f4c796d7a5333" providerId="LiveId" clId="{99A0B7FB-7ABD-43B7-B0BE-CF1927BF6B47}" dt="2020-06-07T15:49:31.174" v="70438" actId="26606"/>
          <ac:picMkLst>
            <pc:docMk/>
            <pc:sldMk cId="4275357909" sldId="289"/>
            <ac:picMk id="6" creationId="{21BD9FF8-59A8-425E-AB58-55B706474947}"/>
          </ac:picMkLst>
        </pc:picChg>
      </pc:sldChg>
      <pc:sldChg chg="addSp delSp modSp mod">
        <pc:chgData name="동혁 임" userId="879f4c796d7a5333" providerId="LiveId" clId="{99A0B7FB-7ABD-43B7-B0BE-CF1927BF6B47}" dt="2020-06-07T15:41:15.265" v="69827" actId="732"/>
        <pc:sldMkLst>
          <pc:docMk/>
          <pc:sldMk cId="2758940269" sldId="291"/>
        </pc:sldMkLst>
        <pc:spChg chg="mod">
          <ac:chgData name="동혁 임" userId="879f4c796d7a5333" providerId="LiveId" clId="{99A0B7FB-7ABD-43B7-B0BE-CF1927BF6B47}" dt="2020-06-07T15:40:45.448" v="69810" actId="2711"/>
          <ac:spMkLst>
            <pc:docMk/>
            <pc:sldMk cId="2758940269" sldId="291"/>
            <ac:spMk id="2" creationId="{20C9FD1E-FA51-4970-B851-8E11B6A96436}"/>
          </ac:spMkLst>
        </pc:spChg>
        <pc:spChg chg="mod ord">
          <ac:chgData name="동혁 임" userId="879f4c796d7a5333" providerId="LiveId" clId="{99A0B7FB-7ABD-43B7-B0BE-CF1927BF6B47}" dt="2020-06-07T15:40:59.348" v="69826" actId="20577"/>
          <ac:spMkLst>
            <pc:docMk/>
            <pc:sldMk cId="2758940269" sldId="291"/>
            <ac:spMk id="4" creationId="{914626F8-BFA2-4FB7-9CA4-09CEC4E8ED54}"/>
          </ac:spMkLst>
        </pc:spChg>
        <pc:spChg chg="del">
          <ac:chgData name="동혁 임" userId="879f4c796d7a5333" providerId="LiveId" clId="{99A0B7FB-7ABD-43B7-B0BE-CF1927BF6B47}" dt="2020-06-07T15:40:00.916" v="69751" actId="26606"/>
          <ac:spMkLst>
            <pc:docMk/>
            <pc:sldMk cId="2758940269" sldId="291"/>
            <ac:spMk id="11" creationId="{D1A4588A-55D5-49B8-BE41-54ACDCFF2C17}"/>
          </ac:spMkLst>
        </pc:spChg>
        <pc:spChg chg="del">
          <ac:chgData name="동혁 임" userId="879f4c796d7a5333" providerId="LiveId" clId="{99A0B7FB-7ABD-43B7-B0BE-CF1927BF6B47}" dt="2020-06-07T15:40:00.916" v="69751" actId="26606"/>
          <ac:spMkLst>
            <pc:docMk/>
            <pc:sldMk cId="2758940269" sldId="291"/>
            <ac:spMk id="13" creationId="{F97E7EA2-EDCD-47E9-81BC-415C606D1B58}"/>
          </ac:spMkLst>
        </pc:spChg>
        <pc:spChg chg="add">
          <ac:chgData name="동혁 임" userId="879f4c796d7a5333" providerId="LiveId" clId="{99A0B7FB-7ABD-43B7-B0BE-CF1927BF6B47}" dt="2020-06-07T15:40:00.916" v="69751" actId="26606"/>
          <ac:spMkLst>
            <pc:docMk/>
            <pc:sldMk cId="2758940269" sldId="291"/>
            <ac:spMk id="18" creationId="{6D24BC9E-AC6A-42EE-AFD8-B290720B841F}"/>
          </ac:spMkLst>
        </pc:spChg>
        <pc:spChg chg="add">
          <ac:chgData name="동혁 임" userId="879f4c796d7a5333" providerId="LiveId" clId="{99A0B7FB-7ABD-43B7-B0BE-CF1927BF6B47}" dt="2020-06-07T15:40:00.916" v="69751" actId="26606"/>
          <ac:spMkLst>
            <pc:docMk/>
            <pc:sldMk cId="2758940269" sldId="291"/>
            <ac:spMk id="20" creationId="{0990C621-3B8B-4820-8328-D47EF7CE823C}"/>
          </ac:spMkLst>
        </pc:spChg>
        <pc:spChg chg="add">
          <ac:chgData name="동혁 임" userId="879f4c796d7a5333" providerId="LiveId" clId="{99A0B7FB-7ABD-43B7-B0BE-CF1927BF6B47}" dt="2020-06-07T15:40:00.916" v="69751" actId="26606"/>
          <ac:spMkLst>
            <pc:docMk/>
            <pc:sldMk cId="2758940269" sldId="291"/>
            <ac:spMk id="22" creationId="{C1A2385B-1D2A-4E17-84FA-6CB7F0AAE473}"/>
          </ac:spMkLst>
        </pc:spChg>
        <pc:spChg chg="add">
          <ac:chgData name="동혁 임" userId="879f4c796d7a5333" providerId="LiveId" clId="{99A0B7FB-7ABD-43B7-B0BE-CF1927BF6B47}" dt="2020-06-07T15:40:00.916" v="69751" actId="26606"/>
          <ac:spMkLst>
            <pc:docMk/>
            <pc:sldMk cId="2758940269" sldId="291"/>
            <ac:spMk id="24" creationId="{5E791F2F-79DB-4CC0-9FA1-001E3E91E8B7}"/>
          </ac:spMkLst>
        </pc:spChg>
        <pc:picChg chg="add del mod modCrop">
          <ac:chgData name="동혁 임" userId="879f4c796d7a5333" providerId="LiveId" clId="{99A0B7FB-7ABD-43B7-B0BE-CF1927BF6B47}" dt="2020-06-07T15:41:15.265" v="69827" actId="732"/>
          <ac:picMkLst>
            <pc:docMk/>
            <pc:sldMk cId="2758940269" sldId="291"/>
            <ac:picMk id="5" creationId="{CB0D04CF-00FC-4748-AC86-067EC217C7EA}"/>
          </ac:picMkLst>
        </pc:picChg>
        <pc:picChg chg="mod ord">
          <ac:chgData name="동혁 임" userId="879f4c796d7a5333" providerId="LiveId" clId="{99A0B7FB-7ABD-43B7-B0BE-CF1927BF6B47}" dt="2020-06-07T15:40:17.838" v="69756" actId="14100"/>
          <ac:picMkLst>
            <pc:docMk/>
            <pc:sldMk cId="2758940269" sldId="291"/>
            <ac:picMk id="6" creationId="{8DF329BA-362E-4D95-A10F-B6B95F7525F1}"/>
          </ac:picMkLst>
        </pc:picChg>
      </pc:sldChg>
      <pc:sldChg chg="del">
        <pc:chgData name="동혁 임" userId="879f4c796d7a5333" providerId="LiveId" clId="{99A0B7FB-7ABD-43B7-B0BE-CF1927BF6B47}" dt="2020-06-07T15:41:18.326" v="69828" actId="47"/>
        <pc:sldMkLst>
          <pc:docMk/>
          <pc:sldMk cId="2163758154" sldId="292"/>
        </pc:sldMkLst>
      </pc:sldChg>
      <pc:sldChg chg="addSp delSp modSp add del mod">
        <pc:chgData name="동혁 임" userId="879f4c796d7a5333" providerId="LiveId" clId="{99A0B7FB-7ABD-43B7-B0BE-CF1927BF6B47}" dt="2020-06-07T15:49:49.486" v="70448" actId="1076"/>
        <pc:sldMkLst>
          <pc:docMk/>
          <pc:sldMk cId="134118151" sldId="293"/>
        </pc:sldMkLst>
        <pc:spChg chg="mod">
          <ac:chgData name="동혁 임" userId="879f4c796d7a5333" providerId="LiveId" clId="{99A0B7FB-7ABD-43B7-B0BE-CF1927BF6B47}" dt="2020-06-07T15:42:35.154" v="69931" actId="2711"/>
          <ac:spMkLst>
            <pc:docMk/>
            <pc:sldMk cId="134118151" sldId="293"/>
            <ac:spMk id="2" creationId="{D5ACE188-B48E-4E4A-8E37-B9C0F861A50F}"/>
          </ac:spMkLst>
        </pc:spChg>
        <pc:spChg chg="mod">
          <ac:chgData name="동혁 임" userId="879f4c796d7a5333" providerId="LiveId" clId="{99A0B7FB-7ABD-43B7-B0BE-CF1927BF6B47}" dt="2020-06-07T15:43:22.937" v="70021" actId="27636"/>
          <ac:spMkLst>
            <pc:docMk/>
            <pc:sldMk cId="134118151" sldId="293"/>
            <ac:spMk id="4" creationId="{2BE456FA-27F2-4404-AC33-077730B886E6}"/>
          </ac:spMkLst>
        </pc:spChg>
        <pc:spChg chg="del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36" creationId="{231BF440-39FA-4087-84CC-2EEC0BBDAF29}"/>
          </ac:spMkLst>
        </pc:spChg>
        <pc:spChg chg="del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37" creationId="{F04E4CBA-303B-48BD-8451-C2701CB0EEBF}"/>
          </ac:spMkLst>
        </pc:spChg>
        <pc:spChg chg="del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38" creationId="{F6CA58B3-AFCC-4A40-9882-50D5080879B0}"/>
          </ac:spMkLst>
        </pc:spChg>
        <pc:spChg chg="del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39" creationId="{75C56826-D4E5-42ED-8529-079651CB3005}"/>
          </ac:spMkLst>
        </pc:spChg>
        <pc:spChg chg="del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40" creationId="{82095FCE-EF05-4443-B97A-85DEE3A5CA17}"/>
          </ac:spMkLst>
        </pc:spChg>
        <pc:spChg chg="del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41" creationId="{CA00AE6B-AA30-4CF8-BA6F-339B780AD76C}"/>
          </ac:spMkLst>
        </pc:spChg>
        <pc:spChg chg="add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46" creationId="{6D24BC9E-AC6A-42EE-AFD8-B290720B841F}"/>
          </ac:spMkLst>
        </pc:spChg>
        <pc:spChg chg="add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48" creationId="{0990C621-3B8B-4820-8328-D47EF7CE823C}"/>
          </ac:spMkLst>
        </pc:spChg>
        <pc:spChg chg="add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50" creationId="{C1A2385B-1D2A-4E17-84FA-6CB7F0AAE473}"/>
          </ac:spMkLst>
        </pc:spChg>
        <pc:spChg chg="add">
          <ac:chgData name="동혁 임" userId="879f4c796d7a5333" providerId="LiveId" clId="{99A0B7FB-7ABD-43B7-B0BE-CF1927BF6B47}" dt="2020-06-07T15:41:27.495" v="69831" actId="26606"/>
          <ac:spMkLst>
            <pc:docMk/>
            <pc:sldMk cId="134118151" sldId="293"/>
            <ac:spMk id="52" creationId="{5E791F2F-79DB-4CC0-9FA1-001E3E91E8B7}"/>
          </ac:spMkLst>
        </pc:spChg>
        <pc:picChg chg="mod ord modCrop">
          <ac:chgData name="동혁 임" userId="879f4c796d7a5333" providerId="LiveId" clId="{99A0B7FB-7ABD-43B7-B0BE-CF1927BF6B47}" dt="2020-06-07T15:42:23.572" v="69930" actId="1076"/>
          <ac:picMkLst>
            <pc:docMk/>
            <pc:sldMk cId="134118151" sldId="293"/>
            <ac:picMk id="12" creationId="{CF0FD23E-48DD-42F8-B772-14B5FBBF9DD0}"/>
          </ac:picMkLst>
        </pc:picChg>
        <pc:picChg chg="mod ord modCrop">
          <ac:chgData name="동혁 임" userId="879f4c796d7a5333" providerId="LiveId" clId="{99A0B7FB-7ABD-43B7-B0BE-CF1927BF6B47}" dt="2020-06-07T15:49:49.486" v="70448" actId="1076"/>
          <ac:picMkLst>
            <pc:docMk/>
            <pc:sldMk cId="134118151" sldId="293"/>
            <ac:picMk id="14" creationId="{8D0EFBE7-6B19-4666-A992-899D3C19D432}"/>
          </ac:picMkLst>
        </pc:picChg>
      </pc:sldChg>
      <pc:sldChg chg="addSp delSp modSp mod">
        <pc:chgData name="동혁 임" userId="879f4c796d7a5333" providerId="LiveId" clId="{99A0B7FB-7ABD-43B7-B0BE-CF1927BF6B47}" dt="2020-06-07T15:48:10.285" v="70405" actId="5793"/>
        <pc:sldMkLst>
          <pc:docMk/>
          <pc:sldMk cId="3419936854" sldId="294"/>
        </pc:sldMkLst>
        <pc:spChg chg="mod">
          <ac:chgData name="동혁 임" userId="879f4c796d7a5333" providerId="LiveId" clId="{99A0B7FB-7ABD-43B7-B0BE-CF1927BF6B47}" dt="2020-06-07T15:48:08.006" v="70402" actId="2711"/>
          <ac:spMkLst>
            <pc:docMk/>
            <pc:sldMk cId="3419936854" sldId="294"/>
            <ac:spMk id="2" creationId="{C7E5EF81-D796-44C5-B5D6-B2739050D156}"/>
          </ac:spMkLst>
        </pc:spChg>
        <pc:spChg chg="mod">
          <ac:chgData name="동혁 임" userId="879f4c796d7a5333" providerId="LiveId" clId="{99A0B7FB-7ABD-43B7-B0BE-CF1927BF6B47}" dt="2020-06-07T15:48:10.285" v="70405" actId="5793"/>
          <ac:spMkLst>
            <pc:docMk/>
            <pc:sldMk cId="3419936854" sldId="294"/>
            <ac:spMk id="4" creationId="{881A59EA-D52E-4CAE-A04C-CC30F711E179}"/>
          </ac:spMkLst>
        </pc:spChg>
        <pc:spChg chg="add del">
          <ac:chgData name="동혁 임" userId="879f4c796d7a5333" providerId="LiveId" clId="{99A0B7FB-7ABD-43B7-B0BE-CF1927BF6B47}" dt="2020-06-07T15:43:46.209" v="70027" actId="26606"/>
          <ac:spMkLst>
            <pc:docMk/>
            <pc:sldMk cId="3419936854" sldId="294"/>
            <ac:spMk id="19" creationId="{D1A4588A-55D5-49B8-BE41-54ACDCFF2C17}"/>
          </ac:spMkLst>
        </pc:spChg>
        <pc:spChg chg="add del">
          <ac:chgData name="동혁 임" userId="879f4c796d7a5333" providerId="LiveId" clId="{99A0B7FB-7ABD-43B7-B0BE-CF1927BF6B47}" dt="2020-06-07T15:43:46.209" v="70027" actId="26606"/>
          <ac:spMkLst>
            <pc:docMk/>
            <pc:sldMk cId="3419936854" sldId="294"/>
            <ac:spMk id="20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5:43:46.201" v="70026" actId="26606"/>
          <ac:spMkLst>
            <pc:docMk/>
            <pc:sldMk cId="3419936854" sldId="294"/>
            <ac:spMk id="25" creationId="{D1A4588A-55D5-49B8-BE41-54ACDCFF2C17}"/>
          </ac:spMkLst>
        </pc:spChg>
        <pc:spChg chg="add del">
          <ac:chgData name="동혁 임" userId="879f4c796d7a5333" providerId="LiveId" clId="{99A0B7FB-7ABD-43B7-B0BE-CF1927BF6B47}" dt="2020-06-07T15:43:46.201" v="70026" actId="26606"/>
          <ac:spMkLst>
            <pc:docMk/>
            <pc:sldMk cId="3419936854" sldId="294"/>
            <ac:spMk id="27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5:48:03.814" v="70401" actId="26606"/>
          <ac:spMkLst>
            <pc:docMk/>
            <pc:sldMk cId="3419936854" sldId="294"/>
            <ac:spMk id="29" creationId="{973DE4F1-1583-4AE3-9696-9659D27C5F66}"/>
          </ac:spMkLst>
        </pc:spChg>
        <pc:spChg chg="add del">
          <ac:chgData name="동혁 임" userId="879f4c796d7a5333" providerId="LiveId" clId="{99A0B7FB-7ABD-43B7-B0BE-CF1927BF6B47}" dt="2020-06-07T15:48:03.814" v="70401" actId="26606"/>
          <ac:spMkLst>
            <pc:docMk/>
            <pc:sldMk cId="3419936854" sldId="294"/>
            <ac:spMk id="30" creationId="{9F27744B-47AB-4459-8C2F-1D5EE63A3E09}"/>
          </ac:spMkLst>
        </pc:spChg>
        <pc:spChg chg="add del">
          <ac:chgData name="동혁 임" userId="879f4c796d7a5333" providerId="LiveId" clId="{99A0B7FB-7ABD-43B7-B0BE-CF1927BF6B47}" dt="2020-06-07T15:48:03.814" v="70401" actId="26606"/>
          <ac:spMkLst>
            <pc:docMk/>
            <pc:sldMk cId="3419936854" sldId="294"/>
            <ac:spMk id="31" creationId="{D6297641-8B9F-4767-9606-8A11313227BF}"/>
          </ac:spMkLst>
        </pc:spChg>
        <pc:spChg chg="add del">
          <ac:chgData name="동혁 임" userId="879f4c796d7a5333" providerId="LiveId" clId="{99A0B7FB-7ABD-43B7-B0BE-CF1927BF6B47}" dt="2020-06-07T15:48:03.814" v="70401" actId="26606"/>
          <ac:spMkLst>
            <pc:docMk/>
            <pc:sldMk cId="3419936854" sldId="294"/>
            <ac:spMk id="32" creationId="{7D266DCC-5218-4AE0-B964-6FC2EA3BDF21}"/>
          </ac:spMkLst>
        </pc:spChg>
        <pc:spChg chg="add del">
          <ac:chgData name="동혁 임" userId="879f4c796d7a5333" providerId="LiveId" clId="{99A0B7FB-7ABD-43B7-B0BE-CF1927BF6B47}" dt="2020-06-07T15:48:03.814" v="70401" actId="26606"/>
          <ac:spMkLst>
            <pc:docMk/>
            <pc:sldMk cId="3419936854" sldId="294"/>
            <ac:spMk id="33" creationId="{FD3C8959-A2A1-469E-8619-82F077E33FE5}"/>
          </ac:spMkLst>
        </pc:spChg>
        <pc:spChg chg="add">
          <ac:chgData name="동혁 임" userId="879f4c796d7a5333" providerId="LiveId" clId="{99A0B7FB-7ABD-43B7-B0BE-CF1927BF6B47}" dt="2020-06-07T15:48:03.814" v="70401" actId="26606"/>
          <ac:spMkLst>
            <pc:docMk/>
            <pc:sldMk cId="3419936854" sldId="294"/>
            <ac:spMk id="38" creationId="{E0C28A69-9B26-45AC-AFF7-719A7A50A092}"/>
          </ac:spMkLst>
        </pc:spChg>
        <pc:spChg chg="add">
          <ac:chgData name="동혁 임" userId="879f4c796d7a5333" providerId="LiveId" clId="{99A0B7FB-7ABD-43B7-B0BE-CF1927BF6B47}" dt="2020-06-07T15:48:03.814" v="70401" actId="26606"/>
          <ac:spMkLst>
            <pc:docMk/>
            <pc:sldMk cId="3419936854" sldId="294"/>
            <ac:spMk id="40" creationId="{33AE4636-AEEC-45D6-84D4-7AC2DA48ECF8}"/>
          </ac:spMkLst>
        </pc:spChg>
        <pc:spChg chg="add">
          <ac:chgData name="동혁 임" userId="879f4c796d7a5333" providerId="LiveId" clId="{99A0B7FB-7ABD-43B7-B0BE-CF1927BF6B47}" dt="2020-06-07T15:48:03.814" v="70401" actId="26606"/>
          <ac:spMkLst>
            <pc:docMk/>
            <pc:sldMk cId="3419936854" sldId="294"/>
            <ac:spMk id="42" creationId="{8D9CE0F4-2EB2-4F1F-8AAC-DB3571D9FE10}"/>
          </ac:spMkLst>
        </pc:spChg>
        <pc:picChg chg="mod ord">
          <ac:chgData name="동혁 임" userId="879f4c796d7a5333" providerId="LiveId" clId="{99A0B7FB-7ABD-43B7-B0BE-CF1927BF6B47}" dt="2020-06-07T15:48:03.814" v="70401" actId="26606"/>
          <ac:picMkLst>
            <pc:docMk/>
            <pc:sldMk cId="3419936854" sldId="294"/>
            <ac:picMk id="6" creationId="{7D3ADEB6-DA67-41EB-8B00-4AFA3C5AADD7}"/>
          </ac:picMkLst>
        </pc:picChg>
      </pc:sldChg>
      <pc:sldChg chg="del">
        <pc:chgData name="동혁 임" userId="879f4c796d7a5333" providerId="LiveId" clId="{99A0B7FB-7ABD-43B7-B0BE-CF1927BF6B47}" dt="2020-06-07T15:44:45.867" v="70256" actId="47"/>
        <pc:sldMkLst>
          <pc:docMk/>
          <pc:sldMk cId="3239866930" sldId="295"/>
        </pc:sldMkLst>
      </pc:sldChg>
      <pc:sldChg chg="addSp delSp modSp add del mod">
        <pc:chgData name="동혁 임" userId="879f4c796d7a5333" providerId="LiveId" clId="{99A0B7FB-7ABD-43B7-B0BE-CF1927BF6B47}" dt="2020-06-07T15:48:20.106" v="70414" actId="18131"/>
        <pc:sldMkLst>
          <pc:docMk/>
          <pc:sldMk cId="3453799998" sldId="296"/>
        </pc:sldMkLst>
        <pc:spChg chg="mod">
          <ac:chgData name="동혁 임" userId="879f4c796d7a5333" providerId="LiveId" clId="{99A0B7FB-7ABD-43B7-B0BE-CF1927BF6B47}" dt="2020-06-07T15:45:47.800" v="70374" actId="2711"/>
          <ac:spMkLst>
            <pc:docMk/>
            <pc:sldMk cId="3453799998" sldId="296"/>
            <ac:spMk id="2" creationId="{92C06D0C-8153-4E66-9D6C-7B98054B364C}"/>
          </ac:spMkLst>
        </pc:spChg>
        <pc:spChg chg="mod">
          <ac:chgData name="동혁 임" userId="879f4c796d7a5333" providerId="LiveId" clId="{99A0B7FB-7ABD-43B7-B0BE-CF1927BF6B47}" dt="2020-06-07T15:45:47.800" v="70374" actId="2711"/>
          <ac:spMkLst>
            <pc:docMk/>
            <pc:sldMk cId="3453799998" sldId="296"/>
            <ac:spMk id="4" creationId="{83BF1C50-118C-4AE9-B31E-DA8BFF06F8AF}"/>
          </ac:spMkLst>
        </pc:spChg>
        <pc:spChg chg="del">
          <ac:chgData name="동혁 임" userId="879f4c796d7a5333" providerId="LiveId" clId="{99A0B7FB-7ABD-43B7-B0BE-CF1927BF6B47}" dt="2020-06-07T15:45:22.883" v="70262" actId="26606"/>
          <ac:spMkLst>
            <pc:docMk/>
            <pc:sldMk cId="3453799998" sldId="296"/>
            <ac:spMk id="38" creationId="{2A299ADF-C96B-4580-9DF4-9D9269C56780}"/>
          </ac:spMkLst>
        </pc:spChg>
        <pc:spChg chg="del">
          <ac:chgData name="동혁 임" userId="879f4c796d7a5333" providerId="LiveId" clId="{99A0B7FB-7ABD-43B7-B0BE-CF1927BF6B47}" dt="2020-06-07T15:45:22.883" v="70262" actId="26606"/>
          <ac:spMkLst>
            <pc:docMk/>
            <pc:sldMk cId="3453799998" sldId="296"/>
            <ac:spMk id="40" creationId="{77B9ED5D-FBCA-4F0D-A30B-F8DB7B425553}"/>
          </ac:spMkLst>
        </pc:spChg>
        <pc:spChg chg="del">
          <ac:chgData name="동혁 임" userId="879f4c796d7a5333" providerId="LiveId" clId="{99A0B7FB-7ABD-43B7-B0BE-CF1927BF6B47}" dt="2020-06-07T15:45:22.883" v="70262" actId="26606"/>
          <ac:spMkLst>
            <pc:docMk/>
            <pc:sldMk cId="3453799998" sldId="296"/>
            <ac:spMk id="42" creationId="{406034C9-73F6-444C-8AF7-50F88478617D}"/>
          </ac:spMkLst>
        </pc:spChg>
        <pc:spChg chg="add">
          <ac:chgData name="동혁 임" userId="879f4c796d7a5333" providerId="LiveId" clId="{99A0B7FB-7ABD-43B7-B0BE-CF1927BF6B47}" dt="2020-06-07T15:45:22.883" v="70262" actId="26606"/>
          <ac:spMkLst>
            <pc:docMk/>
            <pc:sldMk cId="3453799998" sldId="296"/>
            <ac:spMk id="47" creationId="{E0C28A69-9B26-45AC-AFF7-719A7A50A092}"/>
          </ac:spMkLst>
        </pc:spChg>
        <pc:spChg chg="add">
          <ac:chgData name="동혁 임" userId="879f4c796d7a5333" providerId="LiveId" clId="{99A0B7FB-7ABD-43B7-B0BE-CF1927BF6B47}" dt="2020-06-07T15:45:22.883" v="70262" actId="26606"/>
          <ac:spMkLst>
            <pc:docMk/>
            <pc:sldMk cId="3453799998" sldId="296"/>
            <ac:spMk id="49" creationId="{33AE4636-AEEC-45D6-84D4-7AC2DA48ECF8}"/>
          </ac:spMkLst>
        </pc:spChg>
        <pc:spChg chg="add">
          <ac:chgData name="동혁 임" userId="879f4c796d7a5333" providerId="LiveId" clId="{99A0B7FB-7ABD-43B7-B0BE-CF1927BF6B47}" dt="2020-06-07T15:45:22.883" v="70262" actId="26606"/>
          <ac:spMkLst>
            <pc:docMk/>
            <pc:sldMk cId="3453799998" sldId="296"/>
            <ac:spMk id="51" creationId="{8D9CE0F4-2EB2-4F1F-8AAC-DB3571D9FE10}"/>
          </ac:spMkLst>
        </pc:spChg>
        <pc:picChg chg="mod modCrop">
          <ac:chgData name="동혁 임" userId="879f4c796d7a5333" providerId="LiveId" clId="{99A0B7FB-7ABD-43B7-B0BE-CF1927BF6B47}" dt="2020-06-07T15:48:20.106" v="70414" actId="18131"/>
          <ac:picMkLst>
            <pc:docMk/>
            <pc:sldMk cId="3453799998" sldId="296"/>
            <ac:picMk id="14" creationId="{201854F3-5E52-42E9-BB57-2F1E6E47F1AC}"/>
          </ac:picMkLst>
        </pc:picChg>
        <pc:picChg chg="del">
          <ac:chgData name="동혁 임" userId="879f4c796d7a5333" providerId="LiveId" clId="{99A0B7FB-7ABD-43B7-B0BE-CF1927BF6B47}" dt="2020-06-07T15:45:05.728" v="70260" actId="478"/>
          <ac:picMkLst>
            <pc:docMk/>
            <pc:sldMk cId="3453799998" sldId="296"/>
            <ac:picMk id="16" creationId="{D4EB172D-F8B9-4439-9D30-8DC9B5F282C4}"/>
          </ac:picMkLst>
        </pc:picChg>
        <pc:picChg chg="del">
          <ac:chgData name="동혁 임" userId="879f4c796d7a5333" providerId="LiveId" clId="{99A0B7FB-7ABD-43B7-B0BE-CF1927BF6B47}" dt="2020-06-07T15:45:04.666" v="70259" actId="478"/>
          <ac:picMkLst>
            <pc:docMk/>
            <pc:sldMk cId="3453799998" sldId="296"/>
            <ac:picMk id="22" creationId="{4FBD681D-D5BC-4943-A069-F475FE342DA4}"/>
          </ac:picMkLst>
        </pc:picChg>
      </pc:sldChg>
      <pc:sldChg chg="del">
        <pc:chgData name="동혁 임" userId="879f4c796d7a5333" providerId="LiveId" clId="{99A0B7FB-7ABD-43B7-B0BE-CF1927BF6B47}" dt="2020-06-07T15:52:08.941" v="71083" actId="47"/>
        <pc:sldMkLst>
          <pc:docMk/>
          <pc:sldMk cId="3355841554" sldId="297"/>
        </pc:sldMkLst>
      </pc:sldChg>
      <pc:sldChg chg="addSp delSp modSp mod">
        <pc:chgData name="동혁 임" userId="879f4c796d7a5333" providerId="LiveId" clId="{99A0B7FB-7ABD-43B7-B0BE-CF1927BF6B47}" dt="2020-06-07T15:52:19.798" v="71090" actId="403"/>
        <pc:sldMkLst>
          <pc:docMk/>
          <pc:sldMk cId="1216207896" sldId="298"/>
        </pc:sldMkLst>
        <pc:spChg chg="mod ord">
          <ac:chgData name="동혁 임" userId="879f4c796d7a5333" providerId="LiveId" clId="{99A0B7FB-7ABD-43B7-B0BE-CF1927BF6B47}" dt="2020-06-07T15:52:13.690" v="71084" actId="2711"/>
          <ac:spMkLst>
            <pc:docMk/>
            <pc:sldMk cId="1216207896" sldId="298"/>
            <ac:spMk id="2" creationId="{4DCEEE19-1354-4346-BA1D-E6B64FBA347F}"/>
          </ac:spMkLst>
        </pc:spChg>
        <pc:spChg chg="mod ord">
          <ac:chgData name="동혁 임" userId="879f4c796d7a5333" providerId="LiveId" clId="{99A0B7FB-7ABD-43B7-B0BE-CF1927BF6B47}" dt="2020-06-07T15:52:19.798" v="71090" actId="403"/>
          <ac:spMkLst>
            <pc:docMk/>
            <pc:sldMk cId="1216207896" sldId="298"/>
            <ac:spMk id="4" creationId="{AFBDCC4C-08C9-4B73-8566-E8C9D1D9FF86}"/>
          </ac:spMkLst>
        </pc:spChg>
        <pc:spChg chg="add del mod">
          <ac:chgData name="동혁 임" userId="879f4c796d7a5333" providerId="LiveId" clId="{99A0B7FB-7ABD-43B7-B0BE-CF1927BF6B47}" dt="2020-06-07T15:47:04.984" v="70377" actId="931"/>
          <ac:spMkLst>
            <pc:docMk/>
            <pc:sldMk cId="1216207896" sldId="298"/>
            <ac:spMk id="5" creationId="{7D211141-E2EE-4559-8AAD-3AB05242EB32}"/>
          </ac:spMkLst>
        </pc:spChg>
        <pc:spChg chg="del">
          <ac:chgData name="동혁 임" userId="879f4c796d7a5333" providerId="LiveId" clId="{99A0B7FB-7ABD-43B7-B0BE-CF1927BF6B47}" dt="2020-06-07T15:47:13.357" v="70383" actId="26606"/>
          <ac:spMkLst>
            <pc:docMk/>
            <pc:sldMk cId="1216207896" sldId="298"/>
            <ac:spMk id="11" creationId="{D1A4588A-55D5-49B8-BE41-54ACDCFF2C17}"/>
          </ac:spMkLst>
        </pc:spChg>
        <pc:spChg chg="del">
          <ac:chgData name="동혁 임" userId="879f4c796d7a5333" providerId="LiveId" clId="{99A0B7FB-7ABD-43B7-B0BE-CF1927BF6B47}" dt="2020-06-07T15:47:13.357" v="70383" actId="26606"/>
          <ac:spMkLst>
            <pc:docMk/>
            <pc:sldMk cId="1216207896" sldId="298"/>
            <ac:spMk id="13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5:47:41.504" v="70400" actId="26606"/>
          <ac:spMkLst>
            <pc:docMk/>
            <pc:sldMk cId="1216207896" sldId="298"/>
            <ac:spMk id="18" creationId="{6D24BC9E-AC6A-42EE-AFD8-B290720B841F}"/>
          </ac:spMkLst>
        </pc:spChg>
        <pc:spChg chg="add del">
          <ac:chgData name="동혁 임" userId="879f4c796d7a5333" providerId="LiveId" clId="{99A0B7FB-7ABD-43B7-B0BE-CF1927BF6B47}" dt="2020-06-07T15:47:41.504" v="70400" actId="26606"/>
          <ac:spMkLst>
            <pc:docMk/>
            <pc:sldMk cId="1216207896" sldId="298"/>
            <ac:spMk id="20" creationId="{0990C621-3B8B-4820-8328-D47EF7CE823C}"/>
          </ac:spMkLst>
        </pc:spChg>
        <pc:spChg chg="add del">
          <ac:chgData name="동혁 임" userId="879f4c796d7a5333" providerId="LiveId" clId="{99A0B7FB-7ABD-43B7-B0BE-CF1927BF6B47}" dt="2020-06-07T15:47:41.504" v="70400" actId="26606"/>
          <ac:spMkLst>
            <pc:docMk/>
            <pc:sldMk cId="1216207896" sldId="298"/>
            <ac:spMk id="22" creationId="{C1A2385B-1D2A-4E17-84FA-6CB7F0AAE473}"/>
          </ac:spMkLst>
        </pc:spChg>
        <pc:spChg chg="add del">
          <ac:chgData name="동혁 임" userId="879f4c796d7a5333" providerId="LiveId" clId="{99A0B7FB-7ABD-43B7-B0BE-CF1927BF6B47}" dt="2020-06-07T15:47:41.504" v="70400" actId="26606"/>
          <ac:spMkLst>
            <pc:docMk/>
            <pc:sldMk cId="1216207896" sldId="298"/>
            <ac:spMk id="24" creationId="{5E791F2F-79DB-4CC0-9FA1-001E3E91E8B7}"/>
          </ac:spMkLst>
        </pc:spChg>
        <pc:spChg chg="add del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29" creationId="{231BF440-39FA-4087-84CC-2EEC0BBDAF29}"/>
          </ac:spMkLst>
        </pc:spChg>
        <pc:spChg chg="add del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31" creationId="{F04E4CBA-303B-48BD-8451-C2701CB0EEBF}"/>
          </ac:spMkLst>
        </pc:spChg>
        <pc:spChg chg="add del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33" creationId="{F6CA58B3-AFCC-4A40-9882-50D5080879B0}"/>
          </ac:spMkLst>
        </pc:spChg>
        <pc:spChg chg="add del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35" creationId="{75C56826-D4E5-42ED-8529-079651CB3005}"/>
          </ac:spMkLst>
        </pc:spChg>
        <pc:spChg chg="add del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37" creationId="{82095FCE-EF05-4443-B97A-85DEE3A5CA17}"/>
          </ac:spMkLst>
        </pc:spChg>
        <pc:spChg chg="add del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39" creationId="{CA00AE6B-AA30-4CF8-BA6F-339B780AD76C}"/>
          </ac:spMkLst>
        </pc:spChg>
        <pc:spChg chg="add del">
          <ac:chgData name="동혁 임" userId="879f4c796d7a5333" providerId="LiveId" clId="{99A0B7FB-7ABD-43B7-B0BE-CF1927BF6B47}" dt="2020-06-07T15:51:37.107" v="71040" actId="26606"/>
          <ac:spMkLst>
            <pc:docMk/>
            <pc:sldMk cId="1216207896" sldId="298"/>
            <ac:spMk id="44" creationId="{F4F2FC05-7D27-410F-BDA9-ADF4831368C7}"/>
          </ac:spMkLst>
        </pc:spChg>
        <pc:spChg chg="add del">
          <ac:chgData name="동혁 임" userId="879f4c796d7a5333" providerId="LiveId" clId="{99A0B7FB-7ABD-43B7-B0BE-CF1927BF6B47}" dt="2020-06-07T15:51:37.107" v="71040" actId="26606"/>
          <ac:spMkLst>
            <pc:docMk/>
            <pc:sldMk cId="1216207896" sldId="298"/>
            <ac:spMk id="46" creationId="{9080D120-BD54-46E1-BA37-82F5E8089E90}"/>
          </ac:spMkLst>
        </pc:spChg>
        <pc:spChg chg="add del">
          <ac:chgData name="동혁 임" userId="879f4c796d7a5333" providerId="LiveId" clId="{99A0B7FB-7ABD-43B7-B0BE-CF1927BF6B47}" dt="2020-06-07T15:51:37.107" v="71040" actId="26606"/>
          <ac:spMkLst>
            <pc:docMk/>
            <pc:sldMk cId="1216207896" sldId="298"/>
            <ac:spMk id="48" creationId="{81D83946-74FA-498A-AC80-9926F041B5C5}"/>
          </ac:spMkLst>
        </pc:spChg>
        <pc:spChg chg="add del">
          <ac:chgData name="동혁 임" userId="879f4c796d7a5333" providerId="LiveId" clId="{99A0B7FB-7ABD-43B7-B0BE-CF1927BF6B47}" dt="2020-06-07T15:51:37.107" v="71040" actId="26606"/>
          <ac:spMkLst>
            <pc:docMk/>
            <pc:sldMk cId="1216207896" sldId="298"/>
            <ac:spMk id="50" creationId="{5060D983-8B52-443A-8183-2A1DE05618B5}"/>
          </ac:spMkLst>
        </pc:spChg>
        <pc:spChg chg="add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52" creationId="{3CE5203E-F2D1-469A-A50E-9C6654211B85}"/>
          </ac:spMkLst>
        </pc:spChg>
        <pc:spChg chg="add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53" creationId="{9080D120-BD54-46E1-BA37-82F5E8089E90}"/>
          </ac:spMkLst>
        </pc:spChg>
        <pc:spChg chg="add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54" creationId="{81D83946-74FA-498A-AC80-9926F041B5C5}"/>
          </ac:spMkLst>
        </pc:spChg>
        <pc:spChg chg="add">
          <ac:chgData name="동혁 임" userId="879f4c796d7a5333" providerId="LiveId" clId="{99A0B7FB-7ABD-43B7-B0BE-CF1927BF6B47}" dt="2020-06-07T15:51:37.116" v="71041" actId="26606"/>
          <ac:spMkLst>
            <pc:docMk/>
            <pc:sldMk cId="1216207896" sldId="298"/>
            <ac:spMk id="55" creationId="{5060D983-8B52-443A-8183-2A1DE05618B5}"/>
          </ac:spMkLst>
        </pc:spChg>
        <pc:picChg chg="del mod">
          <ac:chgData name="동혁 임" userId="879f4c796d7a5333" providerId="LiveId" clId="{99A0B7FB-7ABD-43B7-B0BE-CF1927BF6B47}" dt="2020-06-07T15:46:50.690" v="70376" actId="478"/>
          <ac:picMkLst>
            <pc:docMk/>
            <pc:sldMk cId="1216207896" sldId="298"/>
            <ac:picMk id="6" creationId="{70341019-AC14-4C56-952E-488259BD684F}"/>
          </ac:picMkLst>
        </pc:picChg>
        <pc:picChg chg="add mod ord modCrop">
          <ac:chgData name="동혁 임" userId="879f4c796d7a5333" providerId="LiveId" clId="{99A0B7FB-7ABD-43B7-B0BE-CF1927BF6B47}" dt="2020-06-07T15:51:52.957" v="71081" actId="18131"/>
          <ac:picMkLst>
            <pc:docMk/>
            <pc:sldMk cId="1216207896" sldId="298"/>
            <ac:picMk id="8" creationId="{25ABF0F3-1C64-44F8-AC11-5467BF658C3F}"/>
          </ac:picMkLst>
        </pc:picChg>
        <pc:picChg chg="add mod ord modCrop">
          <ac:chgData name="동혁 임" userId="879f4c796d7a5333" providerId="LiveId" clId="{99A0B7FB-7ABD-43B7-B0BE-CF1927BF6B47}" dt="2020-06-07T15:51:47.133" v="71080" actId="18131"/>
          <ac:picMkLst>
            <pc:docMk/>
            <pc:sldMk cId="1216207896" sldId="298"/>
            <ac:picMk id="10" creationId="{A64C08F2-B734-4662-9656-13529C6AC153}"/>
          </ac:picMkLst>
        </pc:picChg>
      </pc:sldChg>
      <pc:sldChg chg="del">
        <pc:chgData name="동혁 임" userId="879f4c796d7a5333" providerId="LiveId" clId="{99A0B7FB-7ABD-43B7-B0BE-CF1927BF6B47}" dt="2020-06-07T15:52:05.287" v="71082" actId="47"/>
        <pc:sldMkLst>
          <pc:docMk/>
          <pc:sldMk cId="651464475" sldId="299"/>
        </pc:sldMkLst>
      </pc:sldChg>
      <pc:sldChg chg="del">
        <pc:chgData name="동혁 임" userId="879f4c796d7a5333" providerId="LiveId" clId="{99A0B7FB-7ABD-43B7-B0BE-CF1927BF6B47}" dt="2020-06-07T15:52:05.287" v="71082" actId="47"/>
        <pc:sldMkLst>
          <pc:docMk/>
          <pc:sldMk cId="341178429" sldId="300"/>
        </pc:sldMkLst>
      </pc:sldChg>
      <pc:sldChg chg="addSp delSp modSp new mod setBg">
        <pc:chgData name="동혁 임" userId="879f4c796d7a5333" providerId="LiveId" clId="{99A0B7FB-7ABD-43B7-B0BE-CF1927BF6B47}" dt="2020-06-02T03:21:21.108" v="384" actId="26606"/>
        <pc:sldMkLst>
          <pc:docMk/>
          <pc:sldMk cId="3999461671" sldId="322"/>
        </pc:sldMkLst>
        <pc:spChg chg="mod ord">
          <ac:chgData name="동혁 임" userId="879f4c796d7a5333" providerId="LiveId" clId="{99A0B7FB-7ABD-43B7-B0BE-CF1927BF6B47}" dt="2020-06-02T03:21:21.108" v="384" actId="26606"/>
          <ac:spMkLst>
            <pc:docMk/>
            <pc:sldMk cId="3999461671" sldId="322"/>
            <ac:spMk id="2" creationId="{17EAC367-ACC1-43BD-B944-486B3558CC94}"/>
          </ac:spMkLst>
        </pc:spChg>
        <pc:spChg chg="del">
          <ac:chgData name="동혁 임" userId="879f4c796d7a5333" providerId="LiveId" clId="{99A0B7FB-7ABD-43B7-B0BE-CF1927BF6B47}" dt="2020-06-02T03:21:00.628" v="375" actId="931"/>
          <ac:spMkLst>
            <pc:docMk/>
            <pc:sldMk cId="3999461671" sldId="322"/>
            <ac:spMk id="3" creationId="{514B65A6-78C4-40B2-91AF-071B51F86BBD}"/>
          </ac:spMkLst>
        </pc:spChg>
        <pc:spChg chg="mod ord">
          <ac:chgData name="동혁 임" userId="879f4c796d7a5333" providerId="LiveId" clId="{99A0B7FB-7ABD-43B7-B0BE-CF1927BF6B47}" dt="2020-06-02T03:21:21.108" v="384" actId="26606"/>
          <ac:spMkLst>
            <pc:docMk/>
            <pc:sldMk cId="3999461671" sldId="322"/>
            <ac:spMk id="4" creationId="{EB456E2E-C6EB-492A-879E-FE6B0524FB78}"/>
          </ac:spMkLst>
        </pc:spChg>
        <pc:spChg chg="add del">
          <ac:chgData name="동혁 임" userId="879f4c796d7a5333" providerId="LiveId" clId="{99A0B7FB-7ABD-43B7-B0BE-CF1927BF6B47}" dt="2020-06-02T03:21:16.978" v="381" actId="26606"/>
          <ac:spMkLst>
            <pc:docMk/>
            <pc:sldMk cId="3999461671" sldId="322"/>
            <ac:spMk id="13" creationId="{6D731904-7733-45B0-902C-289497204C19}"/>
          </ac:spMkLst>
        </pc:spChg>
        <pc:spChg chg="add del">
          <ac:chgData name="동혁 임" userId="879f4c796d7a5333" providerId="LiveId" clId="{99A0B7FB-7ABD-43B7-B0BE-CF1927BF6B47}" dt="2020-06-02T03:21:16.978" v="381" actId="26606"/>
          <ac:spMkLst>
            <pc:docMk/>
            <pc:sldMk cId="3999461671" sldId="322"/>
            <ac:spMk id="15" creationId="{504E6397-35D7-4AEC-9DA9-B7F6B12B88A5}"/>
          </ac:spMkLst>
        </pc:spChg>
        <pc:spChg chg="add del">
          <ac:chgData name="동혁 임" userId="879f4c796d7a5333" providerId="LiveId" clId="{99A0B7FB-7ABD-43B7-B0BE-CF1927BF6B47}" dt="2020-06-02T03:21:16.978" v="381" actId="26606"/>
          <ac:spMkLst>
            <pc:docMk/>
            <pc:sldMk cId="3999461671" sldId="322"/>
            <ac:spMk id="17" creationId="{62C5A04F-2AEB-4631-8314-A8B812E1EC8E}"/>
          </ac:spMkLst>
        </pc:spChg>
        <pc:spChg chg="add del">
          <ac:chgData name="동혁 임" userId="879f4c796d7a5333" providerId="LiveId" clId="{99A0B7FB-7ABD-43B7-B0BE-CF1927BF6B47}" dt="2020-06-02T03:21:16.978" v="381" actId="26606"/>
          <ac:spMkLst>
            <pc:docMk/>
            <pc:sldMk cId="3999461671" sldId="322"/>
            <ac:spMk id="19" creationId="{4B2B1C70-BF3F-41BD-871B-63D8F911F77B}"/>
          </ac:spMkLst>
        </pc:spChg>
        <pc:spChg chg="add del">
          <ac:chgData name="동혁 임" userId="879f4c796d7a5333" providerId="LiveId" clId="{99A0B7FB-7ABD-43B7-B0BE-CF1927BF6B47}" dt="2020-06-02T03:21:21.099" v="383" actId="26606"/>
          <ac:spMkLst>
            <pc:docMk/>
            <pc:sldMk cId="3999461671" sldId="322"/>
            <ac:spMk id="21" creationId="{49724451-1817-47EC-8F8A-7534815277C6}"/>
          </ac:spMkLst>
        </pc:spChg>
        <pc:spChg chg="add del">
          <ac:chgData name="동혁 임" userId="879f4c796d7a5333" providerId="LiveId" clId="{99A0B7FB-7ABD-43B7-B0BE-CF1927BF6B47}" dt="2020-06-02T03:21:21.099" v="383" actId="26606"/>
          <ac:spMkLst>
            <pc:docMk/>
            <pc:sldMk cId="3999461671" sldId="322"/>
            <ac:spMk id="22" creationId="{1972FFF2-19E8-4ABA-8DF0-DF0BB9CA0F44}"/>
          </ac:spMkLst>
        </pc:spChg>
        <pc:spChg chg="add del">
          <ac:chgData name="동혁 임" userId="879f4c796d7a5333" providerId="LiveId" clId="{99A0B7FB-7ABD-43B7-B0BE-CF1927BF6B47}" dt="2020-06-02T03:21:21.099" v="383" actId="26606"/>
          <ac:spMkLst>
            <pc:docMk/>
            <pc:sldMk cId="3999461671" sldId="322"/>
            <ac:spMk id="23" creationId="{D675D8C3-7329-47B0-9782-C66F095D7366}"/>
          </ac:spMkLst>
        </pc:spChg>
        <pc:spChg chg="add del">
          <ac:chgData name="동혁 임" userId="879f4c796d7a5333" providerId="LiveId" clId="{99A0B7FB-7ABD-43B7-B0BE-CF1927BF6B47}" dt="2020-06-02T03:21:21.099" v="383" actId="26606"/>
          <ac:spMkLst>
            <pc:docMk/>
            <pc:sldMk cId="3999461671" sldId="322"/>
            <ac:spMk id="24" creationId="{CB077B7C-FE7A-4C81-92C6-F20D2AE425E1}"/>
          </ac:spMkLst>
        </pc:spChg>
        <pc:spChg chg="add">
          <ac:chgData name="동혁 임" userId="879f4c796d7a5333" providerId="LiveId" clId="{99A0B7FB-7ABD-43B7-B0BE-CF1927BF6B47}" dt="2020-06-02T03:21:21.108" v="384" actId="26606"/>
          <ac:spMkLst>
            <pc:docMk/>
            <pc:sldMk cId="3999461671" sldId="322"/>
            <ac:spMk id="26" creationId="{6D731904-7733-45B0-902C-289497204C19}"/>
          </ac:spMkLst>
        </pc:spChg>
        <pc:spChg chg="add">
          <ac:chgData name="동혁 임" userId="879f4c796d7a5333" providerId="LiveId" clId="{99A0B7FB-7ABD-43B7-B0BE-CF1927BF6B47}" dt="2020-06-02T03:21:21.108" v="384" actId="26606"/>
          <ac:spMkLst>
            <pc:docMk/>
            <pc:sldMk cId="3999461671" sldId="322"/>
            <ac:spMk id="27" creationId="{504E6397-35D7-4AEC-9DA9-B7F6B12B88A5}"/>
          </ac:spMkLst>
        </pc:spChg>
        <pc:spChg chg="add">
          <ac:chgData name="동혁 임" userId="879f4c796d7a5333" providerId="LiveId" clId="{99A0B7FB-7ABD-43B7-B0BE-CF1927BF6B47}" dt="2020-06-02T03:21:21.108" v="384" actId="26606"/>
          <ac:spMkLst>
            <pc:docMk/>
            <pc:sldMk cId="3999461671" sldId="322"/>
            <ac:spMk id="28" creationId="{62C5A04F-2AEB-4631-8314-A8B812E1EC8E}"/>
          </ac:spMkLst>
        </pc:spChg>
        <pc:spChg chg="add">
          <ac:chgData name="동혁 임" userId="879f4c796d7a5333" providerId="LiveId" clId="{99A0B7FB-7ABD-43B7-B0BE-CF1927BF6B47}" dt="2020-06-02T03:21:21.108" v="384" actId="26606"/>
          <ac:spMkLst>
            <pc:docMk/>
            <pc:sldMk cId="3999461671" sldId="322"/>
            <ac:spMk id="29" creationId="{4B2B1C70-BF3F-41BD-871B-63D8F911F77B}"/>
          </ac:spMkLst>
        </pc:spChg>
        <pc:picChg chg="add mod">
          <ac:chgData name="동혁 임" userId="879f4c796d7a5333" providerId="LiveId" clId="{99A0B7FB-7ABD-43B7-B0BE-CF1927BF6B47}" dt="2020-06-02T03:21:21.108" v="384" actId="26606"/>
          <ac:picMkLst>
            <pc:docMk/>
            <pc:sldMk cId="3999461671" sldId="322"/>
            <ac:picMk id="6" creationId="{A43FFB48-8663-4634-AEFC-4D13EDBC5180}"/>
          </ac:picMkLst>
        </pc:picChg>
        <pc:picChg chg="add mod">
          <ac:chgData name="동혁 임" userId="879f4c796d7a5333" providerId="LiveId" clId="{99A0B7FB-7ABD-43B7-B0BE-CF1927BF6B47}" dt="2020-06-02T03:21:21.108" v="384" actId="26606"/>
          <ac:picMkLst>
            <pc:docMk/>
            <pc:sldMk cId="3999461671" sldId="322"/>
            <ac:picMk id="8" creationId="{E513BD02-A5F3-486A-B45B-D606961D9304}"/>
          </ac:picMkLst>
        </pc:picChg>
      </pc:sldChg>
      <pc:sldChg chg="addSp delSp modSp new mod setBg">
        <pc:chgData name="동혁 임" userId="879f4c796d7a5333" providerId="LiveId" clId="{99A0B7FB-7ABD-43B7-B0BE-CF1927BF6B47}" dt="2020-06-02T03:26:26.362" v="1364" actId="2711"/>
        <pc:sldMkLst>
          <pc:docMk/>
          <pc:sldMk cId="3589332549" sldId="323"/>
        </pc:sldMkLst>
        <pc:spChg chg="mod ord">
          <ac:chgData name="동혁 임" userId="879f4c796d7a5333" providerId="LiveId" clId="{99A0B7FB-7ABD-43B7-B0BE-CF1927BF6B47}" dt="2020-06-02T03:26:26.362" v="1364" actId="2711"/>
          <ac:spMkLst>
            <pc:docMk/>
            <pc:sldMk cId="3589332549" sldId="323"/>
            <ac:spMk id="2" creationId="{CF8A3E34-C4CA-4F38-9702-7EA16F38EC9E}"/>
          </ac:spMkLst>
        </pc:spChg>
        <pc:spChg chg="del">
          <ac:chgData name="동혁 임" userId="879f4c796d7a5333" providerId="LiveId" clId="{99A0B7FB-7ABD-43B7-B0BE-CF1927BF6B47}" dt="2020-06-02T03:25:24.637" v="1130" actId="931"/>
          <ac:spMkLst>
            <pc:docMk/>
            <pc:sldMk cId="3589332549" sldId="323"/>
            <ac:spMk id="3" creationId="{49D021DF-120F-4723-B590-EBC8CF7CAEC4}"/>
          </ac:spMkLst>
        </pc:spChg>
        <pc:spChg chg="mod">
          <ac:chgData name="동혁 임" userId="879f4c796d7a5333" providerId="LiveId" clId="{99A0B7FB-7ABD-43B7-B0BE-CF1927BF6B47}" dt="2020-06-02T03:26:26.362" v="1364" actId="2711"/>
          <ac:spMkLst>
            <pc:docMk/>
            <pc:sldMk cId="3589332549" sldId="323"/>
            <ac:spMk id="4" creationId="{32C6CA47-09BB-4B99-A79A-002B4DB99C4A}"/>
          </ac:spMkLst>
        </pc:spChg>
        <pc:spChg chg="add">
          <ac:chgData name="동혁 임" userId="879f4c796d7a5333" providerId="LiveId" clId="{99A0B7FB-7ABD-43B7-B0BE-CF1927BF6B47}" dt="2020-06-02T03:25:26.596" v="1133" actId="26606"/>
          <ac:spMkLst>
            <pc:docMk/>
            <pc:sldMk cId="3589332549" sldId="323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3:25:26.596" v="1133" actId="26606"/>
          <ac:spMkLst>
            <pc:docMk/>
            <pc:sldMk cId="3589332549" sldId="323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3:25:47.476" v="1244" actId="18131"/>
          <ac:picMkLst>
            <pc:docMk/>
            <pc:sldMk cId="3589332549" sldId="323"/>
            <ac:picMk id="6" creationId="{4D956FC3-B807-4AD9-8870-D8358A41F9AB}"/>
          </ac:picMkLst>
        </pc:picChg>
      </pc:sldChg>
      <pc:sldChg chg="addSp delSp modSp new mod setBg">
        <pc:chgData name="동혁 임" userId="879f4c796d7a5333" providerId="LiveId" clId="{99A0B7FB-7ABD-43B7-B0BE-CF1927BF6B47}" dt="2020-06-02T03:27:49.994" v="1653" actId="18131"/>
        <pc:sldMkLst>
          <pc:docMk/>
          <pc:sldMk cId="932090745" sldId="324"/>
        </pc:sldMkLst>
        <pc:spChg chg="mod ord">
          <ac:chgData name="동혁 임" userId="879f4c796d7a5333" providerId="LiveId" clId="{99A0B7FB-7ABD-43B7-B0BE-CF1927BF6B47}" dt="2020-06-02T03:27:39.592" v="1562" actId="2711"/>
          <ac:spMkLst>
            <pc:docMk/>
            <pc:sldMk cId="932090745" sldId="324"/>
            <ac:spMk id="2" creationId="{DBB06852-78CA-4608-B3DD-8969BF65D326}"/>
          </ac:spMkLst>
        </pc:spChg>
        <pc:spChg chg="del">
          <ac:chgData name="동혁 임" userId="879f4c796d7a5333" providerId="LiveId" clId="{99A0B7FB-7ABD-43B7-B0BE-CF1927BF6B47}" dt="2020-06-02T03:27:32.738" v="1558" actId="931"/>
          <ac:spMkLst>
            <pc:docMk/>
            <pc:sldMk cId="932090745" sldId="324"/>
            <ac:spMk id="3" creationId="{14A1053D-05C5-454A-9A24-95BBE8F84CA3}"/>
          </ac:spMkLst>
        </pc:spChg>
        <pc:spChg chg="mod">
          <ac:chgData name="동혁 임" userId="879f4c796d7a5333" providerId="LiveId" clId="{99A0B7FB-7ABD-43B7-B0BE-CF1927BF6B47}" dt="2020-06-02T03:27:39.592" v="1562" actId="2711"/>
          <ac:spMkLst>
            <pc:docMk/>
            <pc:sldMk cId="932090745" sldId="324"/>
            <ac:spMk id="4" creationId="{1514578A-5A9E-4917-8983-4D54F9E56270}"/>
          </ac:spMkLst>
        </pc:spChg>
        <pc:spChg chg="add">
          <ac:chgData name="동혁 임" userId="879f4c796d7a5333" providerId="LiveId" clId="{99A0B7FB-7ABD-43B7-B0BE-CF1927BF6B47}" dt="2020-06-02T03:27:33.977" v="1561" actId="26606"/>
          <ac:spMkLst>
            <pc:docMk/>
            <pc:sldMk cId="932090745" sldId="324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3:27:33.977" v="1561" actId="26606"/>
          <ac:spMkLst>
            <pc:docMk/>
            <pc:sldMk cId="932090745" sldId="324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3:27:49.994" v="1653" actId="18131"/>
          <ac:picMkLst>
            <pc:docMk/>
            <pc:sldMk cId="932090745" sldId="324"/>
            <ac:picMk id="6" creationId="{0E27EA98-A162-4512-B8E3-50FF6ED3206B}"/>
          </ac:picMkLst>
        </pc:picChg>
      </pc:sldChg>
      <pc:sldChg chg="addSp delSp modSp new mod setBg">
        <pc:chgData name="동혁 임" userId="879f4c796d7a5333" providerId="LiveId" clId="{99A0B7FB-7ABD-43B7-B0BE-CF1927BF6B47}" dt="2020-06-02T03:29:48.099" v="2106" actId="18131"/>
        <pc:sldMkLst>
          <pc:docMk/>
          <pc:sldMk cId="4040745457" sldId="325"/>
        </pc:sldMkLst>
        <pc:spChg chg="mod ord">
          <ac:chgData name="동혁 임" userId="879f4c796d7a5333" providerId="LiveId" clId="{99A0B7FB-7ABD-43B7-B0BE-CF1927BF6B47}" dt="2020-06-02T03:29:35.367" v="2018" actId="2711"/>
          <ac:spMkLst>
            <pc:docMk/>
            <pc:sldMk cId="4040745457" sldId="325"/>
            <ac:spMk id="2" creationId="{3259DB3A-DD1F-4C76-8D1D-C4B402D40ED3}"/>
          </ac:spMkLst>
        </pc:spChg>
        <pc:spChg chg="del">
          <ac:chgData name="동혁 임" userId="879f4c796d7a5333" providerId="LiveId" clId="{99A0B7FB-7ABD-43B7-B0BE-CF1927BF6B47}" dt="2020-06-02T03:29:26.751" v="2014" actId="931"/>
          <ac:spMkLst>
            <pc:docMk/>
            <pc:sldMk cId="4040745457" sldId="325"/>
            <ac:spMk id="3" creationId="{0013374F-02FD-4D3E-AD30-C9A8B7DD44C4}"/>
          </ac:spMkLst>
        </pc:spChg>
        <pc:spChg chg="mod">
          <ac:chgData name="동혁 임" userId="879f4c796d7a5333" providerId="LiveId" clId="{99A0B7FB-7ABD-43B7-B0BE-CF1927BF6B47}" dt="2020-06-02T03:29:35.367" v="2018" actId="2711"/>
          <ac:spMkLst>
            <pc:docMk/>
            <pc:sldMk cId="4040745457" sldId="325"/>
            <ac:spMk id="4" creationId="{F938FBE4-E097-4DF2-9A60-4D57C43F4C8C}"/>
          </ac:spMkLst>
        </pc:spChg>
        <pc:spChg chg="add">
          <ac:chgData name="동혁 임" userId="879f4c796d7a5333" providerId="LiveId" clId="{99A0B7FB-7ABD-43B7-B0BE-CF1927BF6B47}" dt="2020-06-02T03:29:28.248" v="2017" actId="26606"/>
          <ac:spMkLst>
            <pc:docMk/>
            <pc:sldMk cId="4040745457" sldId="325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3:29:28.248" v="2017" actId="26606"/>
          <ac:spMkLst>
            <pc:docMk/>
            <pc:sldMk cId="4040745457" sldId="325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3:29:48.099" v="2106" actId="18131"/>
          <ac:picMkLst>
            <pc:docMk/>
            <pc:sldMk cId="4040745457" sldId="325"/>
            <ac:picMk id="6" creationId="{B2A1218E-02A9-4377-87A2-5A9142A2B4D6}"/>
          </ac:picMkLst>
        </pc:picChg>
      </pc:sldChg>
      <pc:sldChg chg="addSp delSp modSp new mod setBg">
        <pc:chgData name="동혁 임" userId="879f4c796d7a5333" providerId="LiveId" clId="{99A0B7FB-7ABD-43B7-B0BE-CF1927BF6B47}" dt="2020-06-02T03:31:37.199" v="2530" actId="2711"/>
        <pc:sldMkLst>
          <pc:docMk/>
          <pc:sldMk cId="2213536269" sldId="326"/>
        </pc:sldMkLst>
        <pc:spChg chg="mod ord">
          <ac:chgData name="동혁 임" userId="879f4c796d7a5333" providerId="LiveId" clId="{99A0B7FB-7ABD-43B7-B0BE-CF1927BF6B47}" dt="2020-06-02T03:31:37.199" v="2530" actId="2711"/>
          <ac:spMkLst>
            <pc:docMk/>
            <pc:sldMk cId="2213536269" sldId="326"/>
            <ac:spMk id="2" creationId="{38EACE40-B506-4711-8B5D-4CF28E0B40D5}"/>
          </ac:spMkLst>
        </pc:spChg>
        <pc:spChg chg="del">
          <ac:chgData name="동혁 임" userId="879f4c796d7a5333" providerId="LiveId" clId="{99A0B7FB-7ABD-43B7-B0BE-CF1927BF6B47}" dt="2020-06-02T03:31:14.330" v="2441" actId="931"/>
          <ac:spMkLst>
            <pc:docMk/>
            <pc:sldMk cId="2213536269" sldId="326"/>
            <ac:spMk id="3" creationId="{E82F7968-A064-4511-B6B7-F19E4D0A88D5}"/>
          </ac:spMkLst>
        </pc:spChg>
        <pc:spChg chg="mod">
          <ac:chgData name="동혁 임" userId="879f4c796d7a5333" providerId="LiveId" clId="{99A0B7FB-7ABD-43B7-B0BE-CF1927BF6B47}" dt="2020-06-02T03:31:37.199" v="2530" actId="2711"/>
          <ac:spMkLst>
            <pc:docMk/>
            <pc:sldMk cId="2213536269" sldId="326"/>
            <ac:spMk id="4" creationId="{10644EF6-EA6B-4D03-88D0-FB1035738B43}"/>
          </ac:spMkLst>
        </pc:spChg>
        <pc:spChg chg="add">
          <ac:chgData name="동혁 임" userId="879f4c796d7a5333" providerId="LiveId" clId="{99A0B7FB-7ABD-43B7-B0BE-CF1927BF6B47}" dt="2020-06-02T03:31:15.745" v="2444" actId="26606"/>
          <ac:spMkLst>
            <pc:docMk/>
            <pc:sldMk cId="2213536269" sldId="326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3:31:15.745" v="2444" actId="26606"/>
          <ac:spMkLst>
            <pc:docMk/>
            <pc:sldMk cId="2213536269" sldId="326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3:31:26.115" v="2529" actId="18131"/>
          <ac:picMkLst>
            <pc:docMk/>
            <pc:sldMk cId="2213536269" sldId="326"/>
            <ac:picMk id="6" creationId="{8C24D1A4-D684-47E6-BEDE-5E64AE9CCDAA}"/>
          </ac:picMkLst>
        </pc:picChg>
      </pc:sldChg>
      <pc:sldChg chg="addSp delSp modSp new mod setBg">
        <pc:chgData name="동혁 임" userId="879f4c796d7a5333" providerId="LiveId" clId="{99A0B7FB-7ABD-43B7-B0BE-CF1927BF6B47}" dt="2020-06-02T03:36:37.068" v="2883" actId="2711"/>
        <pc:sldMkLst>
          <pc:docMk/>
          <pc:sldMk cId="3251567013" sldId="327"/>
        </pc:sldMkLst>
        <pc:spChg chg="mod ord">
          <ac:chgData name="동혁 임" userId="879f4c796d7a5333" providerId="LiveId" clId="{99A0B7FB-7ABD-43B7-B0BE-CF1927BF6B47}" dt="2020-06-02T03:36:37.068" v="2883" actId="2711"/>
          <ac:spMkLst>
            <pc:docMk/>
            <pc:sldMk cId="3251567013" sldId="327"/>
            <ac:spMk id="2" creationId="{57580A98-50BA-4180-9ACC-64065009DC49}"/>
          </ac:spMkLst>
        </pc:spChg>
        <pc:spChg chg="del">
          <ac:chgData name="동혁 임" userId="879f4c796d7a5333" providerId="LiveId" clId="{99A0B7FB-7ABD-43B7-B0BE-CF1927BF6B47}" dt="2020-06-02T03:36:19.623" v="2875" actId="931"/>
          <ac:spMkLst>
            <pc:docMk/>
            <pc:sldMk cId="3251567013" sldId="327"/>
            <ac:spMk id="3" creationId="{FC76BB4A-B390-4CD4-8757-7B767C41CD1C}"/>
          </ac:spMkLst>
        </pc:spChg>
        <pc:spChg chg="mod">
          <ac:chgData name="동혁 임" userId="879f4c796d7a5333" providerId="LiveId" clId="{99A0B7FB-7ABD-43B7-B0BE-CF1927BF6B47}" dt="2020-06-02T03:36:37.068" v="2883" actId="2711"/>
          <ac:spMkLst>
            <pc:docMk/>
            <pc:sldMk cId="3251567013" sldId="327"/>
            <ac:spMk id="4" creationId="{6E4B92C3-502E-42AA-B76E-980576C04522}"/>
          </ac:spMkLst>
        </pc:spChg>
        <pc:spChg chg="add del">
          <ac:chgData name="동혁 임" userId="879f4c796d7a5333" providerId="LiveId" clId="{99A0B7FB-7ABD-43B7-B0BE-CF1927BF6B47}" dt="2020-06-02T03:36:26.845" v="2879" actId="26606"/>
          <ac:spMkLst>
            <pc:docMk/>
            <pc:sldMk cId="3251567013" sldId="327"/>
            <ac:spMk id="11" creationId="{D1A4588A-55D5-49B8-BE41-54ACDCFF2C17}"/>
          </ac:spMkLst>
        </pc:spChg>
        <pc:spChg chg="add del">
          <ac:chgData name="동혁 임" userId="879f4c796d7a5333" providerId="LiveId" clId="{99A0B7FB-7ABD-43B7-B0BE-CF1927BF6B47}" dt="2020-06-02T03:36:26.845" v="2879" actId="26606"/>
          <ac:spMkLst>
            <pc:docMk/>
            <pc:sldMk cId="3251567013" sldId="327"/>
            <ac:spMk id="13" creationId="{F97E7EA2-EDCD-47E9-81BC-415C606D1B58}"/>
          </ac:spMkLst>
        </pc:spChg>
        <pc:spChg chg="add del">
          <ac:chgData name="동혁 임" userId="879f4c796d7a5333" providerId="LiveId" clId="{99A0B7FB-7ABD-43B7-B0BE-CF1927BF6B47}" dt="2020-06-02T03:36:31.006" v="2881" actId="26606"/>
          <ac:spMkLst>
            <pc:docMk/>
            <pc:sldMk cId="3251567013" sldId="327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2T03:36:31.006" v="2881" actId="26606"/>
          <ac:spMkLst>
            <pc:docMk/>
            <pc:sldMk cId="3251567013" sldId="327"/>
            <ac:spMk id="16" creationId="{1ECAB1E8-8195-4748-BE71-FF806D86892E}"/>
          </ac:spMkLst>
        </pc:spChg>
        <pc:spChg chg="add del">
          <ac:chgData name="동혁 임" userId="879f4c796d7a5333" providerId="LiveId" clId="{99A0B7FB-7ABD-43B7-B0BE-CF1927BF6B47}" dt="2020-06-02T03:36:31.006" v="2881" actId="26606"/>
          <ac:spMkLst>
            <pc:docMk/>
            <pc:sldMk cId="3251567013" sldId="327"/>
            <ac:spMk id="17" creationId="{2A865FE3-5FC9-4049-87CF-30019C46C0F5}"/>
          </ac:spMkLst>
        </pc:spChg>
        <pc:spChg chg="add del">
          <ac:chgData name="동혁 임" userId="879f4c796d7a5333" providerId="LiveId" clId="{99A0B7FB-7ABD-43B7-B0BE-CF1927BF6B47}" dt="2020-06-02T03:36:31.006" v="2881" actId="26606"/>
          <ac:spMkLst>
            <pc:docMk/>
            <pc:sldMk cId="3251567013" sldId="327"/>
            <ac:spMk id="18" creationId="{57F6BDD4-E066-4008-8011-6CC31AEB4556}"/>
          </ac:spMkLst>
        </pc:spChg>
        <pc:spChg chg="add">
          <ac:chgData name="동혁 임" userId="879f4c796d7a5333" providerId="LiveId" clId="{99A0B7FB-7ABD-43B7-B0BE-CF1927BF6B47}" dt="2020-06-02T03:36:31.013" v="2882" actId="26606"/>
          <ac:spMkLst>
            <pc:docMk/>
            <pc:sldMk cId="3251567013" sldId="327"/>
            <ac:spMk id="20" creationId="{0C2F8F76-4F55-4ED5-AC3D-1714C449C867}"/>
          </ac:spMkLst>
        </pc:spChg>
        <pc:spChg chg="add">
          <ac:chgData name="동혁 임" userId="879f4c796d7a5333" providerId="LiveId" clId="{99A0B7FB-7ABD-43B7-B0BE-CF1927BF6B47}" dt="2020-06-02T03:36:31.013" v="2882" actId="26606"/>
          <ac:spMkLst>
            <pc:docMk/>
            <pc:sldMk cId="3251567013" sldId="327"/>
            <ac:spMk id="21" creationId="{57F6BDD4-E066-4008-8011-6CC31AEB4556}"/>
          </ac:spMkLst>
        </pc:spChg>
        <pc:spChg chg="add">
          <ac:chgData name="동혁 임" userId="879f4c796d7a5333" providerId="LiveId" clId="{99A0B7FB-7ABD-43B7-B0BE-CF1927BF6B47}" dt="2020-06-02T03:36:31.013" v="2882" actId="26606"/>
          <ac:spMkLst>
            <pc:docMk/>
            <pc:sldMk cId="3251567013" sldId="327"/>
            <ac:spMk id="22" creationId="{2711A8FB-68FC-45FC-B01E-38F809E2D439}"/>
          </ac:spMkLst>
        </pc:spChg>
        <pc:spChg chg="add">
          <ac:chgData name="동혁 임" userId="879f4c796d7a5333" providerId="LiveId" clId="{99A0B7FB-7ABD-43B7-B0BE-CF1927BF6B47}" dt="2020-06-02T03:36:31.013" v="2882" actId="26606"/>
          <ac:spMkLst>
            <pc:docMk/>
            <pc:sldMk cId="3251567013" sldId="327"/>
            <ac:spMk id="23" creationId="{281E2DF8-F6D8-4E5C-B76E-E082FD8C1FBD}"/>
          </ac:spMkLst>
        </pc:spChg>
        <pc:picChg chg="add mod ord">
          <ac:chgData name="동혁 임" userId="879f4c796d7a5333" providerId="LiveId" clId="{99A0B7FB-7ABD-43B7-B0BE-CF1927BF6B47}" dt="2020-06-02T03:36:31.013" v="2882" actId="26606"/>
          <ac:picMkLst>
            <pc:docMk/>
            <pc:sldMk cId="3251567013" sldId="327"/>
            <ac:picMk id="6" creationId="{AB27104A-1B49-457E-81BA-2FD1AA77FCCA}"/>
          </ac:picMkLst>
        </pc:picChg>
      </pc:sldChg>
      <pc:sldChg chg="addSp modSp new del mod setBg">
        <pc:chgData name="동혁 임" userId="879f4c796d7a5333" providerId="LiveId" clId="{99A0B7FB-7ABD-43B7-B0BE-CF1927BF6B47}" dt="2020-06-02T05:26:55.247" v="5850" actId="47"/>
        <pc:sldMkLst>
          <pc:docMk/>
          <pc:sldMk cId="2267779385" sldId="328"/>
        </pc:sldMkLst>
        <pc:spChg chg="mod">
          <ac:chgData name="동혁 임" userId="879f4c796d7a5333" providerId="LiveId" clId="{99A0B7FB-7ABD-43B7-B0BE-CF1927BF6B47}" dt="2020-06-02T05:02:24.439" v="2913" actId="2711"/>
          <ac:spMkLst>
            <pc:docMk/>
            <pc:sldMk cId="2267779385" sldId="328"/>
            <ac:spMk id="2" creationId="{49C2EDE1-0780-4D1A-BC97-A3E0CF4A170B}"/>
          </ac:spMkLst>
        </pc:spChg>
        <pc:spChg chg="mod">
          <ac:chgData name="동혁 임" userId="879f4c796d7a5333" providerId="LiveId" clId="{99A0B7FB-7ABD-43B7-B0BE-CF1927BF6B47}" dt="2020-06-02T05:02:24.439" v="2913" actId="2711"/>
          <ac:spMkLst>
            <pc:docMk/>
            <pc:sldMk cId="2267779385" sldId="328"/>
            <ac:spMk id="3" creationId="{E7ACF1DB-E717-4B27-95DA-2B87A2902CA5}"/>
          </ac:spMkLst>
        </pc:spChg>
        <pc:spChg chg="add">
          <ac:chgData name="동혁 임" userId="879f4c796d7a5333" providerId="LiveId" clId="{99A0B7FB-7ABD-43B7-B0BE-CF1927BF6B47}" dt="2020-06-02T05:02:06.740" v="2912" actId="26606"/>
          <ac:spMkLst>
            <pc:docMk/>
            <pc:sldMk cId="2267779385" sldId="328"/>
            <ac:spMk id="8" creationId="{1ACA2EA0-FFD3-42EC-9406-B595015ED96E}"/>
          </ac:spMkLst>
        </pc:spChg>
        <pc:spChg chg="add">
          <ac:chgData name="동혁 임" userId="879f4c796d7a5333" providerId="LiveId" clId="{99A0B7FB-7ABD-43B7-B0BE-CF1927BF6B47}" dt="2020-06-02T05:02:06.740" v="2912" actId="26606"/>
          <ac:spMkLst>
            <pc:docMk/>
            <pc:sldMk cId="2267779385" sldId="328"/>
            <ac:spMk id="10" creationId="{D5288BCE-665C-472A-8C43-664BCFA31E43}"/>
          </ac:spMkLst>
        </pc:spChg>
        <pc:spChg chg="add">
          <ac:chgData name="동혁 임" userId="879f4c796d7a5333" providerId="LiveId" clId="{99A0B7FB-7ABD-43B7-B0BE-CF1927BF6B47}" dt="2020-06-02T05:02:06.740" v="2912" actId="26606"/>
          <ac:spMkLst>
            <pc:docMk/>
            <pc:sldMk cId="2267779385" sldId="328"/>
            <ac:spMk id="12" creationId="{46C57131-53A7-4C1A-BEA8-25F06A06AD29}"/>
          </ac:spMkLst>
        </pc:spChg>
      </pc:sldChg>
      <pc:sldChg chg="addSp modSp new mod ord setBg">
        <pc:chgData name="동혁 임" userId="879f4c796d7a5333" providerId="LiveId" clId="{99A0B7FB-7ABD-43B7-B0BE-CF1927BF6B47}" dt="2020-06-02T05:27:00.771" v="5853" actId="20577"/>
        <pc:sldMkLst>
          <pc:docMk/>
          <pc:sldMk cId="1764727489" sldId="329"/>
        </pc:sldMkLst>
        <pc:spChg chg="mod">
          <ac:chgData name="동혁 임" userId="879f4c796d7a5333" providerId="LiveId" clId="{99A0B7FB-7ABD-43B7-B0BE-CF1927BF6B47}" dt="2020-06-02T05:07:09.789" v="3676" actId="2711"/>
          <ac:spMkLst>
            <pc:docMk/>
            <pc:sldMk cId="1764727489" sldId="329"/>
            <ac:spMk id="2" creationId="{75CAFC55-5242-44DB-908D-6D1F55DEF947}"/>
          </ac:spMkLst>
        </pc:spChg>
        <pc:spChg chg="mod">
          <ac:chgData name="동혁 임" userId="879f4c796d7a5333" providerId="LiveId" clId="{99A0B7FB-7ABD-43B7-B0BE-CF1927BF6B47}" dt="2020-06-02T05:27:00.771" v="5853" actId="20577"/>
          <ac:spMkLst>
            <pc:docMk/>
            <pc:sldMk cId="1764727489" sldId="329"/>
            <ac:spMk id="3" creationId="{BEAE54B3-4A6F-4DDF-BEC4-5B588AC74989}"/>
          </ac:spMkLst>
        </pc:spChg>
        <pc:spChg chg="add">
          <ac:chgData name="동혁 임" userId="879f4c796d7a5333" providerId="LiveId" clId="{99A0B7FB-7ABD-43B7-B0BE-CF1927BF6B47}" dt="2020-06-02T05:07:04.404" v="3675" actId="26606"/>
          <ac:spMkLst>
            <pc:docMk/>
            <pc:sldMk cId="1764727489" sldId="329"/>
            <ac:spMk id="8" creationId="{DAF1966E-FD40-4A4A-B61B-C4DF7FA05F06}"/>
          </ac:spMkLst>
        </pc:spChg>
        <pc:spChg chg="add">
          <ac:chgData name="동혁 임" userId="879f4c796d7a5333" providerId="LiveId" clId="{99A0B7FB-7ABD-43B7-B0BE-CF1927BF6B47}" dt="2020-06-02T05:07:04.404" v="3675" actId="26606"/>
          <ac:spMkLst>
            <pc:docMk/>
            <pc:sldMk cId="1764727489" sldId="329"/>
            <ac:spMk id="10" creationId="{047BFA19-D45E-416B-A404-7AF2F3F27017}"/>
          </ac:spMkLst>
        </pc:spChg>
        <pc:spChg chg="add">
          <ac:chgData name="동혁 임" userId="879f4c796d7a5333" providerId="LiveId" clId="{99A0B7FB-7ABD-43B7-B0BE-CF1927BF6B47}" dt="2020-06-02T05:07:04.404" v="3675" actId="26606"/>
          <ac:spMkLst>
            <pc:docMk/>
            <pc:sldMk cId="1764727489" sldId="329"/>
            <ac:spMk id="12" creationId="{8E0105E7-23DB-4CF2-8258-FF47C7620F6E}"/>
          </ac:spMkLst>
        </pc:spChg>
        <pc:spChg chg="add">
          <ac:chgData name="동혁 임" userId="879f4c796d7a5333" providerId="LiveId" clId="{99A0B7FB-7ABD-43B7-B0BE-CF1927BF6B47}" dt="2020-06-02T05:07:04.404" v="3675" actId="26606"/>
          <ac:spMkLst>
            <pc:docMk/>
            <pc:sldMk cId="1764727489" sldId="329"/>
            <ac:spMk id="14" creationId="{074B4F7D-14B2-478B-8BF5-01E4E0C5D263}"/>
          </ac:spMkLst>
        </pc:spChg>
      </pc:sldChg>
      <pc:sldChg chg="addSp delSp modSp new mod setBg">
        <pc:chgData name="동혁 임" userId="879f4c796d7a5333" providerId="LiveId" clId="{99A0B7FB-7ABD-43B7-B0BE-CF1927BF6B47}" dt="2020-06-02T05:09:20.926" v="4078" actId="2711"/>
        <pc:sldMkLst>
          <pc:docMk/>
          <pc:sldMk cId="698715637" sldId="330"/>
        </pc:sldMkLst>
        <pc:spChg chg="del">
          <ac:chgData name="동혁 임" userId="879f4c796d7a5333" providerId="LiveId" clId="{99A0B7FB-7ABD-43B7-B0BE-CF1927BF6B47}" dt="2020-06-02T05:07:21.245" v="3678"/>
          <ac:spMkLst>
            <pc:docMk/>
            <pc:sldMk cId="698715637" sldId="330"/>
            <ac:spMk id="2" creationId="{03A17634-3E7D-41B6-BBB0-E44B49F1AC6E}"/>
          </ac:spMkLst>
        </pc:spChg>
        <pc:spChg chg="del">
          <ac:chgData name="동혁 임" userId="879f4c796d7a5333" providerId="LiveId" clId="{99A0B7FB-7ABD-43B7-B0BE-CF1927BF6B47}" dt="2020-06-02T05:07:21.245" v="3678"/>
          <ac:spMkLst>
            <pc:docMk/>
            <pc:sldMk cId="698715637" sldId="330"/>
            <ac:spMk id="3" creationId="{F2267F09-1B5B-4193-8FF8-CFC2C2E02B92}"/>
          </ac:spMkLst>
        </pc:spChg>
        <pc:spChg chg="add del mod">
          <ac:chgData name="동혁 임" userId="879f4c796d7a5333" providerId="LiveId" clId="{99A0B7FB-7ABD-43B7-B0BE-CF1927BF6B47}" dt="2020-06-02T05:07:23.955" v="3679"/>
          <ac:spMkLst>
            <pc:docMk/>
            <pc:sldMk cId="698715637" sldId="330"/>
            <ac:spMk id="4" creationId="{C5A92199-D829-4634-BD54-95FECA60C2D5}"/>
          </ac:spMkLst>
        </pc:spChg>
        <pc:spChg chg="add del mod">
          <ac:chgData name="동혁 임" userId="879f4c796d7a5333" providerId="LiveId" clId="{99A0B7FB-7ABD-43B7-B0BE-CF1927BF6B47}" dt="2020-06-02T05:07:23.955" v="3679"/>
          <ac:spMkLst>
            <pc:docMk/>
            <pc:sldMk cId="698715637" sldId="330"/>
            <ac:spMk id="5" creationId="{F124AF05-A80A-46B3-AF5B-F68924D9B2CF}"/>
          </ac:spMkLst>
        </pc:spChg>
        <pc:spChg chg="add del mod">
          <ac:chgData name="동혁 임" userId="879f4c796d7a5333" providerId="LiveId" clId="{99A0B7FB-7ABD-43B7-B0BE-CF1927BF6B47}" dt="2020-06-02T05:07:23.955" v="3679"/>
          <ac:spMkLst>
            <pc:docMk/>
            <pc:sldMk cId="698715637" sldId="330"/>
            <ac:spMk id="6" creationId="{9A63E3A4-0F05-47E0-A0F5-1F5A92EA77F3}"/>
          </ac:spMkLst>
        </pc:spChg>
        <pc:spChg chg="add del mod">
          <ac:chgData name="동혁 임" userId="879f4c796d7a5333" providerId="LiveId" clId="{99A0B7FB-7ABD-43B7-B0BE-CF1927BF6B47}" dt="2020-06-02T05:07:23.955" v="3679"/>
          <ac:spMkLst>
            <pc:docMk/>
            <pc:sldMk cId="698715637" sldId="330"/>
            <ac:spMk id="7" creationId="{2CE4F080-88AC-4AB3-9AF3-8807086C1926}"/>
          </ac:spMkLst>
        </pc:spChg>
        <pc:spChg chg="add del mod">
          <ac:chgData name="동혁 임" userId="879f4c796d7a5333" providerId="LiveId" clId="{99A0B7FB-7ABD-43B7-B0BE-CF1927BF6B47}" dt="2020-06-02T05:07:23.955" v="3679"/>
          <ac:spMkLst>
            <pc:docMk/>
            <pc:sldMk cId="698715637" sldId="330"/>
            <ac:spMk id="8" creationId="{7D993A69-D37F-4219-9D33-B130B901B8B8}"/>
          </ac:spMkLst>
        </pc:spChg>
        <pc:spChg chg="add mod ord">
          <ac:chgData name="동혁 임" userId="879f4c796d7a5333" providerId="LiveId" clId="{99A0B7FB-7ABD-43B7-B0BE-CF1927BF6B47}" dt="2020-06-02T05:09:20.926" v="4078" actId="2711"/>
          <ac:spMkLst>
            <pc:docMk/>
            <pc:sldMk cId="698715637" sldId="330"/>
            <ac:spMk id="9" creationId="{4A714CD5-05F6-4D7B-9405-AC0B5850FCE9}"/>
          </ac:spMkLst>
        </pc:spChg>
        <pc:spChg chg="add del mod">
          <ac:chgData name="동혁 임" userId="879f4c796d7a5333" providerId="LiveId" clId="{99A0B7FB-7ABD-43B7-B0BE-CF1927BF6B47}" dt="2020-06-02T05:08:59.717" v="4054" actId="931"/>
          <ac:spMkLst>
            <pc:docMk/>
            <pc:sldMk cId="698715637" sldId="330"/>
            <ac:spMk id="10" creationId="{F1E255B4-DCB4-44EF-B4F4-DD3E96402083}"/>
          </ac:spMkLst>
        </pc:spChg>
        <pc:spChg chg="add mod">
          <ac:chgData name="동혁 임" userId="879f4c796d7a5333" providerId="LiveId" clId="{99A0B7FB-7ABD-43B7-B0BE-CF1927BF6B47}" dt="2020-06-02T05:09:20.926" v="4078" actId="2711"/>
          <ac:spMkLst>
            <pc:docMk/>
            <pc:sldMk cId="698715637" sldId="330"/>
            <ac:spMk id="11" creationId="{2711ADA6-E1EC-4EC9-8E70-5D13197AD15E}"/>
          </ac:spMkLst>
        </pc:spChg>
        <pc:spChg chg="add">
          <ac:chgData name="동혁 임" userId="879f4c796d7a5333" providerId="LiveId" clId="{99A0B7FB-7ABD-43B7-B0BE-CF1927BF6B47}" dt="2020-06-02T05:09:05.505" v="4057" actId="26606"/>
          <ac:spMkLst>
            <pc:docMk/>
            <pc:sldMk cId="698715637" sldId="330"/>
            <ac:spMk id="18" creationId="{D1A4588A-55D5-49B8-BE41-54ACDCFF2C17}"/>
          </ac:spMkLst>
        </pc:spChg>
        <pc:spChg chg="add">
          <ac:chgData name="동혁 임" userId="879f4c796d7a5333" providerId="LiveId" clId="{99A0B7FB-7ABD-43B7-B0BE-CF1927BF6B47}" dt="2020-06-02T05:09:05.505" v="4057" actId="26606"/>
          <ac:spMkLst>
            <pc:docMk/>
            <pc:sldMk cId="698715637" sldId="330"/>
            <ac:spMk id="20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5:09:16.682" v="4077" actId="18131"/>
          <ac:picMkLst>
            <pc:docMk/>
            <pc:sldMk cId="698715637" sldId="330"/>
            <ac:picMk id="13" creationId="{3129F1E3-1B09-47FF-BDEF-A7A13B52FA4D}"/>
          </ac:picMkLst>
        </pc:picChg>
      </pc:sldChg>
      <pc:sldChg chg="addSp delSp modSp new mod setBg">
        <pc:chgData name="동혁 임" userId="879f4c796d7a5333" providerId="LiveId" clId="{99A0B7FB-7ABD-43B7-B0BE-CF1927BF6B47}" dt="2020-06-02T05:10:17.261" v="4221" actId="2711"/>
        <pc:sldMkLst>
          <pc:docMk/>
          <pc:sldMk cId="2251091129" sldId="331"/>
        </pc:sldMkLst>
        <pc:spChg chg="mod ord">
          <ac:chgData name="동혁 임" userId="879f4c796d7a5333" providerId="LiveId" clId="{99A0B7FB-7ABD-43B7-B0BE-CF1927BF6B47}" dt="2020-06-02T05:10:17.261" v="4221" actId="2711"/>
          <ac:spMkLst>
            <pc:docMk/>
            <pc:sldMk cId="2251091129" sldId="331"/>
            <ac:spMk id="2" creationId="{BC7C60F1-EE38-4633-BA7B-A89FD94B3313}"/>
          </ac:spMkLst>
        </pc:spChg>
        <pc:spChg chg="del">
          <ac:chgData name="동혁 임" userId="879f4c796d7a5333" providerId="LiveId" clId="{99A0B7FB-7ABD-43B7-B0BE-CF1927BF6B47}" dt="2020-06-02T05:10:01.867" v="4213" actId="931"/>
          <ac:spMkLst>
            <pc:docMk/>
            <pc:sldMk cId="2251091129" sldId="331"/>
            <ac:spMk id="3" creationId="{73992ED4-19A1-46B6-AAB1-97B3C82E5425}"/>
          </ac:spMkLst>
        </pc:spChg>
        <pc:spChg chg="mod">
          <ac:chgData name="동혁 임" userId="879f4c796d7a5333" providerId="LiveId" clId="{99A0B7FB-7ABD-43B7-B0BE-CF1927BF6B47}" dt="2020-06-02T05:10:17.261" v="4221" actId="2711"/>
          <ac:spMkLst>
            <pc:docMk/>
            <pc:sldMk cId="2251091129" sldId="331"/>
            <ac:spMk id="4" creationId="{F6EDCF4F-FF15-4DCF-9015-DAE1A3026BAA}"/>
          </ac:spMkLst>
        </pc:spChg>
        <pc:spChg chg="add del">
          <ac:chgData name="동혁 임" userId="879f4c796d7a5333" providerId="LiveId" clId="{99A0B7FB-7ABD-43B7-B0BE-CF1927BF6B47}" dt="2020-06-02T05:10:06.534" v="4217" actId="26606"/>
          <ac:spMkLst>
            <pc:docMk/>
            <pc:sldMk cId="2251091129" sldId="331"/>
            <ac:spMk id="11" creationId="{2FB82883-1DC0-4BE1-A607-009095F3355A}"/>
          </ac:spMkLst>
        </pc:spChg>
        <pc:spChg chg="add del">
          <ac:chgData name="동혁 임" userId="879f4c796d7a5333" providerId="LiveId" clId="{99A0B7FB-7ABD-43B7-B0BE-CF1927BF6B47}" dt="2020-06-02T05:10:06.534" v="4217" actId="26606"/>
          <ac:spMkLst>
            <pc:docMk/>
            <pc:sldMk cId="2251091129" sldId="331"/>
            <ac:spMk id="13" creationId="{A3473CF9-37EB-43E7-89EF-D2D1C53D1DAC}"/>
          </ac:spMkLst>
        </pc:spChg>
        <pc:spChg chg="add del">
          <ac:chgData name="동혁 임" userId="879f4c796d7a5333" providerId="LiveId" clId="{99A0B7FB-7ABD-43B7-B0BE-CF1927BF6B47}" dt="2020-06-02T05:10:06.534" v="4217" actId="26606"/>
          <ac:spMkLst>
            <pc:docMk/>
            <pc:sldMk cId="2251091129" sldId="331"/>
            <ac:spMk id="15" creationId="{586B4EF9-43BA-4655-A6FF-1D8E21574C95}"/>
          </ac:spMkLst>
        </pc:spChg>
        <pc:spChg chg="add del">
          <ac:chgData name="동혁 임" userId="879f4c796d7a5333" providerId="LiveId" clId="{99A0B7FB-7ABD-43B7-B0BE-CF1927BF6B47}" dt="2020-06-02T05:10:10.799" v="4219" actId="26606"/>
          <ac:spMkLst>
            <pc:docMk/>
            <pc:sldMk cId="2251091129" sldId="331"/>
            <ac:spMk id="17" creationId="{031EA4A4-5D79-4817-B146-24029A2F3CC7}"/>
          </ac:spMkLst>
        </pc:spChg>
        <pc:spChg chg="add del">
          <ac:chgData name="동혁 임" userId="879f4c796d7a5333" providerId="LiveId" clId="{99A0B7FB-7ABD-43B7-B0BE-CF1927BF6B47}" dt="2020-06-02T05:10:10.799" v="4219" actId="26606"/>
          <ac:spMkLst>
            <pc:docMk/>
            <pc:sldMk cId="2251091129" sldId="331"/>
            <ac:spMk id="18" creationId="{AF2F604E-43BE-4DC3-B983-E071523364F8}"/>
          </ac:spMkLst>
        </pc:spChg>
        <pc:spChg chg="add del">
          <ac:chgData name="동혁 임" userId="879f4c796d7a5333" providerId="LiveId" clId="{99A0B7FB-7ABD-43B7-B0BE-CF1927BF6B47}" dt="2020-06-02T05:10:10.799" v="4219" actId="26606"/>
          <ac:spMkLst>
            <pc:docMk/>
            <pc:sldMk cId="2251091129" sldId="331"/>
            <ac:spMk id="19" creationId="{08C9B587-E65E-4B52-B37C-ABEBB6E87928}"/>
          </ac:spMkLst>
        </pc:spChg>
        <pc:spChg chg="add">
          <ac:chgData name="동혁 임" userId="879f4c796d7a5333" providerId="LiveId" clId="{99A0B7FB-7ABD-43B7-B0BE-CF1927BF6B47}" dt="2020-06-02T05:10:10.806" v="4220" actId="26606"/>
          <ac:spMkLst>
            <pc:docMk/>
            <pc:sldMk cId="2251091129" sldId="331"/>
            <ac:spMk id="21" creationId="{C7B352FC-1F44-4AB9-A2BD-FBF231C6B1C1}"/>
          </ac:spMkLst>
        </pc:spChg>
        <pc:spChg chg="add">
          <ac:chgData name="동혁 임" userId="879f4c796d7a5333" providerId="LiveId" clId="{99A0B7FB-7ABD-43B7-B0BE-CF1927BF6B47}" dt="2020-06-02T05:10:10.806" v="4220" actId="26606"/>
          <ac:spMkLst>
            <pc:docMk/>
            <pc:sldMk cId="2251091129" sldId="331"/>
            <ac:spMk id="22" creationId="{0ADDB668-2CA4-4D2B-9C34-3487CA330BA8}"/>
          </ac:spMkLst>
        </pc:spChg>
        <pc:spChg chg="add">
          <ac:chgData name="동혁 임" userId="879f4c796d7a5333" providerId="LiveId" clId="{99A0B7FB-7ABD-43B7-B0BE-CF1927BF6B47}" dt="2020-06-02T05:10:10.806" v="4220" actId="26606"/>
          <ac:spMkLst>
            <pc:docMk/>
            <pc:sldMk cId="2251091129" sldId="331"/>
            <ac:spMk id="23" creationId="{2568BC19-F052-4108-93E1-6A3D1DEC072F}"/>
          </ac:spMkLst>
        </pc:spChg>
        <pc:spChg chg="add">
          <ac:chgData name="동혁 임" userId="879f4c796d7a5333" providerId="LiveId" clId="{99A0B7FB-7ABD-43B7-B0BE-CF1927BF6B47}" dt="2020-06-02T05:10:10.806" v="4220" actId="26606"/>
          <ac:spMkLst>
            <pc:docMk/>
            <pc:sldMk cId="2251091129" sldId="331"/>
            <ac:spMk id="24" creationId="{D5FD337D-4D6B-4C8B-B6F5-121097E09881}"/>
          </ac:spMkLst>
        </pc:spChg>
        <pc:picChg chg="add mod ord">
          <ac:chgData name="동혁 임" userId="879f4c796d7a5333" providerId="LiveId" clId="{99A0B7FB-7ABD-43B7-B0BE-CF1927BF6B47}" dt="2020-06-02T05:10:10.806" v="4220" actId="26606"/>
          <ac:picMkLst>
            <pc:docMk/>
            <pc:sldMk cId="2251091129" sldId="331"/>
            <ac:picMk id="6" creationId="{A77D6DCF-0A59-43BC-9DC1-4364DEB90378}"/>
          </ac:picMkLst>
        </pc:picChg>
      </pc:sldChg>
      <pc:sldChg chg="addSp delSp modSp new mod setBg">
        <pc:chgData name="동혁 임" userId="879f4c796d7a5333" providerId="LiveId" clId="{99A0B7FB-7ABD-43B7-B0BE-CF1927BF6B47}" dt="2020-06-02T05:12:25.277" v="4519" actId="2711"/>
        <pc:sldMkLst>
          <pc:docMk/>
          <pc:sldMk cId="3396322705" sldId="332"/>
        </pc:sldMkLst>
        <pc:spChg chg="mod ord">
          <ac:chgData name="동혁 임" userId="879f4c796d7a5333" providerId="LiveId" clId="{99A0B7FB-7ABD-43B7-B0BE-CF1927BF6B47}" dt="2020-06-02T05:12:25.277" v="4519" actId="2711"/>
          <ac:spMkLst>
            <pc:docMk/>
            <pc:sldMk cId="3396322705" sldId="332"/>
            <ac:spMk id="2" creationId="{980F2D63-B6AF-49E1-B19D-E76286751038}"/>
          </ac:spMkLst>
        </pc:spChg>
        <pc:spChg chg="del">
          <ac:chgData name="동혁 임" userId="879f4c796d7a5333" providerId="LiveId" clId="{99A0B7FB-7ABD-43B7-B0BE-CF1927BF6B47}" dt="2020-06-02T05:11:22.117" v="4390" actId="931"/>
          <ac:spMkLst>
            <pc:docMk/>
            <pc:sldMk cId="3396322705" sldId="332"/>
            <ac:spMk id="3" creationId="{0CC9888A-9AE4-46DE-90F2-2CFA284942B2}"/>
          </ac:spMkLst>
        </pc:spChg>
        <pc:spChg chg="mod">
          <ac:chgData name="동혁 임" userId="879f4c796d7a5333" providerId="LiveId" clId="{99A0B7FB-7ABD-43B7-B0BE-CF1927BF6B47}" dt="2020-06-02T05:12:25.277" v="4519" actId="2711"/>
          <ac:spMkLst>
            <pc:docMk/>
            <pc:sldMk cId="3396322705" sldId="332"/>
            <ac:spMk id="4" creationId="{57A48B4C-CC35-4B86-A35A-C02A0037ACFE}"/>
          </ac:spMkLst>
        </pc:spChg>
        <pc:spChg chg="add del">
          <ac:chgData name="동혁 임" userId="879f4c796d7a5333" providerId="LiveId" clId="{99A0B7FB-7ABD-43B7-B0BE-CF1927BF6B47}" dt="2020-06-02T05:12:19.552" v="4518" actId="26606"/>
          <ac:spMkLst>
            <pc:docMk/>
            <pc:sldMk cId="3396322705" sldId="332"/>
            <ac:spMk id="10" creationId="{49724451-1817-47EC-8F8A-7534815277C6}"/>
          </ac:spMkLst>
        </pc:spChg>
        <pc:spChg chg="add del">
          <ac:chgData name="동혁 임" userId="879f4c796d7a5333" providerId="LiveId" clId="{99A0B7FB-7ABD-43B7-B0BE-CF1927BF6B47}" dt="2020-06-02T05:12:19.552" v="4518" actId="26606"/>
          <ac:spMkLst>
            <pc:docMk/>
            <pc:sldMk cId="3396322705" sldId="332"/>
            <ac:spMk id="11" creationId="{1972FFF2-19E8-4ABA-8DF0-DF0BB9CA0F44}"/>
          </ac:spMkLst>
        </pc:spChg>
        <pc:spChg chg="add del">
          <ac:chgData name="동혁 임" userId="879f4c796d7a5333" providerId="LiveId" clId="{99A0B7FB-7ABD-43B7-B0BE-CF1927BF6B47}" dt="2020-06-02T05:12:19.552" v="4518" actId="26606"/>
          <ac:spMkLst>
            <pc:docMk/>
            <pc:sldMk cId="3396322705" sldId="332"/>
            <ac:spMk id="12" creationId="{D675D8C3-7329-47B0-9782-C66F095D7366}"/>
          </ac:spMkLst>
        </pc:spChg>
        <pc:spChg chg="add del">
          <ac:chgData name="동혁 임" userId="879f4c796d7a5333" providerId="LiveId" clId="{99A0B7FB-7ABD-43B7-B0BE-CF1927BF6B47}" dt="2020-06-02T05:11:30.475" v="4396" actId="26606"/>
          <ac:spMkLst>
            <pc:docMk/>
            <pc:sldMk cId="3396322705" sldId="332"/>
            <ac:spMk id="13" creationId="{C0D35DEF-6008-463B-83B3-F65035F0992E}"/>
          </ac:spMkLst>
        </pc:spChg>
        <pc:spChg chg="add del">
          <ac:chgData name="동혁 임" userId="879f4c796d7a5333" providerId="LiveId" clId="{99A0B7FB-7ABD-43B7-B0BE-CF1927BF6B47}" dt="2020-06-02T05:12:19.552" v="4518" actId="26606"/>
          <ac:spMkLst>
            <pc:docMk/>
            <pc:sldMk cId="3396322705" sldId="332"/>
            <ac:spMk id="14" creationId="{CB077B7C-FE7A-4C81-92C6-F20D2AE425E1}"/>
          </ac:spMkLst>
        </pc:spChg>
        <pc:spChg chg="add del">
          <ac:chgData name="동혁 임" userId="879f4c796d7a5333" providerId="LiveId" clId="{99A0B7FB-7ABD-43B7-B0BE-CF1927BF6B47}" dt="2020-06-02T05:11:30.475" v="4396" actId="26606"/>
          <ac:spMkLst>
            <pc:docMk/>
            <pc:sldMk cId="3396322705" sldId="332"/>
            <ac:spMk id="15" creationId="{0ADDB668-2CA4-4D2B-9C34-3487CA330BA8}"/>
          </ac:spMkLst>
        </pc:spChg>
        <pc:spChg chg="add">
          <ac:chgData name="동혁 임" userId="879f4c796d7a5333" providerId="LiveId" clId="{99A0B7FB-7ABD-43B7-B0BE-CF1927BF6B47}" dt="2020-06-02T05:12:19.552" v="4518" actId="26606"/>
          <ac:spMkLst>
            <pc:docMk/>
            <pc:sldMk cId="3396322705" sldId="332"/>
            <ac:spMk id="16" creationId="{DB90EDA9-2517-46EC-B6D4-3918D04786C1}"/>
          </ac:spMkLst>
        </pc:spChg>
        <pc:spChg chg="add del">
          <ac:chgData name="동혁 임" userId="879f4c796d7a5333" providerId="LiveId" clId="{99A0B7FB-7ABD-43B7-B0BE-CF1927BF6B47}" dt="2020-06-02T05:11:30.475" v="4396" actId="26606"/>
          <ac:spMkLst>
            <pc:docMk/>
            <pc:sldMk cId="3396322705" sldId="332"/>
            <ac:spMk id="17" creationId="{2568BC19-F052-4108-93E1-6A3D1DEC072F}"/>
          </ac:spMkLst>
        </pc:spChg>
        <pc:spChg chg="add del">
          <ac:chgData name="동혁 임" userId="879f4c796d7a5333" providerId="LiveId" clId="{99A0B7FB-7ABD-43B7-B0BE-CF1927BF6B47}" dt="2020-06-02T05:11:30.475" v="4396" actId="26606"/>
          <ac:spMkLst>
            <pc:docMk/>
            <pc:sldMk cId="3396322705" sldId="332"/>
            <ac:spMk id="19" creationId="{D5FD337D-4D6B-4C8B-B6F5-121097E09881}"/>
          </ac:spMkLst>
        </pc:spChg>
        <pc:spChg chg="add">
          <ac:chgData name="동혁 임" userId="879f4c796d7a5333" providerId="LiveId" clId="{99A0B7FB-7ABD-43B7-B0BE-CF1927BF6B47}" dt="2020-06-02T05:12:19.552" v="4518" actId="26606"/>
          <ac:spMkLst>
            <pc:docMk/>
            <pc:sldMk cId="3396322705" sldId="332"/>
            <ac:spMk id="21" creationId="{D449B1F2-532C-44C7-8AC7-28EA15EE02CB}"/>
          </ac:spMkLst>
        </pc:spChg>
        <pc:spChg chg="add">
          <ac:chgData name="동혁 임" userId="879f4c796d7a5333" providerId="LiveId" clId="{99A0B7FB-7ABD-43B7-B0BE-CF1927BF6B47}" dt="2020-06-02T05:12:19.552" v="4518" actId="26606"/>
          <ac:spMkLst>
            <pc:docMk/>
            <pc:sldMk cId="3396322705" sldId="332"/>
            <ac:spMk id="23" creationId="{EE7D3784-5CF9-4282-9B1C-523957852BF6}"/>
          </ac:spMkLst>
        </pc:spChg>
        <pc:picChg chg="add mod ord">
          <ac:chgData name="동혁 임" userId="879f4c796d7a5333" providerId="LiveId" clId="{99A0B7FB-7ABD-43B7-B0BE-CF1927BF6B47}" dt="2020-06-02T05:12:19.552" v="4518" actId="26606"/>
          <ac:picMkLst>
            <pc:docMk/>
            <pc:sldMk cId="3396322705" sldId="332"/>
            <ac:picMk id="6" creationId="{99684292-5A3E-4DD0-8929-19E822F54F6E}"/>
          </ac:picMkLst>
        </pc:picChg>
        <pc:picChg chg="add mod ord">
          <ac:chgData name="동혁 임" userId="879f4c796d7a5333" providerId="LiveId" clId="{99A0B7FB-7ABD-43B7-B0BE-CF1927BF6B47}" dt="2020-06-02T05:12:19.552" v="4518" actId="26606"/>
          <ac:picMkLst>
            <pc:docMk/>
            <pc:sldMk cId="3396322705" sldId="332"/>
            <ac:picMk id="8" creationId="{DF4CFC49-A020-4570-9A1F-ABBB61CCBD84}"/>
          </ac:picMkLst>
        </pc:picChg>
      </pc:sldChg>
      <pc:sldChg chg="addSp delSp modSp new mod setBg">
        <pc:chgData name="동혁 임" userId="879f4c796d7a5333" providerId="LiveId" clId="{99A0B7FB-7ABD-43B7-B0BE-CF1927BF6B47}" dt="2020-06-02T05:15:39.612" v="4743" actId="2711"/>
        <pc:sldMkLst>
          <pc:docMk/>
          <pc:sldMk cId="793127843" sldId="333"/>
        </pc:sldMkLst>
        <pc:spChg chg="mod">
          <ac:chgData name="동혁 임" userId="879f4c796d7a5333" providerId="LiveId" clId="{99A0B7FB-7ABD-43B7-B0BE-CF1927BF6B47}" dt="2020-06-02T05:15:39.612" v="4743" actId="2711"/>
          <ac:spMkLst>
            <pc:docMk/>
            <pc:sldMk cId="793127843" sldId="333"/>
            <ac:spMk id="2" creationId="{BF2F5610-40BF-46BE-9716-A83E8BFAB9B1}"/>
          </ac:spMkLst>
        </pc:spChg>
        <pc:spChg chg="del">
          <ac:chgData name="동혁 임" userId="879f4c796d7a5333" providerId="LiveId" clId="{99A0B7FB-7ABD-43B7-B0BE-CF1927BF6B47}" dt="2020-06-02T05:13:13.878" v="4679" actId="931"/>
          <ac:spMkLst>
            <pc:docMk/>
            <pc:sldMk cId="793127843" sldId="333"/>
            <ac:spMk id="3" creationId="{7556A176-2582-4994-803D-4F47DA6132D2}"/>
          </ac:spMkLst>
        </pc:spChg>
        <pc:spChg chg="mod">
          <ac:chgData name="동혁 임" userId="879f4c796d7a5333" providerId="LiveId" clId="{99A0B7FB-7ABD-43B7-B0BE-CF1927BF6B47}" dt="2020-06-02T05:15:39.612" v="4743" actId="2711"/>
          <ac:spMkLst>
            <pc:docMk/>
            <pc:sldMk cId="793127843" sldId="333"/>
            <ac:spMk id="4" creationId="{A8CDBE1D-D402-47C8-9549-F5710B883DF9}"/>
          </ac:spMkLst>
        </pc:spChg>
        <pc:spChg chg="add del">
          <ac:chgData name="동혁 임" userId="879f4c796d7a5333" providerId="LiveId" clId="{99A0B7FB-7ABD-43B7-B0BE-CF1927BF6B47}" dt="2020-06-02T05:13:21.141" v="4689" actId="26606"/>
          <ac:spMkLst>
            <pc:docMk/>
            <pc:sldMk cId="793127843" sldId="333"/>
            <ac:spMk id="17" creationId="{18F923FF-DD0C-4FD3-A1B4-68DFA511C82D}"/>
          </ac:spMkLst>
        </pc:spChg>
        <pc:spChg chg="add del">
          <ac:chgData name="동혁 임" userId="879f4c796d7a5333" providerId="LiveId" clId="{99A0B7FB-7ABD-43B7-B0BE-CF1927BF6B47}" dt="2020-06-02T05:13:21.141" v="4689" actId="26606"/>
          <ac:spMkLst>
            <pc:docMk/>
            <pc:sldMk cId="793127843" sldId="333"/>
            <ac:spMk id="19" creationId="{114A821F-8663-46BA-8CC0-D4C44F639F3A}"/>
          </ac:spMkLst>
        </pc:spChg>
        <pc:spChg chg="add del">
          <ac:chgData name="동혁 임" userId="879f4c796d7a5333" providerId="LiveId" clId="{99A0B7FB-7ABD-43B7-B0BE-CF1927BF6B47}" dt="2020-06-02T05:13:21.141" v="4689" actId="26606"/>
          <ac:spMkLst>
            <pc:docMk/>
            <pc:sldMk cId="793127843" sldId="333"/>
            <ac:spMk id="21" creationId="{67EF550F-47CE-4FB2-9DAC-12AD835C833D}"/>
          </ac:spMkLst>
        </pc:spChg>
        <pc:spChg chg="add del">
          <ac:chgData name="동혁 임" userId="879f4c796d7a5333" providerId="LiveId" clId="{99A0B7FB-7ABD-43B7-B0BE-CF1927BF6B47}" dt="2020-06-02T05:13:21.638" v="4691" actId="26606"/>
          <ac:spMkLst>
            <pc:docMk/>
            <pc:sldMk cId="793127843" sldId="333"/>
            <ac:spMk id="23" creationId="{24DDD7F0-1FEB-4A1A-9A93-698DF846690F}"/>
          </ac:spMkLst>
        </pc:spChg>
        <pc:spChg chg="add del">
          <ac:chgData name="동혁 임" userId="879f4c796d7a5333" providerId="LiveId" clId="{99A0B7FB-7ABD-43B7-B0BE-CF1927BF6B47}" dt="2020-06-02T05:13:21.638" v="4691" actId="26606"/>
          <ac:spMkLst>
            <pc:docMk/>
            <pc:sldMk cId="793127843" sldId="333"/>
            <ac:spMk id="24" creationId="{114A821F-8663-46BA-8CC0-D4C44F639F3A}"/>
          </ac:spMkLst>
        </pc:spChg>
        <pc:spChg chg="add del">
          <ac:chgData name="동혁 임" userId="879f4c796d7a5333" providerId="LiveId" clId="{99A0B7FB-7ABD-43B7-B0BE-CF1927BF6B47}" dt="2020-06-02T05:13:21.638" v="4691" actId="26606"/>
          <ac:spMkLst>
            <pc:docMk/>
            <pc:sldMk cId="793127843" sldId="333"/>
            <ac:spMk id="25" creationId="{67EF550F-47CE-4FB2-9DAC-12AD835C833D}"/>
          </ac:spMkLst>
        </pc:spChg>
        <pc:spChg chg="add del">
          <ac:chgData name="동혁 임" userId="879f4c796d7a5333" providerId="LiveId" clId="{99A0B7FB-7ABD-43B7-B0BE-CF1927BF6B47}" dt="2020-06-02T05:13:22.261" v="4693" actId="26606"/>
          <ac:spMkLst>
            <pc:docMk/>
            <pc:sldMk cId="793127843" sldId="333"/>
            <ac:spMk id="27" creationId="{471D98A4-63C4-4A75-BD52-CB7C4B67430F}"/>
          </ac:spMkLst>
        </pc:spChg>
        <pc:spChg chg="add del">
          <ac:chgData name="동혁 임" userId="879f4c796d7a5333" providerId="LiveId" clId="{99A0B7FB-7ABD-43B7-B0BE-CF1927BF6B47}" dt="2020-06-02T05:13:22.261" v="4693" actId="26606"/>
          <ac:spMkLst>
            <pc:docMk/>
            <pc:sldMk cId="793127843" sldId="333"/>
            <ac:spMk id="28" creationId="{A3473CF9-37EB-43E7-89EF-D2D1C53D1DAC}"/>
          </ac:spMkLst>
        </pc:spChg>
        <pc:spChg chg="add del">
          <ac:chgData name="동혁 임" userId="879f4c796d7a5333" providerId="LiveId" clId="{99A0B7FB-7ABD-43B7-B0BE-CF1927BF6B47}" dt="2020-06-02T05:13:22.261" v="4693" actId="26606"/>
          <ac:spMkLst>
            <pc:docMk/>
            <pc:sldMk cId="793127843" sldId="333"/>
            <ac:spMk id="29" creationId="{586B4EF9-43BA-4655-A6FF-1D8E21574C95}"/>
          </ac:spMkLst>
        </pc:spChg>
        <pc:spChg chg="add del">
          <ac:chgData name="동혁 임" userId="879f4c796d7a5333" providerId="LiveId" clId="{99A0B7FB-7ABD-43B7-B0BE-CF1927BF6B47}" dt="2020-06-02T05:13:25.509" v="4695" actId="26606"/>
          <ac:spMkLst>
            <pc:docMk/>
            <pc:sldMk cId="793127843" sldId="333"/>
            <ac:spMk id="31" creationId="{24DDD7F0-1FEB-4A1A-9A93-698DF846690F}"/>
          </ac:spMkLst>
        </pc:spChg>
        <pc:spChg chg="add del">
          <ac:chgData name="동혁 임" userId="879f4c796d7a5333" providerId="LiveId" clId="{99A0B7FB-7ABD-43B7-B0BE-CF1927BF6B47}" dt="2020-06-02T05:13:25.509" v="4695" actId="26606"/>
          <ac:spMkLst>
            <pc:docMk/>
            <pc:sldMk cId="793127843" sldId="333"/>
            <ac:spMk id="32" creationId="{114A821F-8663-46BA-8CC0-D4C44F639F3A}"/>
          </ac:spMkLst>
        </pc:spChg>
        <pc:spChg chg="add del">
          <ac:chgData name="동혁 임" userId="879f4c796d7a5333" providerId="LiveId" clId="{99A0B7FB-7ABD-43B7-B0BE-CF1927BF6B47}" dt="2020-06-02T05:13:25.509" v="4695" actId="26606"/>
          <ac:spMkLst>
            <pc:docMk/>
            <pc:sldMk cId="793127843" sldId="333"/>
            <ac:spMk id="33" creationId="{67EF550F-47CE-4FB2-9DAC-12AD835C833D}"/>
          </ac:spMkLst>
        </pc:spChg>
        <pc:spChg chg="add del">
          <ac:chgData name="동혁 임" userId="879f4c796d7a5333" providerId="LiveId" clId="{99A0B7FB-7ABD-43B7-B0BE-CF1927BF6B47}" dt="2020-06-02T05:13:27.037" v="4697" actId="26606"/>
          <ac:spMkLst>
            <pc:docMk/>
            <pc:sldMk cId="793127843" sldId="333"/>
            <ac:spMk id="35" creationId="{18F923FF-DD0C-4FD3-A1B4-68DFA511C82D}"/>
          </ac:spMkLst>
        </pc:spChg>
        <pc:spChg chg="add del">
          <ac:chgData name="동혁 임" userId="879f4c796d7a5333" providerId="LiveId" clId="{99A0B7FB-7ABD-43B7-B0BE-CF1927BF6B47}" dt="2020-06-02T05:13:27.037" v="4697" actId="26606"/>
          <ac:spMkLst>
            <pc:docMk/>
            <pc:sldMk cId="793127843" sldId="333"/>
            <ac:spMk id="36" creationId="{114A821F-8663-46BA-8CC0-D4C44F639F3A}"/>
          </ac:spMkLst>
        </pc:spChg>
        <pc:spChg chg="add del">
          <ac:chgData name="동혁 임" userId="879f4c796d7a5333" providerId="LiveId" clId="{99A0B7FB-7ABD-43B7-B0BE-CF1927BF6B47}" dt="2020-06-02T05:13:27.037" v="4697" actId="26606"/>
          <ac:spMkLst>
            <pc:docMk/>
            <pc:sldMk cId="793127843" sldId="333"/>
            <ac:spMk id="37" creationId="{67EF550F-47CE-4FB2-9DAC-12AD835C833D}"/>
          </ac:spMkLst>
        </pc:spChg>
        <pc:spChg chg="add">
          <ac:chgData name="동혁 임" userId="879f4c796d7a5333" providerId="LiveId" clId="{99A0B7FB-7ABD-43B7-B0BE-CF1927BF6B47}" dt="2020-06-02T05:13:27.045" v="4698" actId="26606"/>
          <ac:spMkLst>
            <pc:docMk/>
            <pc:sldMk cId="793127843" sldId="333"/>
            <ac:spMk id="39" creationId="{24DDD7F0-1FEB-4A1A-9A93-698DF846690F}"/>
          </ac:spMkLst>
        </pc:spChg>
        <pc:spChg chg="add">
          <ac:chgData name="동혁 임" userId="879f4c796d7a5333" providerId="LiveId" clId="{99A0B7FB-7ABD-43B7-B0BE-CF1927BF6B47}" dt="2020-06-02T05:13:27.045" v="4698" actId="26606"/>
          <ac:spMkLst>
            <pc:docMk/>
            <pc:sldMk cId="793127843" sldId="333"/>
            <ac:spMk id="40" creationId="{114A821F-8663-46BA-8CC0-D4C44F639F3A}"/>
          </ac:spMkLst>
        </pc:spChg>
        <pc:spChg chg="add">
          <ac:chgData name="동혁 임" userId="879f4c796d7a5333" providerId="LiveId" clId="{99A0B7FB-7ABD-43B7-B0BE-CF1927BF6B47}" dt="2020-06-02T05:13:27.045" v="4698" actId="26606"/>
          <ac:spMkLst>
            <pc:docMk/>
            <pc:sldMk cId="793127843" sldId="333"/>
            <ac:spMk id="41" creationId="{67EF550F-47CE-4FB2-9DAC-12AD835C833D}"/>
          </ac:spMkLst>
        </pc:spChg>
        <pc:picChg chg="add mod ord">
          <ac:chgData name="동혁 임" userId="879f4c796d7a5333" providerId="LiveId" clId="{99A0B7FB-7ABD-43B7-B0BE-CF1927BF6B47}" dt="2020-06-02T05:15:25.918" v="4730" actId="1036"/>
          <ac:picMkLst>
            <pc:docMk/>
            <pc:sldMk cId="793127843" sldId="333"/>
            <ac:picMk id="6" creationId="{CAE3F7E0-0ACE-4327-A7D2-265E0881FC6C}"/>
          </ac:picMkLst>
        </pc:picChg>
        <pc:picChg chg="add mod ord">
          <ac:chgData name="동혁 임" userId="879f4c796d7a5333" providerId="LiveId" clId="{99A0B7FB-7ABD-43B7-B0BE-CF1927BF6B47}" dt="2020-06-02T05:15:31.814" v="4741" actId="1076"/>
          <ac:picMkLst>
            <pc:docMk/>
            <pc:sldMk cId="793127843" sldId="333"/>
            <ac:picMk id="8" creationId="{636C5908-484C-497D-87E4-D90ADDB3CF36}"/>
          </ac:picMkLst>
        </pc:picChg>
        <pc:picChg chg="add mod ord">
          <ac:chgData name="동혁 임" userId="879f4c796d7a5333" providerId="LiveId" clId="{99A0B7FB-7ABD-43B7-B0BE-CF1927BF6B47}" dt="2020-06-02T05:15:28.878" v="4740" actId="1035"/>
          <ac:picMkLst>
            <pc:docMk/>
            <pc:sldMk cId="793127843" sldId="333"/>
            <ac:picMk id="10" creationId="{F025AE36-8DC0-4376-A7D8-29AB321BBE93}"/>
          </ac:picMkLst>
        </pc:picChg>
        <pc:picChg chg="add mod">
          <ac:chgData name="동혁 임" userId="879f4c796d7a5333" providerId="LiveId" clId="{99A0B7FB-7ABD-43B7-B0BE-CF1927BF6B47}" dt="2020-06-02T05:15:34.965" v="4742" actId="1076"/>
          <ac:picMkLst>
            <pc:docMk/>
            <pc:sldMk cId="793127843" sldId="333"/>
            <ac:picMk id="12" creationId="{89A93D4E-7FFF-484E-8386-8B65397340BF}"/>
          </ac:picMkLst>
        </pc:picChg>
      </pc:sldChg>
      <pc:sldChg chg="addSp delSp modSp new mod setBg">
        <pc:chgData name="동혁 임" userId="879f4c796d7a5333" providerId="LiveId" clId="{99A0B7FB-7ABD-43B7-B0BE-CF1927BF6B47}" dt="2020-06-02T05:19:39.546" v="5284" actId="2711"/>
        <pc:sldMkLst>
          <pc:docMk/>
          <pc:sldMk cId="2273928314" sldId="334"/>
        </pc:sldMkLst>
        <pc:spChg chg="mod">
          <ac:chgData name="동혁 임" userId="879f4c796d7a5333" providerId="LiveId" clId="{99A0B7FB-7ABD-43B7-B0BE-CF1927BF6B47}" dt="2020-06-02T05:19:39.546" v="5284" actId="2711"/>
          <ac:spMkLst>
            <pc:docMk/>
            <pc:sldMk cId="2273928314" sldId="334"/>
            <ac:spMk id="2" creationId="{DECEC3E0-7E7D-4F45-A0A2-A47384493399}"/>
          </ac:spMkLst>
        </pc:spChg>
        <pc:spChg chg="del">
          <ac:chgData name="동혁 임" userId="879f4c796d7a5333" providerId="LiveId" clId="{99A0B7FB-7ABD-43B7-B0BE-CF1927BF6B47}" dt="2020-06-02T05:16:15.312" v="4852" actId="931"/>
          <ac:spMkLst>
            <pc:docMk/>
            <pc:sldMk cId="2273928314" sldId="334"/>
            <ac:spMk id="3" creationId="{6037F624-3E70-4557-B0A7-FF0E92BBE315}"/>
          </ac:spMkLst>
        </pc:spChg>
        <pc:spChg chg="mod">
          <ac:chgData name="동혁 임" userId="879f4c796d7a5333" providerId="LiveId" clId="{99A0B7FB-7ABD-43B7-B0BE-CF1927BF6B47}" dt="2020-06-02T05:19:39.546" v="5284" actId="2711"/>
          <ac:spMkLst>
            <pc:docMk/>
            <pc:sldMk cId="2273928314" sldId="334"/>
            <ac:spMk id="4" creationId="{955F1966-6A27-4ABE-BCCA-932353A87FD5}"/>
          </ac:spMkLst>
        </pc:spChg>
        <pc:spChg chg="add">
          <ac:chgData name="동혁 임" userId="879f4c796d7a5333" providerId="LiveId" clId="{99A0B7FB-7ABD-43B7-B0BE-CF1927BF6B47}" dt="2020-06-02T05:17:51.537" v="4932" actId="26606"/>
          <ac:spMkLst>
            <pc:docMk/>
            <pc:sldMk cId="2273928314" sldId="334"/>
            <ac:spMk id="12" creationId="{71A784BF-09DB-448D-99FC-B49DFC6605D5}"/>
          </ac:spMkLst>
        </pc:spChg>
        <pc:spChg chg="add">
          <ac:chgData name="동혁 임" userId="879f4c796d7a5333" providerId="LiveId" clId="{99A0B7FB-7ABD-43B7-B0BE-CF1927BF6B47}" dt="2020-06-02T05:17:51.537" v="4932" actId="26606"/>
          <ac:spMkLst>
            <pc:docMk/>
            <pc:sldMk cId="2273928314" sldId="334"/>
            <ac:spMk id="13" creationId="{917859B3-4C91-478D-929D-BB6433F90849}"/>
          </ac:spMkLst>
        </pc:spChg>
        <pc:spChg chg="add">
          <ac:chgData name="동혁 임" userId="879f4c796d7a5333" providerId="LiveId" clId="{99A0B7FB-7ABD-43B7-B0BE-CF1927BF6B47}" dt="2020-06-02T05:17:51.537" v="4932" actId="26606"/>
          <ac:spMkLst>
            <pc:docMk/>
            <pc:sldMk cId="2273928314" sldId="334"/>
            <ac:spMk id="14" creationId="{6283FBD2-A663-469F-855C-06D86E3C1161}"/>
          </ac:spMkLst>
        </pc:spChg>
        <pc:spChg chg="add del">
          <ac:chgData name="동혁 임" userId="879f4c796d7a5333" providerId="LiveId" clId="{99A0B7FB-7ABD-43B7-B0BE-CF1927BF6B47}" dt="2020-06-02T05:17:35.759" v="4860" actId="26606"/>
          <ac:spMkLst>
            <pc:docMk/>
            <pc:sldMk cId="2273928314" sldId="334"/>
            <ac:spMk id="15" creationId="{FDC05A7B-3060-4D55-AD98-5814F79D46C2}"/>
          </ac:spMkLst>
        </pc:spChg>
        <pc:spChg chg="add del">
          <ac:chgData name="동혁 임" userId="879f4c796d7a5333" providerId="LiveId" clId="{99A0B7FB-7ABD-43B7-B0BE-CF1927BF6B47}" dt="2020-06-02T05:17:35.759" v="4860" actId="26606"/>
          <ac:spMkLst>
            <pc:docMk/>
            <pc:sldMk cId="2273928314" sldId="334"/>
            <ac:spMk id="17" creationId="{A3473CF9-37EB-43E7-89EF-D2D1C53D1DAC}"/>
          </ac:spMkLst>
        </pc:spChg>
        <pc:spChg chg="add del">
          <ac:chgData name="동혁 임" userId="879f4c796d7a5333" providerId="LiveId" clId="{99A0B7FB-7ABD-43B7-B0BE-CF1927BF6B47}" dt="2020-06-02T05:17:35.759" v="4860" actId="26606"/>
          <ac:spMkLst>
            <pc:docMk/>
            <pc:sldMk cId="2273928314" sldId="334"/>
            <ac:spMk id="19" creationId="{586B4EF9-43BA-4655-A6FF-1D8E21574C95}"/>
          </ac:spMkLst>
        </pc:spChg>
        <pc:spChg chg="add">
          <ac:chgData name="동혁 임" userId="879f4c796d7a5333" providerId="LiveId" clId="{99A0B7FB-7ABD-43B7-B0BE-CF1927BF6B47}" dt="2020-06-02T05:17:51.537" v="4932" actId="26606"/>
          <ac:spMkLst>
            <pc:docMk/>
            <pc:sldMk cId="2273928314" sldId="334"/>
            <ac:spMk id="21" creationId="{8A1279FC-7441-4E55-B082-2774E6316482}"/>
          </ac:spMkLst>
        </pc:spChg>
        <pc:picChg chg="add mod ord">
          <ac:chgData name="동혁 임" userId="879f4c796d7a5333" providerId="LiveId" clId="{99A0B7FB-7ABD-43B7-B0BE-CF1927BF6B47}" dt="2020-06-02T05:18:26.421" v="5048" actId="1076"/>
          <ac:picMkLst>
            <pc:docMk/>
            <pc:sldMk cId="2273928314" sldId="334"/>
            <ac:picMk id="6" creationId="{8E6FF729-45F9-40E2-8068-40828A2ED963}"/>
          </ac:picMkLst>
        </pc:picChg>
        <pc:picChg chg="add mod ord modCrop">
          <ac:chgData name="동혁 임" userId="879f4c796d7a5333" providerId="LiveId" clId="{99A0B7FB-7ABD-43B7-B0BE-CF1927BF6B47}" dt="2020-06-02T05:18:48.327" v="5101" actId="18131"/>
          <ac:picMkLst>
            <pc:docMk/>
            <pc:sldMk cId="2273928314" sldId="334"/>
            <ac:picMk id="8" creationId="{4F28F470-BA10-472F-9A5D-BF5C99FDFC04}"/>
          </ac:picMkLst>
        </pc:picChg>
        <pc:picChg chg="add mod ord modCrop">
          <ac:chgData name="동혁 임" userId="879f4c796d7a5333" providerId="LiveId" clId="{99A0B7FB-7ABD-43B7-B0BE-CF1927BF6B47}" dt="2020-06-02T05:18:41.622" v="5080" actId="18131"/>
          <ac:picMkLst>
            <pc:docMk/>
            <pc:sldMk cId="2273928314" sldId="334"/>
            <ac:picMk id="10" creationId="{E745C2EF-314B-4BBC-A4B9-A93086762525}"/>
          </ac:picMkLst>
        </pc:picChg>
      </pc:sldChg>
      <pc:sldChg chg="addSp delSp modSp new mod setBg">
        <pc:chgData name="동혁 임" userId="879f4c796d7a5333" providerId="LiveId" clId="{99A0B7FB-7ABD-43B7-B0BE-CF1927BF6B47}" dt="2020-06-02T05:19:43.090" v="5285" actId="2711"/>
        <pc:sldMkLst>
          <pc:docMk/>
          <pc:sldMk cId="1253723820" sldId="335"/>
        </pc:sldMkLst>
        <pc:spChg chg="mod ord">
          <ac:chgData name="동혁 임" userId="879f4c796d7a5333" providerId="LiveId" clId="{99A0B7FB-7ABD-43B7-B0BE-CF1927BF6B47}" dt="2020-06-02T05:19:43.090" v="5285" actId="2711"/>
          <ac:spMkLst>
            <pc:docMk/>
            <pc:sldMk cId="1253723820" sldId="335"/>
            <ac:spMk id="2" creationId="{0DD95773-1810-4DB4-9404-5509D41CC777}"/>
          </ac:spMkLst>
        </pc:spChg>
        <pc:spChg chg="del">
          <ac:chgData name="동혁 임" userId="879f4c796d7a5333" providerId="LiveId" clId="{99A0B7FB-7ABD-43B7-B0BE-CF1927BF6B47}" dt="2020-06-02T05:19:31.658" v="5282" actId="931"/>
          <ac:spMkLst>
            <pc:docMk/>
            <pc:sldMk cId="1253723820" sldId="335"/>
            <ac:spMk id="3" creationId="{EB0E4CCE-9DD0-40C1-899B-DED2EE2D4164}"/>
          </ac:spMkLst>
        </pc:spChg>
        <pc:spChg chg="mod">
          <ac:chgData name="동혁 임" userId="879f4c796d7a5333" providerId="LiveId" clId="{99A0B7FB-7ABD-43B7-B0BE-CF1927BF6B47}" dt="2020-06-02T05:19:43.090" v="5285" actId="2711"/>
          <ac:spMkLst>
            <pc:docMk/>
            <pc:sldMk cId="1253723820" sldId="335"/>
            <ac:spMk id="4" creationId="{ECDA169E-809F-4DE4-AAB2-B2907ECD533C}"/>
          </ac:spMkLst>
        </pc:spChg>
        <pc:spChg chg="add">
          <ac:chgData name="동혁 임" userId="879f4c796d7a5333" providerId="LiveId" clId="{99A0B7FB-7ABD-43B7-B0BE-CF1927BF6B47}" dt="2020-06-02T05:19:33.397" v="5283" actId="26606"/>
          <ac:spMkLst>
            <pc:docMk/>
            <pc:sldMk cId="1253723820" sldId="335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5:19:33.397" v="5283" actId="26606"/>
          <ac:spMkLst>
            <pc:docMk/>
            <pc:sldMk cId="1253723820" sldId="335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5:19:33.397" v="5283" actId="26606"/>
          <ac:picMkLst>
            <pc:docMk/>
            <pc:sldMk cId="1253723820" sldId="335"/>
            <ac:picMk id="6" creationId="{D6CB6E19-12F5-4EA6-BB56-39DCB7BB19E2}"/>
          </ac:picMkLst>
        </pc:picChg>
      </pc:sldChg>
      <pc:sldChg chg="addSp delSp modSp new mod setBg">
        <pc:chgData name="동혁 임" userId="879f4c796d7a5333" providerId="LiveId" clId="{99A0B7FB-7ABD-43B7-B0BE-CF1927BF6B47}" dt="2020-06-02T05:22:22.627" v="5795"/>
        <pc:sldMkLst>
          <pc:docMk/>
          <pc:sldMk cId="2526351709" sldId="336"/>
        </pc:sldMkLst>
        <pc:spChg chg="mod ord">
          <ac:chgData name="동혁 임" userId="879f4c796d7a5333" providerId="LiveId" clId="{99A0B7FB-7ABD-43B7-B0BE-CF1927BF6B47}" dt="2020-06-02T05:21:26.561" v="5450" actId="2711"/>
          <ac:spMkLst>
            <pc:docMk/>
            <pc:sldMk cId="2526351709" sldId="336"/>
            <ac:spMk id="2" creationId="{9CC0261D-3043-498A-8821-A9C78798F72E}"/>
          </ac:spMkLst>
        </pc:spChg>
        <pc:spChg chg="del">
          <ac:chgData name="동혁 임" userId="879f4c796d7a5333" providerId="LiveId" clId="{99A0B7FB-7ABD-43B7-B0BE-CF1927BF6B47}" dt="2020-06-02T05:21:17.341" v="5446" actId="931"/>
          <ac:spMkLst>
            <pc:docMk/>
            <pc:sldMk cId="2526351709" sldId="336"/>
            <ac:spMk id="3" creationId="{23D5D243-41B2-4A8F-9E6C-6062AC82484E}"/>
          </ac:spMkLst>
        </pc:spChg>
        <pc:spChg chg="mod">
          <ac:chgData name="동혁 임" userId="879f4c796d7a5333" providerId="LiveId" clId="{99A0B7FB-7ABD-43B7-B0BE-CF1927BF6B47}" dt="2020-06-02T05:22:22.627" v="5795"/>
          <ac:spMkLst>
            <pc:docMk/>
            <pc:sldMk cId="2526351709" sldId="336"/>
            <ac:spMk id="4" creationId="{95DC0093-8A0F-43A0-A110-493F107557FF}"/>
          </ac:spMkLst>
        </pc:spChg>
        <pc:spChg chg="add">
          <ac:chgData name="동혁 임" userId="879f4c796d7a5333" providerId="LiveId" clId="{99A0B7FB-7ABD-43B7-B0BE-CF1927BF6B47}" dt="2020-06-02T05:21:19.500" v="5449" actId="26606"/>
          <ac:spMkLst>
            <pc:docMk/>
            <pc:sldMk cId="2526351709" sldId="336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5:21:19.500" v="5449" actId="26606"/>
          <ac:spMkLst>
            <pc:docMk/>
            <pc:sldMk cId="2526351709" sldId="336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5:21:19.500" v="5449" actId="26606"/>
          <ac:picMkLst>
            <pc:docMk/>
            <pc:sldMk cId="2526351709" sldId="336"/>
            <ac:picMk id="6" creationId="{18F5F883-15CF-4BC8-BA88-31B81B60C2F9}"/>
          </ac:picMkLst>
        </pc:picChg>
      </pc:sldChg>
      <pc:sldChg chg="new del">
        <pc:chgData name="동혁 임" userId="879f4c796d7a5333" providerId="LiveId" clId="{99A0B7FB-7ABD-43B7-B0BE-CF1927BF6B47}" dt="2020-06-02T05:25:21.530" v="5798" actId="47"/>
        <pc:sldMkLst>
          <pc:docMk/>
          <pc:sldMk cId="1048572263" sldId="337"/>
        </pc:sldMkLst>
      </pc:sldChg>
      <pc:sldChg chg="addSp modSp new mod setBg">
        <pc:chgData name="동혁 임" userId="879f4c796d7a5333" providerId="LiveId" clId="{99A0B7FB-7ABD-43B7-B0BE-CF1927BF6B47}" dt="2020-06-02T05:25:35.327" v="5820" actId="2711"/>
        <pc:sldMkLst>
          <pc:docMk/>
          <pc:sldMk cId="767762912" sldId="338"/>
        </pc:sldMkLst>
        <pc:spChg chg="mod">
          <ac:chgData name="동혁 임" userId="879f4c796d7a5333" providerId="LiveId" clId="{99A0B7FB-7ABD-43B7-B0BE-CF1927BF6B47}" dt="2020-06-02T05:25:35.327" v="5820" actId="2711"/>
          <ac:spMkLst>
            <pc:docMk/>
            <pc:sldMk cId="767762912" sldId="338"/>
            <ac:spMk id="2" creationId="{A5774059-3A78-483A-9D59-C9453A2AE70B}"/>
          </ac:spMkLst>
        </pc:spChg>
        <pc:spChg chg="mod">
          <ac:chgData name="동혁 임" userId="879f4c796d7a5333" providerId="LiveId" clId="{99A0B7FB-7ABD-43B7-B0BE-CF1927BF6B47}" dt="2020-06-02T05:25:35.327" v="5820" actId="2711"/>
          <ac:spMkLst>
            <pc:docMk/>
            <pc:sldMk cId="767762912" sldId="338"/>
            <ac:spMk id="3" creationId="{78240321-A370-4C8D-95D7-CD29DC27D3C7}"/>
          </ac:spMkLst>
        </pc:spChg>
        <pc:spChg chg="add">
          <ac:chgData name="동혁 임" userId="879f4c796d7a5333" providerId="LiveId" clId="{99A0B7FB-7ABD-43B7-B0BE-CF1927BF6B47}" dt="2020-06-02T05:25:32.219" v="5819" actId="26606"/>
          <ac:spMkLst>
            <pc:docMk/>
            <pc:sldMk cId="767762912" sldId="338"/>
            <ac:spMk id="8" creationId="{1ACA2EA0-FFD3-42EC-9406-B595015ED96E}"/>
          </ac:spMkLst>
        </pc:spChg>
        <pc:spChg chg="add">
          <ac:chgData name="동혁 임" userId="879f4c796d7a5333" providerId="LiveId" clId="{99A0B7FB-7ABD-43B7-B0BE-CF1927BF6B47}" dt="2020-06-02T05:25:32.219" v="5819" actId="26606"/>
          <ac:spMkLst>
            <pc:docMk/>
            <pc:sldMk cId="767762912" sldId="338"/>
            <ac:spMk id="10" creationId="{D5288BCE-665C-472A-8C43-664BCFA31E43}"/>
          </ac:spMkLst>
        </pc:spChg>
        <pc:spChg chg="add">
          <ac:chgData name="동혁 임" userId="879f4c796d7a5333" providerId="LiveId" clId="{99A0B7FB-7ABD-43B7-B0BE-CF1927BF6B47}" dt="2020-06-02T05:25:32.219" v="5819" actId="26606"/>
          <ac:spMkLst>
            <pc:docMk/>
            <pc:sldMk cId="767762912" sldId="338"/>
            <ac:spMk id="12" creationId="{46C57131-53A7-4C1A-BEA8-25F06A06AD29}"/>
          </ac:spMkLst>
        </pc:spChg>
      </pc:sldChg>
      <pc:sldChg chg="addSp modSp new mod setBg">
        <pc:chgData name="동혁 임" userId="879f4c796d7a5333" providerId="LiveId" clId="{99A0B7FB-7ABD-43B7-B0BE-CF1927BF6B47}" dt="2020-06-02T05:26:02.160" v="5841" actId="2711"/>
        <pc:sldMkLst>
          <pc:docMk/>
          <pc:sldMk cId="1040349058" sldId="339"/>
        </pc:sldMkLst>
        <pc:spChg chg="mod">
          <ac:chgData name="동혁 임" userId="879f4c796d7a5333" providerId="LiveId" clId="{99A0B7FB-7ABD-43B7-B0BE-CF1927BF6B47}" dt="2020-06-02T05:26:02.160" v="5841" actId="2711"/>
          <ac:spMkLst>
            <pc:docMk/>
            <pc:sldMk cId="1040349058" sldId="339"/>
            <ac:spMk id="2" creationId="{06A12E94-1148-4D50-A66C-5FA260863566}"/>
          </ac:spMkLst>
        </pc:spChg>
        <pc:spChg chg="mod">
          <ac:chgData name="동혁 임" userId="879f4c796d7a5333" providerId="LiveId" clId="{99A0B7FB-7ABD-43B7-B0BE-CF1927BF6B47}" dt="2020-06-02T05:26:02.160" v="5841" actId="2711"/>
          <ac:spMkLst>
            <pc:docMk/>
            <pc:sldMk cId="1040349058" sldId="339"/>
            <ac:spMk id="3" creationId="{CF6E72B6-0558-4470-92CF-F0157068C751}"/>
          </ac:spMkLst>
        </pc:spChg>
        <pc:spChg chg="add">
          <ac:chgData name="동혁 임" userId="879f4c796d7a5333" providerId="LiveId" clId="{99A0B7FB-7ABD-43B7-B0BE-CF1927BF6B47}" dt="2020-06-02T05:25:49.619" v="5840" actId="26606"/>
          <ac:spMkLst>
            <pc:docMk/>
            <pc:sldMk cId="1040349058" sldId="339"/>
            <ac:spMk id="8" creationId="{1ACA2EA0-FFD3-42EC-9406-B595015ED96E}"/>
          </ac:spMkLst>
        </pc:spChg>
        <pc:spChg chg="add">
          <ac:chgData name="동혁 임" userId="879f4c796d7a5333" providerId="LiveId" clId="{99A0B7FB-7ABD-43B7-B0BE-CF1927BF6B47}" dt="2020-06-02T05:25:49.619" v="5840" actId="26606"/>
          <ac:spMkLst>
            <pc:docMk/>
            <pc:sldMk cId="1040349058" sldId="339"/>
            <ac:spMk id="10" creationId="{D5288BCE-665C-472A-8C43-664BCFA31E43}"/>
          </ac:spMkLst>
        </pc:spChg>
        <pc:spChg chg="add">
          <ac:chgData name="동혁 임" userId="879f4c796d7a5333" providerId="LiveId" clId="{99A0B7FB-7ABD-43B7-B0BE-CF1927BF6B47}" dt="2020-06-02T05:25:49.619" v="5840" actId="26606"/>
          <ac:spMkLst>
            <pc:docMk/>
            <pc:sldMk cId="1040349058" sldId="339"/>
            <ac:spMk id="12" creationId="{46C57131-53A7-4C1A-BEA8-25F06A06AD29}"/>
          </ac:spMkLst>
        </pc:spChg>
      </pc:sldChg>
      <pc:sldChg chg="addSp modSp new mod setBg">
        <pc:chgData name="동혁 임" userId="879f4c796d7a5333" providerId="LiveId" clId="{99A0B7FB-7ABD-43B7-B0BE-CF1927BF6B47}" dt="2020-07-02T04:30:36.939" v="72098" actId="2711"/>
        <pc:sldMkLst>
          <pc:docMk/>
          <pc:sldMk cId="1154042035" sldId="340"/>
        </pc:sldMkLst>
        <pc:spChg chg="mod">
          <ac:chgData name="동혁 임" userId="879f4c796d7a5333" providerId="LiveId" clId="{99A0B7FB-7ABD-43B7-B0BE-CF1927BF6B47}" dt="2020-07-02T04:30:36.939" v="72098" actId="2711"/>
          <ac:spMkLst>
            <pc:docMk/>
            <pc:sldMk cId="1154042035" sldId="340"/>
            <ac:spMk id="2" creationId="{D2D442CE-3368-4DBB-94CD-D43AA5DD62D3}"/>
          </ac:spMkLst>
        </pc:spChg>
        <pc:spChg chg="mod">
          <ac:chgData name="동혁 임" userId="879f4c796d7a5333" providerId="LiveId" clId="{99A0B7FB-7ABD-43B7-B0BE-CF1927BF6B47}" dt="2020-06-02T05:29:23.706" v="6153" actId="20577"/>
          <ac:spMkLst>
            <pc:docMk/>
            <pc:sldMk cId="1154042035" sldId="340"/>
            <ac:spMk id="3" creationId="{6AC2744E-D7E3-4463-B3DC-5861227046BA}"/>
          </ac:spMkLst>
        </pc:spChg>
        <pc:spChg chg="add">
          <ac:chgData name="동혁 임" userId="879f4c796d7a5333" providerId="LiveId" clId="{99A0B7FB-7ABD-43B7-B0BE-CF1927BF6B47}" dt="2020-06-02T05:26:48.014" v="5847" actId="26606"/>
          <ac:spMkLst>
            <pc:docMk/>
            <pc:sldMk cId="1154042035" sldId="340"/>
            <ac:spMk id="8" creationId="{DAF1966E-FD40-4A4A-B61B-C4DF7FA05F06}"/>
          </ac:spMkLst>
        </pc:spChg>
        <pc:spChg chg="add">
          <ac:chgData name="동혁 임" userId="879f4c796d7a5333" providerId="LiveId" clId="{99A0B7FB-7ABD-43B7-B0BE-CF1927BF6B47}" dt="2020-06-02T05:26:48.014" v="5847" actId="26606"/>
          <ac:spMkLst>
            <pc:docMk/>
            <pc:sldMk cId="1154042035" sldId="340"/>
            <ac:spMk id="10" creationId="{047BFA19-D45E-416B-A404-7AF2F3F27017}"/>
          </ac:spMkLst>
        </pc:spChg>
        <pc:spChg chg="add">
          <ac:chgData name="동혁 임" userId="879f4c796d7a5333" providerId="LiveId" clId="{99A0B7FB-7ABD-43B7-B0BE-CF1927BF6B47}" dt="2020-06-02T05:26:48.014" v="5847" actId="26606"/>
          <ac:spMkLst>
            <pc:docMk/>
            <pc:sldMk cId="1154042035" sldId="340"/>
            <ac:spMk id="12" creationId="{8E0105E7-23DB-4CF2-8258-FF47C7620F6E}"/>
          </ac:spMkLst>
        </pc:spChg>
        <pc:spChg chg="add">
          <ac:chgData name="동혁 임" userId="879f4c796d7a5333" providerId="LiveId" clId="{99A0B7FB-7ABD-43B7-B0BE-CF1927BF6B47}" dt="2020-06-02T05:26:48.014" v="5847" actId="26606"/>
          <ac:spMkLst>
            <pc:docMk/>
            <pc:sldMk cId="1154042035" sldId="340"/>
            <ac:spMk id="14" creationId="{074B4F7D-14B2-478B-8BF5-01E4E0C5D263}"/>
          </ac:spMkLst>
        </pc:spChg>
      </pc:sldChg>
      <pc:sldChg chg="addSp delSp modSp new mod setBg">
        <pc:chgData name="동혁 임" userId="879f4c796d7a5333" providerId="LiveId" clId="{99A0B7FB-7ABD-43B7-B0BE-CF1927BF6B47}" dt="2020-06-02T05:33:51.190" v="6654" actId="2711"/>
        <pc:sldMkLst>
          <pc:docMk/>
          <pc:sldMk cId="1517302642" sldId="341"/>
        </pc:sldMkLst>
        <pc:spChg chg="mod">
          <ac:chgData name="동혁 임" userId="879f4c796d7a5333" providerId="LiveId" clId="{99A0B7FB-7ABD-43B7-B0BE-CF1927BF6B47}" dt="2020-06-02T05:33:51.190" v="6654" actId="2711"/>
          <ac:spMkLst>
            <pc:docMk/>
            <pc:sldMk cId="1517302642" sldId="341"/>
            <ac:spMk id="2" creationId="{A0EF40BD-C275-4094-8265-473870D9B292}"/>
          </ac:spMkLst>
        </pc:spChg>
        <pc:spChg chg="del">
          <ac:chgData name="동혁 임" userId="879f4c796d7a5333" providerId="LiveId" clId="{99A0B7FB-7ABD-43B7-B0BE-CF1927BF6B47}" dt="2020-06-02T05:30:28.401" v="6430" actId="931"/>
          <ac:spMkLst>
            <pc:docMk/>
            <pc:sldMk cId="1517302642" sldId="341"/>
            <ac:spMk id="3" creationId="{5C5D7E41-3769-45D8-9B77-799949D06759}"/>
          </ac:spMkLst>
        </pc:spChg>
        <pc:spChg chg="mod">
          <ac:chgData name="동혁 임" userId="879f4c796d7a5333" providerId="LiveId" clId="{99A0B7FB-7ABD-43B7-B0BE-CF1927BF6B47}" dt="2020-06-02T05:33:51.190" v="6654" actId="2711"/>
          <ac:spMkLst>
            <pc:docMk/>
            <pc:sldMk cId="1517302642" sldId="341"/>
            <ac:spMk id="4" creationId="{9CC52420-8814-478C-A1B2-15A5F0FC5941}"/>
          </ac:spMkLst>
        </pc:spChg>
        <pc:spChg chg="add del">
          <ac:chgData name="동혁 임" userId="879f4c796d7a5333" providerId="LiveId" clId="{99A0B7FB-7ABD-43B7-B0BE-CF1927BF6B47}" dt="2020-06-02T05:31:27.168" v="6437" actId="26606"/>
          <ac:spMkLst>
            <pc:docMk/>
            <pc:sldMk cId="1517302642" sldId="341"/>
            <ac:spMk id="13" creationId="{DB90EDA9-2517-46EC-B6D4-3918D04786C1}"/>
          </ac:spMkLst>
        </pc:spChg>
        <pc:spChg chg="add del">
          <ac:chgData name="동혁 임" userId="879f4c796d7a5333" providerId="LiveId" clId="{99A0B7FB-7ABD-43B7-B0BE-CF1927BF6B47}" dt="2020-06-02T05:31:27.168" v="6437" actId="26606"/>
          <ac:spMkLst>
            <pc:docMk/>
            <pc:sldMk cId="1517302642" sldId="341"/>
            <ac:spMk id="15" creationId="{D449B1F2-532C-44C7-8AC7-28EA15EE02CB}"/>
          </ac:spMkLst>
        </pc:spChg>
        <pc:spChg chg="add del">
          <ac:chgData name="동혁 임" userId="879f4c796d7a5333" providerId="LiveId" clId="{99A0B7FB-7ABD-43B7-B0BE-CF1927BF6B47}" dt="2020-06-02T05:31:27.168" v="6437" actId="26606"/>
          <ac:spMkLst>
            <pc:docMk/>
            <pc:sldMk cId="1517302642" sldId="341"/>
            <ac:spMk id="17" creationId="{EE7D3784-5CF9-4282-9B1C-523957852BF6}"/>
          </ac:spMkLst>
        </pc:spChg>
        <pc:spChg chg="add del">
          <ac:chgData name="동혁 임" userId="879f4c796d7a5333" providerId="LiveId" clId="{99A0B7FB-7ABD-43B7-B0BE-CF1927BF6B47}" dt="2020-06-02T05:31:31.151" v="6439" actId="26606"/>
          <ac:spMkLst>
            <pc:docMk/>
            <pc:sldMk cId="1517302642" sldId="341"/>
            <ac:spMk id="19" creationId="{4B2B1C70-BF3F-41BD-871B-63D8F911F77B}"/>
          </ac:spMkLst>
        </pc:spChg>
        <pc:spChg chg="add del">
          <ac:chgData name="동혁 임" userId="879f4c796d7a5333" providerId="LiveId" clId="{99A0B7FB-7ABD-43B7-B0BE-CF1927BF6B47}" dt="2020-06-02T05:31:31.151" v="6439" actId="26606"/>
          <ac:spMkLst>
            <pc:docMk/>
            <pc:sldMk cId="1517302642" sldId="341"/>
            <ac:spMk id="20" creationId="{6D731904-7733-45B0-902C-289497204C19}"/>
          </ac:spMkLst>
        </pc:spChg>
        <pc:spChg chg="add del">
          <ac:chgData name="동혁 임" userId="879f4c796d7a5333" providerId="LiveId" clId="{99A0B7FB-7ABD-43B7-B0BE-CF1927BF6B47}" dt="2020-06-02T05:31:31.151" v="6439" actId="26606"/>
          <ac:spMkLst>
            <pc:docMk/>
            <pc:sldMk cId="1517302642" sldId="341"/>
            <ac:spMk id="21" creationId="{504E6397-35D7-4AEC-9DA9-B7F6B12B88A5}"/>
          </ac:spMkLst>
        </pc:spChg>
        <pc:spChg chg="add del">
          <ac:chgData name="동혁 임" userId="879f4c796d7a5333" providerId="LiveId" clId="{99A0B7FB-7ABD-43B7-B0BE-CF1927BF6B47}" dt="2020-06-02T05:31:31.151" v="6439" actId="26606"/>
          <ac:spMkLst>
            <pc:docMk/>
            <pc:sldMk cId="1517302642" sldId="341"/>
            <ac:spMk id="22" creationId="{62C5A04F-2AEB-4631-8314-A8B812E1EC8E}"/>
          </ac:spMkLst>
        </pc:spChg>
        <pc:spChg chg="add del">
          <ac:chgData name="동혁 임" userId="879f4c796d7a5333" providerId="LiveId" clId="{99A0B7FB-7ABD-43B7-B0BE-CF1927BF6B47}" dt="2020-06-02T05:31:32.366" v="6441" actId="26606"/>
          <ac:spMkLst>
            <pc:docMk/>
            <pc:sldMk cId="1517302642" sldId="341"/>
            <ac:spMk id="24" creationId="{B23FE733-F95B-4DF6-AFC5-BEEB3577C494}"/>
          </ac:spMkLst>
        </pc:spChg>
        <pc:spChg chg="add del">
          <ac:chgData name="동혁 임" userId="879f4c796d7a5333" providerId="LiveId" clId="{99A0B7FB-7ABD-43B7-B0BE-CF1927BF6B47}" dt="2020-06-02T05:31:32.366" v="6441" actId="26606"/>
          <ac:spMkLst>
            <pc:docMk/>
            <pc:sldMk cId="1517302642" sldId="341"/>
            <ac:spMk id="25" creationId="{9080D120-BD54-46E1-BA37-82F5E8089E90}"/>
          </ac:spMkLst>
        </pc:spChg>
        <pc:spChg chg="add del">
          <ac:chgData name="동혁 임" userId="879f4c796d7a5333" providerId="LiveId" clId="{99A0B7FB-7ABD-43B7-B0BE-CF1927BF6B47}" dt="2020-06-02T05:31:32.366" v="6441" actId="26606"/>
          <ac:spMkLst>
            <pc:docMk/>
            <pc:sldMk cId="1517302642" sldId="341"/>
            <ac:spMk id="26" creationId="{81D83946-74FA-498A-AC80-9926F041B5C5}"/>
          </ac:spMkLst>
        </pc:spChg>
        <pc:spChg chg="add del">
          <ac:chgData name="동혁 임" userId="879f4c796d7a5333" providerId="LiveId" clId="{99A0B7FB-7ABD-43B7-B0BE-CF1927BF6B47}" dt="2020-06-02T05:31:32.366" v="6441" actId="26606"/>
          <ac:spMkLst>
            <pc:docMk/>
            <pc:sldMk cId="1517302642" sldId="341"/>
            <ac:spMk id="27" creationId="{5060D983-8B52-443A-8183-2A1DE05618B5}"/>
          </ac:spMkLst>
        </pc:spChg>
        <pc:spChg chg="add del">
          <ac:chgData name="동혁 임" userId="879f4c796d7a5333" providerId="LiveId" clId="{99A0B7FB-7ABD-43B7-B0BE-CF1927BF6B47}" dt="2020-06-02T05:32:17.080" v="6449" actId="26606"/>
          <ac:spMkLst>
            <pc:docMk/>
            <pc:sldMk cId="1517302642" sldId="341"/>
            <ac:spMk id="29" creationId="{6D731904-7733-45B0-902C-289497204C19}"/>
          </ac:spMkLst>
        </pc:spChg>
        <pc:spChg chg="add del">
          <ac:chgData name="동혁 임" userId="879f4c796d7a5333" providerId="LiveId" clId="{99A0B7FB-7ABD-43B7-B0BE-CF1927BF6B47}" dt="2020-06-02T05:32:17.080" v="6449" actId="26606"/>
          <ac:spMkLst>
            <pc:docMk/>
            <pc:sldMk cId="1517302642" sldId="341"/>
            <ac:spMk id="30" creationId="{504E6397-35D7-4AEC-9DA9-B7F6B12B88A5}"/>
          </ac:spMkLst>
        </pc:spChg>
        <pc:spChg chg="add del">
          <ac:chgData name="동혁 임" userId="879f4c796d7a5333" providerId="LiveId" clId="{99A0B7FB-7ABD-43B7-B0BE-CF1927BF6B47}" dt="2020-06-02T05:32:17.080" v="6449" actId="26606"/>
          <ac:spMkLst>
            <pc:docMk/>
            <pc:sldMk cId="1517302642" sldId="341"/>
            <ac:spMk id="31" creationId="{62C5A04F-2AEB-4631-8314-A8B812E1EC8E}"/>
          </ac:spMkLst>
        </pc:spChg>
        <pc:spChg chg="add del">
          <ac:chgData name="동혁 임" userId="879f4c796d7a5333" providerId="LiveId" clId="{99A0B7FB-7ABD-43B7-B0BE-CF1927BF6B47}" dt="2020-06-02T05:32:17.080" v="6449" actId="26606"/>
          <ac:spMkLst>
            <pc:docMk/>
            <pc:sldMk cId="1517302642" sldId="341"/>
            <ac:spMk id="32" creationId="{4B2B1C70-BF3F-41BD-871B-63D8F911F77B}"/>
          </ac:spMkLst>
        </pc:spChg>
        <pc:spChg chg="add del">
          <ac:chgData name="동혁 임" userId="879f4c796d7a5333" providerId="LiveId" clId="{99A0B7FB-7ABD-43B7-B0BE-CF1927BF6B47}" dt="2020-06-02T05:32:17.080" v="6449" actId="26606"/>
          <ac:spMkLst>
            <pc:docMk/>
            <pc:sldMk cId="1517302642" sldId="341"/>
            <ac:spMk id="37" creationId="{6D731904-7733-45B0-902C-289497204C19}"/>
          </ac:spMkLst>
        </pc:spChg>
        <pc:spChg chg="add del">
          <ac:chgData name="동혁 임" userId="879f4c796d7a5333" providerId="LiveId" clId="{99A0B7FB-7ABD-43B7-B0BE-CF1927BF6B47}" dt="2020-06-02T05:32:17.080" v="6449" actId="26606"/>
          <ac:spMkLst>
            <pc:docMk/>
            <pc:sldMk cId="1517302642" sldId="341"/>
            <ac:spMk id="39" creationId="{504E6397-35D7-4AEC-9DA9-B7F6B12B88A5}"/>
          </ac:spMkLst>
        </pc:spChg>
        <pc:spChg chg="add del">
          <ac:chgData name="동혁 임" userId="879f4c796d7a5333" providerId="LiveId" clId="{99A0B7FB-7ABD-43B7-B0BE-CF1927BF6B47}" dt="2020-06-02T05:32:17.080" v="6449" actId="26606"/>
          <ac:spMkLst>
            <pc:docMk/>
            <pc:sldMk cId="1517302642" sldId="341"/>
            <ac:spMk id="41" creationId="{62C5A04F-2AEB-4631-8314-A8B812E1EC8E}"/>
          </ac:spMkLst>
        </pc:spChg>
        <pc:spChg chg="add del">
          <ac:chgData name="동혁 임" userId="879f4c796d7a5333" providerId="LiveId" clId="{99A0B7FB-7ABD-43B7-B0BE-CF1927BF6B47}" dt="2020-06-02T05:32:17.080" v="6449" actId="26606"/>
          <ac:spMkLst>
            <pc:docMk/>
            <pc:sldMk cId="1517302642" sldId="341"/>
            <ac:spMk id="43" creationId="{4B2B1C70-BF3F-41BD-871B-63D8F911F77B}"/>
          </ac:spMkLst>
        </pc:spChg>
        <pc:picChg chg="add mod ord">
          <ac:chgData name="동혁 임" userId="879f4c796d7a5333" providerId="LiveId" clId="{99A0B7FB-7ABD-43B7-B0BE-CF1927BF6B47}" dt="2020-06-02T05:32:57.376" v="6459" actId="1076"/>
          <ac:picMkLst>
            <pc:docMk/>
            <pc:sldMk cId="1517302642" sldId="341"/>
            <ac:picMk id="6" creationId="{4D8021F5-63B8-4850-A398-53C3EFC603C6}"/>
          </ac:picMkLst>
        </pc:picChg>
        <pc:picChg chg="add mod ord">
          <ac:chgData name="동혁 임" userId="879f4c796d7a5333" providerId="LiveId" clId="{99A0B7FB-7ABD-43B7-B0BE-CF1927BF6B47}" dt="2020-06-02T05:32:53.776" v="6458" actId="1076"/>
          <ac:picMkLst>
            <pc:docMk/>
            <pc:sldMk cId="1517302642" sldId="341"/>
            <ac:picMk id="8" creationId="{F2649EE3-A4D8-44CC-ABF6-478617B24EA3}"/>
          </ac:picMkLst>
        </pc:picChg>
      </pc:sldChg>
      <pc:sldChg chg="addSp delSp modSp new mod setBg">
        <pc:chgData name="동혁 임" userId="879f4c796d7a5333" providerId="LiveId" clId="{99A0B7FB-7ABD-43B7-B0BE-CF1927BF6B47}" dt="2020-06-02T05:35:11.996" v="6963" actId="2711"/>
        <pc:sldMkLst>
          <pc:docMk/>
          <pc:sldMk cId="1298699815" sldId="342"/>
        </pc:sldMkLst>
        <pc:spChg chg="mod ord">
          <ac:chgData name="동혁 임" userId="879f4c796d7a5333" providerId="LiveId" clId="{99A0B7FB-7ABD-43B7-B0BE-CF1927BF6B47}" dt="2020-06-02T05:35:11.996" v="6963" actId="2711"/>
          <ac:spMkLst>
            <pc:docMk/>
            <pc:sldMk cId="1298699815" sldId="342"/>
            <ac:spMk id="2" creationId="{C6BE573D-B6D1-4255-A471-25740895C110}"/>
          </ac:spMkLst>
        </pc:spChg>
        <pc:spChg chg="del">
          <ac:chgData name="동혁 임" userId="879f4c796d7a5333" providerId="LiveId" clId="{99A0B7FB-7ABD-43B7-B0BE-CF1927BF6B47}" dt="2020-06-02T05:34:46.283" v="6861" actId="931"/>
          <ac:spMkLst>
            <pc:docMk/>
            <pc:sldMk cId="1298699815" sldId="342"/>
            <ac:spMk id="3" creationId="{CE3194DD-DD76-4BAB-8605-ABAB49E95DEA}"/>
          </ac:spMkLst>
        </pc:spChg>
        <pc:spChg chg="mod">
          <ac:chgData name="동혁 임" userId="879f4c796d7a5333" providerId="LiveId" clId="{99A0B7FB-7ABD-43B7-B0BE-CF1927BF6B47}" dt="2020-06-02T05:35:11.996" v="6963" actId="2711"/>
          <ac:spMkLst>
            <pc:docMk/>
            <pc:sldMk cId="1298699815" sldId="342"/>
            <ac:spMk id="4" creationId="{F435F6C9-5DBE-4920-A9BF-883A0335141C}"/>
          </ac:spMkLst>
        </pc:spChg>
        <pc:spChg chg="add">
          <ac:chgData name="동혁 임" userId="879f4c796d7a5333" providerId="LiveId" clId="{99A0B7FB-7ABD-43B7-B0BE-CF1927BF6B47}" dt="2020-06-02T05:34:47.696" v="6864" actId="26606"/>
          <ac:spMkLst>
            <pc:docMk/>
            <pc:sldMk cId="1298699815" sldId="342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5:34:47.696" v="6864" actId="26606"/>
          <ac:spMkLst>
            <pc:docMk/>
            <pc:sldMk cId="1298699815" sldId="342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5:35:03.265" v="6962" actId="18131"/>
          <ac:picMkLst>
            <pc:docMk/>
            <pc:sldMk cId="1298699815" sldId="342"/>
            <ac:picMk id="6" creationId="{0726FC6C-857F-4532-986A-D2894C78E4B0}"/>
          </ac:picMkLst>
        </pc:picChg>
      </pc:sldChg>
      <pc:sldChg chg="addSp delSp modSp new mod setBg">
        <pc:chgData name="동혁 임" userId="879f4c796d7a5333" providerId="LiveId" clId="{99A0B7FB-7ABD-43B7-B0BE-CF1927BF6B47}" dt="2020-06-02T05:39:27.111" v="7311" actId="20577"/>
        <pc:sldMkLst>
          <pc:docMk/>
          <pc:sldMk cId="2155088412" sldId="343"/>
        </pc:sldMkLst>
        <pc:spChg chg="mod">
          <ac:chgData name="동혁 임" userId="879f4c796d7a5333" providerId="LiveId" clId="{99A0B7FB-7ABD-43B7-B0BE-CF1927BF6B47}" dt="2020-06-02T05:39:03.770" v="7214" actId="26606"/>
          <ac:spMkLst>
            <pc:docMk/>
            <pc:sldMk cId="2155088412" sldId="343"/>
            <ac:spMk id="2" creationId="{BCAFF46F-CBC1-4AC0-87F3-D519E74F04BA}"/>
          </ac:spMkLst>
        </pc:spChg>
        <pc:spChg chg="del">
          <ac:chgData name="동혁 임" userId="879f4c796d7a5333" providerId="LiveId" clId="{99A0B7FB-7ABD-43B7-B0BE-CF1927BF6B47}" dt="2020-06-02T05:37:34.282" v="7175" actId="931"/>
          <ac:spMkLst>
            <pc:docMk/>
            <pc:sldMk cId="2155088412" sldId="343"/>
            <ac:spMk id="3" creationId="{9C174384-A2E7-46EA-849B-B6AA229830CB}"/>
          </ac:spMkLst>
        </pc:spChg>
        <pc:spChg chg="mod ord">
          <ac:chgData name="동혁 임" userId="879f4c796d7a5333" providerId="LiveId" clId="{99A0B7FB-7ABD-43B7-B0BE-CF1927BF6B47}" dt="2020-06-02T05:39:27.111" v="7311" actId="20577"/>
          <ac:spMkLst>
            <pc:docMk/>
            <pc:sldMk cId="2155088412" sldId="343"/>
            <ac:spMk id="4" creationId="{67EE2B1D-9729-4339-97B0-E037C81EFA17}"/>
          </ac:spMkLst>
        </pc:spChg>
        <pc:spChg chg="add del mod">
          <ac:chgData name="동혁 임" userId="879f4c796d7a5333" providerId="LiveId" clId="{99A0B7FB-7ABD-43B7-B0BE-CF1927BF6B47}" dt="2020-06-02T05:38:59.723" v="7207" actId="931"/>
          <ac:spMkLst>
            <pc:docMk/>
            <pc:sldMk cId="2155088412" sldId="343"/>
            <ac:spMk id="22" creationId="{F8B443ED-3708-470E-A038-0821108063FA}"/>
          </ac:spMkLst>
        </pc:spChg>
        <pc:spChg chg="add del">
          <ac:chgData name="동혁 임" userId="879f4c796d7a5333" providerId="LiveId" clId="{99A0B7FB-7ABD-43B7-B0BE-CF1927BF6B47}" dt="2020-06-02T05:39:03.764" v="7213" actId="26606"/>
          <ac:spMkLst>
            <pc:docMk/>
            <pc:sldMk cId="2155088412" sldId="343"/>
            <ac:spMk id="31" creationId="{6D731904-7733-45B0-902C-289497204C19}"/>
          </ac:spMkLst>
        </pc:spChg>
        <pc:spChg chg="add del">
          <ac:chgData name="동혁 임" userId="879f4c796d7a5333" providerId="LiveId" clId="{99A0B7FB-7ABD-43B7-B0BE-CF1927BF6B47}" dt="2020-06-02T05:39:03.764" v="7213" actId="26606"/>
          <ac:spMkLst>
            <pc:docMk/>
            <pc:sldMk cId="2155088412" sldId="343"/>
            <ac:spMk id="33" creationId="{504E6397-35D7-4AEC-9DA9-B7F6B12B88A5}"/>
          </ac:spMkLst>
        </pc:spChg>
        <pc:spChg chg="add del">
          <ac:chgData name="동혁 임" userId="879f4c796d7a5333" providerId="LiveId" clId="{99A0B7FB-7ABD-43B7-B0BE-CF1927BF6B47}" dt="2020-06-02T05:39:03.764" v="7213" actId="26606"/>
          <ac:spMkLst>
            <pc:docMk/>
            <pc:sldMk cId="2155088412" sldId="343"/>
            <ac:spMk id="35" creationId="{62C5A04F-2AEB-4631-8314-A8B812E1EC8E}"/>
          </ac:spMkLst>
        </pc:spChg>
        <pc:spChg chg="add del">
          <ac:chgData name="동혁 임" userId="879f4c796d7a5333" providerId="LiveId" clId="{99A0B7FB-7ABD-43B7-B0BE-CF1927BF6B47}" dt="2020-06-02T05:39:03.764" v="7213" actId="26606"/>
          <ac:spMkLst>
            <pc:docMk/>
            <pc:sldMk cId="2155088412" sldId="343"/>
            <ac:spMk id="37" creationId="{4B2B1C70-BF3F-41BD-871B-63D8F911F77B}"/>
          </ac:spMkLst>
        </pc:spChg>
        <pc:spChg chg="add">
          <ac:chgData name="동혁 임" userId="879f4c796d7a5333" providerId="LiveId" clId="{99A0B7FB-7ABD-43B7-B0BE-CF1927BF6B47}" dt="2020-06-02T05:39:03.770" v="7214" actId="26606"/>
          <ac:spMkLst>
            <pc:docMk/>
            <pc:sldMk cId="2155088412" sldId="343"/>
            <ac:spMk id="39" creationId="{DB90EDA9-2517-46EC-B6D4-3918D04786C1}"/>
          </ac:spMkLst>
        </pc:spChg>
        <pc:spChg chg="add">
          <ac:chgData name="동혁 임" userId="879f4c796d7a5333" providerId="LiveId" clId="{99A0B7FB-7ABD-43B7-B0BE-CF1927BF6B47}" dt="2020-06-02T05:39:03.770" v="7214" actId="26606"/>
          <ac:spMkLst>
            <pc:docMk/>
            <pc:sldMk cId="2155088412" sldId="343"/>
            <ac:spMk id="40" creationId="{D449B1F2-532C-44C7-8AC7-28EA15EE02CB}"/>
          </ac:spMkLst>
        </pc:spChg>
        <pc:spChg chg="add">
          <ac:chgData name="동혁 임" userId="879f4c796d7a5333" providerId="LiveId" clId="{99A0B7FB-7ABD-43B7-B0BE-CF1927BF6B47}" dt="2020-06-02T05:39:03.770" v="7214" actId="26606"/>
          <ac:spMkLst>
            <pc:docMk/>
            <pc:sldMk cId="2155088412" sldId="343"/>
            <ac:spMk id="41" creationId="{EE7D3784-5CF9-4282-9B1C-523957852BF6}"/>
          </ac:spMkLst>
        </pc:spChg>
        <pc:picChg chg="add del mod">
          <ac:chgData name="동혁 임" userId="879f4c796d7a5333" providerId="LiveId" clId="{99A0B7FB-7ABD-43B7-B0BE-CF1927BF6B47}" dt="2020-06-02T05:37:53.496" v="7206" actId="478"/>
          <ac:picMkLst>
            <pc:docMk/>
            <pc:sldMk cId="2155088412" sldId="343"/>
            <ac:picMk id="6" creationId="{C63E4C85-BDCC-4F8C-A135-347534CB2B95}"/>
          </ac:picMkLst>
        </pc:picChg>
        <pc:picChg chg="add del mod">
          <ac:chgData name="동혁 임" userId="879f4c796d7a5333" providerId="LiveId" clId="{99A0B7FB-7ABD-43B7-B0BE-CF1927BF6B47}" dt="2020-06-02T05:37:52.854" v="7205" actId="478"/>
          <ac:picMkLst>
            <pc:docMk/>
            <pc:sldMk cId="2155088412" sldId="343"/>
            <ac:picMk id="8" creationId="{4623572D-0580-4007-82BD-CEE1BBA85D98}"/>
          </ac:picMkLst>
        </pc:picChg>
        <pc:picChg chg="add del mod">
          <ac:chgData name="동혁 임" userId="879f4c796d7a5333" providerId="LiveId" clId="{99A0B7FB-7ABD-43B7-B0BE-CF1927BF6B47}" dt="2020-06-02T05:37:52.206" v="7204" actId="478"/>
          <ac:picMkLst>
            <pc:docMk/>
            <pc:sldMk cId="2155088412" sldId="343"/>
            <ac:picMk id="10" creationId="{A08E2800-8968-4090-B217-A9900D734669}"/>
          </ac:picMkLst>
        </pc:picChg>
        <pc:picChg chg="add del mod">
          <ac:chgData name="동혁 임" userId="879f4c796d7a5333" providerId="LiveId" clId="{99A0B7FB-7ABD-43B7-B0BE-CF1927BF6B47}" dt="2020-06-02T05:37:51.630" v="7203" actId="478"/>
          <ac:picMkLst>
            <pc:docMk/>
            <pc:sldMk cId="2155088412" sldId="343"/>
            <ac:picMk id="12" creationId="{101DFADE-E2C3-4FDC-AD59-B8EAC0950C9B}"/>
          </ac:picMkLst>
        </pc:picChg>
        <pc:picChg chg="add del mod">
          <ac:chgData name="동혁 임" userId="879f4c796d7a5333" providerId="LiveId" clId="{99A0B7FB-7ABD-43B7-B0BE-CF1927BF6B47}" dt="2020-06-02T05:37:50.574" v="7202" actId="478"/>
          <ac:picMkLst>
            <pc:docMk/>
            <pc:sldMk cId="2155088412" sldId="343"/>
            <ac:picMk id="14" creationId="{5291F003-2025-4A8A-A1A3-CE6E8D15F6E1}"/>
          </ac:picMkLst>
        </pc:picChg>
        <pc:picChg chg="add del mod">
          <ac:chgData name="동혁 임" userId="879f4c796d7a5333" providerId="LiveId" clId="{99A0B7FB-7ABD-43B7-B0BE-CF1927BF6B47}" dt="2020-06-02T05:37:50.071" v="7201" actId="478"/>
          <ac:picMkLst>
            <pc:docMk/>
            <pc:sldMk cId="2155088412" sldId="343"/>
            <ac:picMk id="16" creationId="{D88922E2-787D-4F6C-802F-61815D35F27B}"/>
          </ac:picMkLst>
        </pc:picChg>
        <pc:picChg chg="add del mod">
          <ac:chgData name="동혁 임" userId="879f4c796d7a5333" providerId="LiveId" clId="{99A0B7FB-7ABD-43B7-B0BE-CF1927BF6B47}" dt="2020-06-02T05:37:49.566" v="7200" actId="478"/>
          <ac:picMkLst>
            <pc:docMk/>
            <pc:sldMk cId="2155088412" sldId="343"/>
            <ac:picMk id="18" creationId="{3FE98C4C-3E9F-4D13-B350-33C09A6173F4}"/>
          </ac:picMkLst>
        </pc:picChg>
        <pc:picChg chg="add del mod">
          <ac:chgData name="동혁 임" userId="879f4c796d7a5333" providerId="LiveId" clId="{99A0B7FB-7ABD-43B7-B0BE-CF1927BF6B47}" dt="2020-06-02T05:37:49.047" v="7199" actId="478"/>
          <ac:picMkLst>
            <pc:docMk/>
            <pc:sldMk cId="2155088412" sldId="343"/>
            <ac:picMk id="20" creationId="{46EFD592-03DE-43CD-B0A1-082ECBB77145}"/>
          </ac:picMkLst>
        </pc:picChg>
        <pc:picChg chg="add mod ord">
          <ac:chgData name="동혁 임" userId="879f4c796d7a5333" providerId="LiveId" clId="{99A0B7FB-7ABD-43B7-B0BE-CF1927BF6B47}" dt="2020-06-02T05:39:03.770" v="7214" actId="26606"/>
          <ac:picMkLst>
            <pc:docMk/>
            <pc:sldMk cId="2155088412" sldId="343"/>
            <ac:picMk id="24" creationId="{DE5013C5-6F13-499D-9236-6ED411BD659F}"/>
          </ac:picMkLst>
        </pc:picChg>
        <pc:picChg chg="add mod">
          <ac:chgData name="동혁 임" userId="879f4c796d7a5333" providerId="LiveId" clId="{99A0B7FB-7ABD-43B7-B0BE-CF1927BF6B47}" dt="2020-06-02T05:39:03.770" v="7214" actId="26606"/>
          <ac:picMkLst>
            <pc:docMk/>
            <pc:sldMk cId="2155088412" sldId="343"/>
            <ac:picMk id="26" creationId="{3E63D32A-7634-4753-80EF-C16F421EF43C}"/>
          </ac:picMkLst>
        </pc:picChg>
      </pc:sldChg>
      <pc:sldChg chg="addSp delSp modSp new mod setBg setClrOvrMap">
        <pc:chgData name="동혁 임" userId="879f4c796d7a5333" providerId="LiveId" clId="{99A0B7FB-7ABD-43B7-B0BE-CF1927BF6B47}" dt="2020-06-02T05:40:28.307" v="7374" actId="2711"/>
        <pc:sldMkLst>
          <pc:docMk/>
          <pc:sldMk cId="1692757472" sldId="344"/>
        </pc:sldMkLst>
        <pc:spChg chg="mod ord">
          <ac:chgData name="동혁 임" userId="879f4c796d7a5333" providerId="LiveId" clId="{99A0B7FB-7ABD-43B7-B0BE-CF1927BF6B47}" dt="2020-06-02T05:40:28.307" v="7374" actId="2711"/>
          <ac:spMkLst>
            <pc:docMk/>
            <pc:sldMk cId="1692757472" sldId="344"/>
            <ac:spMk id="2" creationId="{7B8D751B-8064-4C47-AA6B-05E83B7F3A18}"/>
          </ac:spMkLst>
        </pc:spChg>
        <pc:spChg chg="del">
          <ac:chgData name="동혁 임" userId="879f4c796d7a5333" providerId="LiveId" clId="{99A0B7FB-7ABD-43B7-B0BE-CF1927BF6B47}" dt="2020-06-02T05:40:19.496" v="7366" actId="931"/>
          <ac:spMkLst>
            <pc:docMk/>
            <pc:sldMk cId="1692757472" sldId="344"/>
            <ac:spMk id="3" creationId="{F3890712-C9D0-4890-9634-ECC399B56A07}"/>
          </ac:spMkLst>
        </pc:spChg>
        <pc:spChg chg="mod">
          <ac:chgData name="동혁 임" userId="879f4c796d7a5333" providerId="LiveId" clId="{99A0B7FB-7ABD-43B7-B0BE-CF1927BF6B47}" dt="2020-06-02T05:40:28.307" v="7374" actId="2711"/>
          <ac:spMkLst>
            <pc:docMk/>
            <pc:sldMk cId="1692757472" sldId="344"/>
            <ac:spMk id="4" creationId="{F4184476-78ED-44F3-86A7-DDF74DB0417F}"/>
          </ac:spMkLst>
        </pc:spChg>
        <pc:spChg chg="add del">
          <ac:chgData name="동혁 임" userId="879f4c796d7a5333" providerId="LiveId" clId="{99A0B7FB-7ABD-43B7-B0BE-CF1927BF6B47}" dt="2020-06-02T05:40:21.540" v="7370" actId="26606"/>
          <ac:spMkLst>
            <pc:docMk/>
            <pc:sldMk cId="1692757472" sldId="344"/>
            <ac:spMk id="11" creationId="{2FB82883-1DC0-4BE1-A607-009095F3355A}"/>
          </ac:spMkLst>
        </pc:spChg>
        <pc:spChg chg="add del">
          <ac:chgData name="동혁 임" userId="879f4c796d7a5333" providerId="LiveId" clId="{99A0B7FB-7ABD-43B7-B0BE-CF1927BF6B47}" dt="2020-06-02T05:40:21.540" v="7370" actId="26606"/>
          <ac:spMkLst>
            <pc:docMk/>
            <pc:sldMk cId="1692757472" sldId="344"/>
            <ac:spMk id="13" creationId="{A3473CF9-37EB-43E7-89EF-D2D1C53D1DAC}"/>
          </ac:spMkLst>
        </pc:spChg>
        <pc:spChg chg="add del">
          <ac:chgData name="동혁 임" userId="879f4c796d7a5333" providerId="LiveId" clId="{99A0B7FB-7ABD-43B7-B0BE-CF1927BF6B47}" dt="2020-06-02T05:40:21.540" v="7370" actId="26606"/>
          <ac:spMkLst>
            <pc:docMk/>
            <pc:sldMk cId="1692757472" sldId="344"/>
            <ac:spMk id="15" creationId="{586B4EF9-43BA-4655-A6FF-1D8E21574C95}"/>
          </ac:spMkLst>
        </pc:spChg>
        <pc:spChg chg="add del">
          <ac:chgData name="동혁 임" userId="879f4c796d7a5333" providerId="LiveId" clId="{99A0B7FB-7ABD-43B7-B0BE-CF1927BF6B47}" dt="2020-06-02T05:40:22.244" v="7372" actId="26606"/>
          <ac:spMkLst>
            <pc:docMk/>
            <pc:sldMk cId="1692757472" sldId="344"/>
            <ac:spMk id="17" creationId="{08C9B587-E65E-4B52-B37C-ABEBB6E87928}"/>
          </ac:spMkLst>
        </pc:spChg>
        <pc:spChg chg="add del">
          <ac:chgData name="동혁 임" userId="879f4c796d7a5333" providerId="LiveId" clId="{99A0B7FB-7ABD-43B7-B0BE-CF1927BF6B47}" dt="2020-06-02T05:40:22.244" v="7372" actId="26606"/>
          <ac:spMkLst>
            <pc:docMk/>
            <pc:sldMk cId="1692757472" sldId="344"/>
            <ac:spMk id="18" creationId="{0671A8AE-40A1-4631-A6B8-581AFF065482}"/>
          </ac:spMkLst>
        </pc:spChg>
        <pc:spChg chg="add del">
          <ac:chgData name="동혁 임" userId="879f4c796d7a5333" providerId="LiveId" clId="{99A0B7FB-7ABD-43B7-B0BE-CF1927BF6B47}" dt="2020-06-02T05:40:22.244" v="7372" actId="26606"/>
          <ac:spMkLst>
            <pc:docMk/>
            <pc:sldMk cId="1692757472" sldId="344"/>
            <ac:spMk id="19" creationId="{AB58EF07-17C2-48CF-ABB0-EEF1F17CB8F0}"/>
          </ac:spMkLst>
        </pc:spChg>
        <pc:spChg chg="add del">
          <ac:chgData name="동혁 임" userId="879f4c796d7a5333" providerId="LiveId" clId="{99A0B7FB-7ABD-43B7-B0BE-CF1927BF6B47}" dt="2020-06-02T05:40:22.244" v="7372" actId="26606"/>
          <ac:spMkLst>
            <pc:docMk/>
            <pc:sldMk cId="1692757472" sldId="344"/>
            <ac:spMk id="20" creationId="{AF2F604E-43BE-4DC3-B983-E071523364F8}"/>
          </ac:spMkLst>
        </pc:spChg>
        <pc:spChg chg="add">
          <ac:chgData name="동혁 임" userId="879f4c796d7a5333" providerId="LiveId" clId="{99A0B7FB-7ABD-43B7-B0BE-CF1927BF6B47}" dt="2020-06-02T05:40:22.251" v="7373" actId="26606"/>
          <ac:spMkLst>
            <pc:docMk/>
            <pc:sldMk cId="1692757472" sldId="344"/>
            <ac:spMk id="22" creationId="{155D7866-985D-4D23-BF0E-72CA30F5C7E9}"/>
          </ac:spMkLst>
        </pc:spChg>
        <pc:spChg chg="add">
          <ac:chgData name="동혁 임" userId="879f4c796d7a5333" providerId="LiveId" clId="{99A0B7FB-7ABD-43B7-B0BE-CF1927BF6B47}" dt="2020-06-02T05:40:22.251" v="7373" actId="26606"/>
          <ac:spMkLst>
            <pc:docMk/>
            <pc:sldMk cId="1692757472" sldId="344"/>
            <ac:spMk id="23" creationId="{0ADDB668-2CA4-4D2B-9C34-3487CA330BA8}"/>
          </ac:spMkLst>
        </pc:spChg>
        <pc:spChg chg="add">
          <ac:chgData name="동혁 임" userId="879f4c796d7a5333" providerId="LiveId" clId="{99A0B7FB-7ABD-43B7-B0BE-CF1927BF6B47}" dt="2020-06-02T05:40:22.251" v="7373" actId="26606"/>
          <ac:spMkLst>
            <pc:docMk/>
            <pc:sldMk cId="1692757472" sldId="344"/>
            <ac:spMk id="24" creationId="{2568BC19-F052-4108-93E1-6A3D1DEC072F}"/>
          </ac:spMkLst>
        </pc:spChg>
        <pc:spChg chg="add">
          <ac:chgData name="동혁 임" userId="879f4c796d7a5333" providerId="LiveId" clId="{99A0B7FB-7ABD-43B7-B0BE-CF1927BF6B47}" dt="2020-06-02T05:40:22.251" v="7373" actId="26606"/>
          <ac:spMkLst>
            <pc:docMk/>
            <pc:sldMk cId="1692757472" sldId="344"/>
            <ac:spMk id="25" creationId="{D5FD337D-4D6B-4C8B-B6F5-121097E09881}"/>
          </ac:spMkLst>
        </pc:spChg>
        <pc:picChg chg="add mod">
          <ac:chgData name="동혁 임" userId="879f4c796d7a5333" providerId="LiveId" clId="{99A0B7FB-7ABD-43B7-B0BE-CF1927BF6B47}" dt="2020-06-02T05:40:22.251" v="7373" actId="26606"/>
          <ac:picMkLst>
            <pc:docMk/>
            <pc:sldMk cId="1692757472" sldId="344"/>
            <ac:picMk id="6" creationId="{07F9C224-0463-4791-823B-D465872F07AD}"/>
          </ac:picMkLst>
        </pc:picChg>
      </pc:sldChg>
      <pc:sldChg chg="addSp delSp modSp new mod setBg">
        <pc:chgData name="동혁 임" userId="879f4c796d7a5333" providerId="LiveId" clId="{99A0B7FB-7ABD-43B7-B0BE-CF1927BF6B47}" dt="2020-06-02T05:43:13.570" v="7814" actId="2711"/>
        <pc:sldMkLst>
          <pc:docMk/>
          <pc:sldMk cId="2937408818" sldId="345"/>
        </pc:sldMkLst>
        <pc:spChg chg="mod ord">
          <ac:chgData name="동혁 임" userId="879f4c796d7a5333" providerId="LiveId" clId="{99A0B7FB-7ABD-43B7-B0BE-CF1927BF6B47}" dt="2020-06-02T05:43:13.570" v="7814" actId="2711"/>
          <ac:spMkLst>
            <pc:docMk/>
            <pc:sldMk cId="2937408818" sldId="345"/>
            <ac:spMk id="2" creationId="{C5386B18-7D64-43A6-B214-EEC6ED525D8E}"/>
          </ac:spMkLst>
        </pc:spChg>
        <pc:spChg chg="del">
          <ac:chgData name="동혁 임" userId="879f4c796d7a5333" providerId="LiveId" clId="{99A0B7FB-7ABD-43B7-B0BE-CF1927BF6B47}" dt="2020-06-02T05:40:56.249" v="7381" actId="931"/>
          <ac:spMkLst>
            <pc:docMk/>
            <pc:sldMk cId="2937408818" sldId="345"/>
            <ac:spMk id="3" creationId="{D316FE6E-A2FC-4BC7-9ED0-5A295330F283}"/>
          </ac:spMkLst>
        </pc:spChg>
        <pc:spChg chg="add del mod">
          <ac:chgData name="동혁 임" userId="879f4c796d7a5333" providerId="LiveId" clId="{99A0B7FB-7ABD-43B7-B0BE-CF1927BF6B47}" dt="2020-06-02T05:43:13.570" v="7814" actId="2711"/>
          <ac:spMkLst>
            <pc:docMk/>
            <pc:sldMk cId="2937408818" sldId="345"/>
            <ac:spMk id="4" creationId="{7C08E99E-7D42-4F5A-955D-3AB79050B055}"/>
          </ac:spMkLst>
        </pc:spChg>
        <pc:spChg chg="add">
          <ac:chgData name="동혁 임" userId="879f4c796d7a5333" providerId="LiveId" clId="{99A0B7FB-7ABD-43B7-B0BE-CF1927BF6B47}" dt="2020-06-02T05:43:09.014" v="7813" actId="26606"/>
          <ac:spMkLst>
            <pc:docMk/>
            <pc:sldMk cId="2937408818" sldId="345"/>
            <ac:spMk id="15" creationId="{D1A4588A-55D5-49B8-BE41-54ACDCFF2C17}"/>
          </ac:spMkLst>
        </pc:spChg>
        <pc:spChg chg="add">
          <ac:chgData name="동혁 임" userId="879f4c796d7a5333" providerId="LiveId" clId="{99A0B7FB-7ABD-43B7-B0BE-CF1927BF6B47}" dt="2020-06-02T05:43:09.014" v="7813" actId="26606"/>
          <ac:spMkLst>
            <pc:docMk/>
            <pc:sldMk cId="2937408818" sldId="345"/>
            <ac:spMk id="17" creationId="{F97E7EA2-EDCD-47E9-81BC-415C606D1B58}"/>
          </ac:spMkLst>
        </pc:spChg>
        <pc:picChg chg="add del mod">
          <ac:chgData name="동혁 임" userId="879f4c796d7a5333" providerId="LiveId" clId="{99A0B7FB-7ABD-43B7-B0BE-CF1927BF6B47}" dt="2020-06-02T05:40:47.391" v="7378" actId="931"/>
          <ac:picMkLst>
            <pc:docMk/>
            <pc:sldMk cId="2937408818" sldId="345"/>
            <ac:picMk id="6" creationId="{14C38DDF-A0DE-463F-BE45-592A7B05CC46}"/>
          </ac:picMkLst>
        </pc:picChg>
        <pc:picChg chg="add del mod">
          <ac:chgData name="동혁 임" userId="879f4c796d7a5333" providerId="LiveId" clId="{99A0B7FB-7ABD-43B7-B0BE-CF1927BF6B47}" dt="2020-06-02T05:40:53.328" v="7380" actId="931"/>
          <ac:picMkLst>
            <pc:docMk/>
            <pc:sldMk cId="2937408818" sldId="345"/>
            <ac:picMk id="8" creationId="{95C2724E-F56C-4D04-B6B6-C9D05C795B7A}"/>
          </ac:picMkLst>
        </pc:picChg>
        <pc:picChg chg="add mod">
          <ac:chgData name="동혁 임" userId="879f4c796d7a5333" providerId="LiveId" clId="{99A0B7FB-7ABD-43B7-B0BE-CF1927BF6B47}" dt="2020-06-02T05:43:09.014" v="7813" actId="26606"/>
          <ac:picMkLst>
            <pc:docMk/>
            <pc:sldMk cId="2937408818" sldId="345"/>
            <ac:picMk id="10" creationId="{A99626DF-D18E-4F2B-9DDF-0F4F21B10237}"/>
          </ac:picMkLst>
        </pc:picChg>
      </pc:sldChg>
      <pc:sldChg chg="addSp delSp modSp new mod setBg">
        <pc:chgData name="동혁 임" userId="879f4c796d7a5333" providerId="LiveId" clId="{99A0B7FB-7ABD-43B7-B0BE-CF1927BF6B47}" dt="2020-06-02T05:43:24.239" v="7817" actId="26606"/>
        <pc:sldMkLst>
          <pc:docMk/>
          <pc:sldMk cId="3075735268" sldId="346"/>
        </pc:sldMkLst>
        <pc:spChg chg="mod">
          <ac:chgData name="동혁 임" userId="879f4c796d7a5333" providerId="LiveId" clId="{99A0B7FB-7ABD-43B7-B0BE-CF1927BF6B47}" dt="2020-06-02T05:43:24.239" v="7817" actId="26606"/>
          <ac:spMkLst>
            <pc:docMk/>
            <pc:sldMk cId="3075735268" sldId="346"/>
            <ac:spMk id="2" creationId="{C1676311-14F2-4DC1-95C1-2A34F58184A7}"/>
          </ac:spMkLst>
        </pc:spChg>
        <pc:spChg chg="add del">
          <ac:chgData name="동혁 임" userId="879f4c796d7a5333" providerId="LiveId" clId="{99A0B7FB-7ABD-43B7-B0BE-CF1927BF6B47}" dt="2020-06-02T05:42:39" v="7800" actId="931"/>
          <ac:spMkLst>
            <pc:docMk/>
            <pc:sldMk cId="3075735268" sldId="346"/>
            <ac:spMk id="3" creationId="{3B0E9178-6449-4913-AE79-9C0169414D21}"/>
          </ac:spMkLst>
        </pc:spChg>
        <pc:spChg chg="add del mod ord">
          <ac:chgData name="동혁 임" userId="879f4c796d7a5333" providerId="LiveId" clId="{99A0B7FB-7ABD-43B7-B0BE-CF1927BF6B47}" dt="2020-06-02T05:43:24.239" v="7817" actId="26606"/>
          <ac:spMkLst>
            <pc:docMk/>
            <pc:sldMk cId="3075735268" sldId="346"/>
            <ac:spMk id="4" creationId="{F8390B62-149E-4DA0-B4DB-4A992426228C}"/>
          </ac:spMkLst>
        </pc:spChg>
        <pc:spChg chg="add del">
          <ac:chgData name="동혁 임" userId="879f4c796d7a5333" providerId="LiveId" clId="{99A0B7FB-7ABD-43B7-B0BE-CF1927BF6B47}" dt="2020-06-02T05:43:24.239" v="7817" actId="26606"/>
          <ac:spMkLst>
            <pc:docMk/>
            <pc:sldMk cId="3075735268" sldId="346"/>
            <ac:spMk id="21" creationId="{5EBC18B6-E5C3-4AD1-97A4-E6A3477A0BB9}"/>
          </ac:spMkLst>
        </pc:spChg>
        <pc:spChg chg="add del">
          <ac:chgData name="동혁 임" userId="879f4c796d7a5333" providerId="LiveId" clId="{99A0B7FB-7ABD-43B7-B0BE-CF1927BF6B47}" dt="2020-06-02T05:43:24.239" v="7817" actId="26606"/>
          <ac:spMkLst>
            <pc:docMk/>
            <pc:sldMk cId="3075735268" sldId="346"/>
            <ac:spMk id="23" creationId="{136A4AB6-B72B-4CC6-ADCF-BE807B6C3D71}"/>
          </ac:spMkLst>
        </pc:spChg>
        <pc:spChg chg="add del">
          <ac:chgData name="동혁 임" userId="879f4c796d7a5333" providerId="LiveId" clId="{99A0B7FB-7ABD-43B7-B0BE-CF1927BF6B47}" dt="2020-06-02T05:43:24.239" v="7817" actId="26606"/>
          <ac:spMkLst>
            <pc:docMk/>
            <pc:sldMk cId="3075735268" sldId="346"/>
            <ac:spMk id="25" creationId="{B35D540D-9486-4236-952A-F72DC52D79BF}"/>
          </ac:spMkLst>
        </pc:spChg>
        <pc:picChg chg="add del mod">
          <ac:chgData name="동혁 임" userId="879f4c796d7a5333" providerId="LiveId" clId="{99A0B7FB-7ABD-43B7-B0BE-CF1927BF6B47}" dt="2020-06-02T05:42:01.742" v="7614" actId="931"/>
          <ac:picMkLst>
            <pc:docMk/>
            <pc:sldMk cId="3075735268" sldId="346"/>
            <ac:picMk id="6" creationId="{D95DAB07-67FC-449F-97CF-0AAF2E994B99}"/>
          </ac:picMkLst>
        </pc:picChg>
        <pc:picChg chg="add del mod">
          <ac:chgData name="동혁 임" userId="879f4c796d7a5333" providerId="LiveId" clId="{99A0B7FB-7ABD-43B7-B0BE-CF1927BF6B47}" dt="2020-06-02T05:42:01.742" v="7614" actId="931"/>
          <ac:picMkLst>
            <pc:docMk/>
            <pc:sldMk cId="3075735268" sldId="346"/>
            <ac:picMk id="8" creationId="{C4476603-AE7C-4E7F-BE04-FADABA9E79A1}"/>
          </ac:picMkLst>
        </pc:picChg>
        <pc:picChg chg="add del mod">
          <ac:chgData name="동혁 임" userId="879f4c796d7a5333" providerId="LiveId" clId="{99A0B7FB-7ABD-43B7-B0BE-CF1927BF6B47}" dt="2020-06-02T05:42:01.742" v="7614" actId="931"/>
          <ac:picMkLst>
            <pc:docMk/>
            <pc:sldMk cId="3075735268" sldId="346"/>
            <ac:picMk id="10" creationId="{609BC60E-5D9C-4A82-8540-E5F8BADFBC91}"/>
          </ac:picMkLst>
        </pc:picChg>
        <pc:picChg chg="add mod ord">
          <ac:chgData name="동혁 임" userId="879f4c796d7a5333" providerId="LiveId" clId="{99A0B7FB-7ABD-43B7-B0BE-CF1927BF6B47}" dt="2020-06-02T05:43:24.239" v="7817" actId="26606"/>
          <ac:picMkLst>
            <pc:docMk/>
            <pc:sldMk cId="3075735268" sldId="346"/>
            <ac:picMk id="12" creationId="{D8969D8C-A28F-4104-B37F-BDE3236E6543}"/>
          </ac:picMkLst>
        </pc:picChg>
        <pc:picChg chg="add mod">
          <ac:chgData name="동혁 임" userId="879f4c796d7a5333" providerId="LiveId" clId="{99A0B7FB-7ABD-43B7-B0BE-CF1927BF6B47}" dt="2020-06-02T05:43:24.239" v="7817" actId="26606"/>
          <ac:picMkLst>
            <pc:docMk/>
            <pc:sldMk cId="3075735268" sldId="346"/>
            <ac:picMk id="14" creationId="{11EF86FE-B6BB-4BE2-8A25-400F3CAAF5BE}"/>
          </ac:picMkLst>
        </pc:picChg>
        <pc:picChg chg="add mod">
          <ac:chgData name="동혁 임" userId="879f4c796d7a5333" providerId="LiveId" clId="{99A0B7FB-7ABD-43B7-B0BE-CF1927BF6B47}" dt="2020-06-02T05:43:24.239" v="7817" actId="26606"/>
          <ac:picMkLst>
            <pc:docMk/>
            <pc:sldMk cId="3075735268" sldId="346"/>
            <ac:picMk id="16" creationId="{97F41D3C-C1FD-4FD2-A4DC-22DE8A71BFF2}"/>
          </ac:picMkLst>
        </pc:picChg>
      </pc:sldChg>
      <pc:sldChg chg="addSp delSp modSp new mod setBg">
        <pc:chgData name="동혁 임" userId="879f4c796d7a5333" providerId="LiveId" clId="{99A0B7FB-7ABD-43B7-B0BE-CF1927BF6B47}" dt="2020-06-02T05:45:48.449" v="8134" actId="2711"/>
        <pc:sldMkLst>
          <pc:docMk/>
          <pc:sldMk cId="1875348847" sldId="347"/>
        </pc:sldMkLst>
        <pc:spChg chg="mod">
          <ac:chgData name="동혁 임" userId="879f4c796d7a5333" providerId="LiveId" clId="{99A0B7FB-7ABD-43B7-B0BE-CF1927BF6B47}" dt="2020-06-02T05:45:48.449" v="8134" actId="2711"/>
          <ac:spMkLst>
            <pc:docMk/>
            <pc:sldMk cId="1875348847" sldId="347"/>
            <ac:spMk id="2" creationId="{A5E997E0-2648-4FD0-B809-7DC75EE4855F}"/>
          </ac:spMkLst>
        </pc:spChg>
        <pc:spChg chg="del">
          <ac:chgData name="동혁 임" userId="879f4c796d7a5333" providerId="LiveId" clId="{99A0B7FB-7ABD-43B7-B0BE-CF1927BF6B47}" dt="2020-06-02T05:45:02.157" v="8125" actId="931"/>
          <ac:spMkLst>
            <pc:docMk/>
            <pc:sldMk cId="1875348847" sldId="347"/>
            <ac:spMk id="3" creationId="{CCB1D132-6BD1-47EF-8BCD-19B5AA89FB62}"/>
          </ac:spMkLst>
        </pc:spChg>
        <pc:spChg chg="mod">
          <ac:chgData name="동혁 임" userId="879f4c796d7a5333" providerId="LiveId" clId="{99A0B7FB-7ABD-43B7-B0BE-CF1927BF6B47}" dt="2020-06-02T05:45:48.449" v="8134" actId="2711"/>
          <ac:spMkLst>
            <pc:docMk/>
            <pc:sldMk cId="1875348847" sldId="347"/>
            <ac:spMk id="4" creationId="{0DAC07E4-36D0-44B8-B908-D9F0D4632314}"/>
          </ac:spMkLst>
        </pc:spChg>
        <pc:spChg chg="add">
          <ac:chgData name="동혁 임" userId="879f4c796d7a5333" providerId="LiveId" clId="{99A0B7FB-7ABD-43B7-B0BE-CF1927BF6B47}" dt="2020-06-02T05:45:07.015" v="8130" actId="26606"/>
          <ac:spMkLst>
            <pc:docMk/>
            <pc:sldMk cId="1875348847" sldId="347"/>
            <ac:spMk id="15" creationId="{5EBC18B6-E5C3-4AD1-97A4-E6A3477A0BB9}"/>
          </ac:spMkLst>
        </pc:spChg>
        <pc:spChg chg="add">
          <ac:chgData name="동혁 임" userId="879f4c796d7a5333" providerId="LiveId" clId="{99A0B7FB-7ABD-43B7-B0BE-CF1927BF6B47}" dt="2020-06-02T05:45:07.015" v="8130" actId="26606"/>
          <ac:spMkLst>
            <pc:docMk/>
            <pc:sldMk cId="1875348847" sldId="347"/>
            <ac:spMk id="17" creationId="{136A4AB6-B72B-4CC6-ADCF-BE807B6C3D71}"/>
          </ac:spMkLst>
        </pc:spChg>
        <pc:spChg chg="add">
          <ac:chgData name="동혁 임" userId="879f4c796d7a5333" providerId="LiveId" clId="{99A0B7FB-7ABD-43B7-B0BE-CF1927BF6B47}" dt="2020-06-02T05:45:07.015" v="8130" actId="26606"/>
          <ac:spMkLst>
            <pc:docMk/>
            <pc:sldMk cId="1875348847" sldId="347"/>
            <ac:spMk id="19" creationId="{B35D540D-9486-4236-952A-F72DC52D79BF}"/>
          </ac:spMkLst>
        </pc:spChg>
        <pc:picChg chg="add mod ord">
          <ac:chgData name="동혁 임" userId="879f4c796d7a5333" providerId="LiveId" clId="{99A0B7FB-7ABD-43B7-B0BE-CF1927BF6B47}" dt="2020-06-02T05:45:19.476" v="8133" actId="1076"/>
          <ac:picMkLst>
            <pc:docMk/>
            <pc:sldMk cId="1875348847" sldId="347"/>
            <ac:picMk id="6" creationId="{6DE92B87-01AF-4F83-86EC-64276DB47079}"/>
          </ac:picMkLst>
        </pc:picChg>
        <pc:picChg chg="add mod">
          <ac:chgData name="동혁 임" userId="879f4c796d7a5333" providerId="LiveId" clId="{99A0B7FB-7ABD-43B7-B0BE-CF1927BF6B47}" dt="2020-06-02T05:45:07.015" v="8130" actId="26606"/>
          <ac:picMkLst>
            <pc:docMk/>
            <pc:sldMk cId="1875348847" sldId="347"/>
            <ac:picMk id="8" creationId="{6E95FDBD-8B62-4C2F-B2F8-8E1AB494CE83}"/>
          </ac:picMkLst>
        </pc:picChg>
        <pc:picChg chg="add mod ord">
          <ac:chgData name="동혁 임" userId="879f4c796d7a5333" providerId="LiveId" clId="{99A0B7FB-7ABD-43B7-B0BE-CF1927BF6B47}" dt="2020-06-02T05:45:16.323" v="8132" actId="1076"/>
          <ac:picMkLst>
            <pc:docMk/>
            <pc:sldMk cId="1875348847" sldId="347"/>
            <ac:picMk id="10" creationId="{9503CF3A-4FA4-4FA3-9C95-0E2DE7B4D3B4}"/>
          </ac:picMkLst>
        </pc:picChg>
      </pc:sldChg>
      <pc:sldChg chg="addSp delSp modSp new mod setBg">
        <pc:chgData name="동혁 임" userId="879f4c796d7a5333" providerId="LiveId" clId="{99A0B7FB-7ABD-43B7-B0BE-CF1927BF6B47}" dt="2020-06-02T05:47:04.313" v="8345" actId="2711"/>
        <pc:sldMkLst>
          <pc:docMk/>
          <pc:sldMk cId="2043741325" sldId="348"/>
        </pc:sldMkLst>
        <pc:spChg chg="mod ord">
          <ac:chgData name="동혁 임" userId="879f4c796d7a5333" providerId="LiveId" clId="{99A0B7FB-7ABD-43B7-B0BE-CF1927BF6B47}" dt="2020-06-02T05:47:04.313" v="8345" actId="2711"/>
          <ac:spMkLst>
            <pc:docMk/>
            <pc:sldMk cId="2043741325" sldId="348"/>
            <ac:spMk id="2" creationId="{F31FCFA7-D5F6-4CB3-9555-0CC683DF3F27}"/>
          </ac:spMkLst>
        </pc:spChg>
        <pc:spChg chg="del">
          <ac:chgData name="동혁 임" userId="879f4c796d7a5333" providerId="LiveId" clId="{99A0B7FB-7ABD-43B7-B0BE-CF1927BF6B47}" dt="2020-06-02T05:46:48.529" v="8321" actId="931"/>
          <ac:spMkLst>
            <pc:docMk/>
            <pc:sldMk cId="2043741325" sldId="348"/>
            <ac:spMk id="3" creationId="{973C515F-A685-4AD2-A767-74D5246A193F}"/>
          </ac:spMkLst>
        </pc:spChg>
        <pc:spChg chg="mod">
          <ac:chgData name="동혁 임" userId="879f4c796d7a5333" providerId="LiveId" clId="{99A0B7FB-7ABD-43B7-B0BE-CF1927BF6B47}" dt="2020-06-02T05:47:04.313" v="8345" actId="2711"/>
          <ac:spMkLst>
            <pc:docMk/>
            <pc:sldMk cId="2043741325" sldId="348"/>
            <ac:spMk id="4" creationId="{A0D71FA3-9C22-4EA0-88A5-0D9335C8E097}"/>
          </ac:spMkLst>
        </pc:spChg>
        <pc:spChg chg="add">
          <ac:chgData name="동혁 임" userId="879f4c796d7a5333" providerId="LiveId" clId="{99A0B7FB-7ABD-43B7-B0BE-CF1927BF6B47}" dt="2020-06-02T05:46:56.629" v="8344" actId="26606"/>
          <ac:spMkLst>
            <pc:docMk/>
            <pc:sldMk cId="2043741325" sldId="348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5:46:56.629" v="8344" actId="26606"/>
          <ac:spMkLst>
            <pc:docMk/>
            <pc:sldMk cId="2043741325" sldId="348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5:46:56.629" v="8344" actId="26606"/>
          <ac:picMkLst>
            <pc:docMk/>
            <pc:sldMk cId="2043741325" sldId="348"/>
            <ac:picMk id="6" creationId="{441B3B86-EAA9-41DE-8E68-7B178BA072FF}"/>
          </ac:picMkLst>
        </pc:picChg>
      </pc:sldChg>
      <pc:sldChg chg="addSp modSp new mod setBg">
        <pc:chgData name="동혁 임" userId="879f4c796d7a5333" providerId="LiveId" clId="{99A0B7FB-7ABD-43B7-B0BE-CF1927BF6B47}" dt="2020-06-02T05:57:13.413" v="8434" actId="2711"/>
        <pc:sldMkLst>
          <pc:docMk/>
          <pc:sldMk cId="815327928" sldId="349"/>
        </pc:sldMkLst>
        <pc:spChg chg="mod">
          <ac:chgData name="동혁 임" userId="879f4c796d7a5333" providerId="LiveId" clId="{99A0B7FB-7ABD-43B7-B0BE-CF1927BF6B47}" dt="2020-06-02T05:57:13.413" v="8434" actId="2711"/>
          <ac:spMkLst>
            <pc:docMk/>
            <pc:sldMk cId="815327928" sldId="349"/>
            <ac:spMk id="2" creationId="{94666D32-95DE-4CEF-B4AE-88F8B43D1C38}"/>
          </ac:spMkLst>
        </pc:spChg>
        <pc:spChg chg="mod">
          <ac:chgData name="동혁 임" userId="879f4c796d7a5333" providerId="LiveId" clId="{99A0B7FB-7ABD-43B7-B0BE-CF1927BF6B47}" dt="2020-06-02T05:57:13.413" v="8434" actId="2711"/>
          <ac:spMkLst>
            <pc:docMk/>
            <pc:sldMk cId="815327928" sldId="349"/>
            <ac:spMk id="3" creationId="{ED5C339E-4823-4FC3-B78D-B693955A0473}"/>
          </ac:spMkLst>
        </pc:spChg>
        <pc:spChg chg="add">
          <ac:chgData name="동혁 임" userId="879f4c796d7a5333" providerId="LiveId" clId="{99A0B7FB-7ABD-43B7-B0BE-CF1927BF6B47}" dt="2020-06-02T05:57:04.380" v="8433" actId="26606"/>
          <ac:spMkLst>
            <pc:docMk/>
            <pc:sldMk cId="815327928" sldId="349"/>
            <ac:spMk id="8" creationId="{1ACA2EA0-FFD3-42EC-9406-B595015ED96E}"/>
          </ac:spMkLst>
        </pc:spChg>
        <pc:spChg chg="add">
          <ac:chgData name="동혁 임" userId="879f4c796d7a5333" providerId="LiveId" clId="{99A0B7FB-7ABD-43B7-B0BE-CF1927BF6B47}" dt="2020-06-02T05:57:04.380" v="8433" actId="26606"/>
          <ac:spMkLst>
            <pc:docMk/>
            <pc:sldMk cId="815327928" sldId="349"/>
            <ac:spMk id="10" creationId="{D5288BCE-665C-472A-8C43-664BCFA31E43}"/>
          </ac:spMkLst>
        </pc:spChg>
        <pc:spChg chg="add">
          <ac:chgData name="동혁 임" userId="879f4c796d7a5333" providerId="LiveId" clId="{99A0B7FB-7ABD-43B7-B0BE-CF1927BF6B47}" dt="2020-06-02T05:57:04.380" v="8433" actId="26606"/>
          <ac:spMkLst>
            <pc:docMk/>
            <pc:sldMk cId="815327928" sldId="349"/>
            <ac:spMk id="12" creationId="{46C57131-53A7-4C1A-BEA8-25F06A06AD29}"/>
          </ac:spMkLst>
        </pc:spChg>
      </pc:sldChg>
      <pc:sldChg chg="addSp modSp new mod setBg">
        <pc:chgData name="동혁 임" userId="879f4c796d7a5333" providerId="LiveId" clId="{99A0B7FB-7ABD-43B7-B0BE-CF1927BF6B47}" dt="2020-06-02T07:43:43.601" v="23431" actId="21"/>
        <pc:sldMkLst>
          <pc:docMk/>
          <pc:sldMk cId="2962570496" sldId="350"/>
        </pc:sldMkLst>
        <pc:spChg chg="mod">
          <ac:chgData name="동혁 임" userId="879f4c796d7a5333" providerId="LiveId" clId="{99A0B7FB-7ABD-43B7-B0BE-CF1927BF6B47}" dt="2020-06-02T06:00:20.514" v="8984" actId="26606"/>
          <ac:spMkLst>
            <pc:docMk/>
            <pc:sldMk cId="2962570496" sldId="350"/>
            <ac:spMk id="2" creationId="{B270935D-692F-4CED-A439-20F3D72201C8}"/>
          </ac:spMkLst>
        </pc:spChg>
        <pc:spChg chg="mod">
          <ac:chgData name="동혁 임" userId="879f4c796d7a5333" providerId="LiveId" clId="{99A0B7FB-7ABD-43B7-B0BE-CF1927BF6B47}" dt="2020-06-02T07:43:43.601" v="23431" actId="21"/>
          <ac:spMkLst>
            <pc:docMk/>
            <pc:sldMk cId="2962570496" sldId="350"/>
            <ac:spMk id="3" creationId="{33514012-1379-4808-9822-3B0F5A84D472}"/>
          </ac:spMkLst>
        </pc:spChg>
        <pc:spChg chg="add">
          <ac:chgData name="동혁 임" userId="879f4c796d7a5333" providerId="LiveId" clId="{99A0B7FB-7ABD-43B7-B0BE-CF1927BF6B47}" dt="2020-06-02T06:00:20.514" v="8984" actId="26606"/>
          <ac:spMkLst>
            <pc:docMk/>
            <pc:sldMk cId="2962570496" sldId="350"/>
            <ac:spMk id="8" creationId="{DAF1966E-FD40-4A4A-B61B-C4DF7FA05F06}"/>
          </ac:spMkLst>
        </pc:spChg>
        <pc:spChg chg="add">
          <ac:chgData name="동혁 임" userId="879f4c796d7a5333" providerId="LiveId" clId="{99A0B7FB-7ABD-43B7-B0BE-CF1927BF6B47}" dt="2020-06-02T06:00:20.514" v="8984" actId="26606"/>
          <ac:spMkLst>
            <pc:docMk/>
            <pc:sldMk cId="2962570496" sldId="350"/>
            <ac:spMk id="10" creationId="{047BFA19-D45E-416B-A404-7AF2F3F27017}"/>
          </ac:spMkLst>
        </pc:spChg>
        <pc:spChg chg="add">
          <ac:chgData name="동혁 임" userId="879f4c796d7a5333" providerId="LiveId" clId="{99A0B7FB-7ABD-43B7-B0BE-CF1927BF6B47}" dt="2020-06-02T06:00:20.514" v="8984" actId="26606"/>
          <ac:spMkLst>
            <pc:docMk/>
            <pc:sldMk cId="2962570496" sldId="350"/>
            <ac:spMk id="12" creationId="{8E0105E7-23DB-4CF2-8258-FF47C7620F6E}"/>
          </ac:spMkLst>
        </pc:spChg>
        <pc:spChg chg="add">
          <ac:chgData name="동혁 임" userId="879f4c796d7a5333" providerId="LiveId" clId="{99A0B7FB-7ABD-43B7-B0BE-CF1927BF6B47}" dt="2020-06-02T06:00:20.514" v="8984" actId="26606"/>
          <ac:spMkLst>
            <pc:docMk/>
            <pc:sldMk cId="2962570496" sldId="350"/>
            <ac:spMk id="14" creationId="{074B4F7D-14B2-478B-8BF5-01E4E0C5D263}"/>
          </ac:spMkLst>
        </pc:spChg>
      </pc:sldChg>
      <pc:sldChg chg="addSp delSp modSp new mod setBg">
        <pc:chgData name="동혁 임" userId="879f4c796d7a5333" providerId="LiveId" clId="{99A0B7FB-7ABD-43B7-B0BE-CF1927BF6B47}" dt="2020-06-02T06:03:28.551" v="9543" actId="18131"/>
        <pc:sldMkLst>
          <pc:docMk/>
          <pc:sldMk cId="1825242711" sldId="351"/>
        </pc:sldMkLst>
        <pc:spChg chg="mod ord">
          <ac:chgData name="동혁 임" userId="879f4c796d7a5333" providerId="LiveId" clId="{99A0B7FB-7ABD-43B7-B0BE-CF1927BF6B47}" dt="2020-06-02T06:03:13.595" v="9447" actId="2711"/>
          <ac:spMkLst>
            <pc:docMk/>
            <pc:sldMk cId="1825242711" sldId="351"/>
            <ac:spMk id="2" creationId="{EFF5CB6B-6E39-4C5B-8F21-FDE5F55CF29D}"/>
          </ac:spMkLst>
        </pc:spChg>
        <pc:spChg chg="add del">
          <ac:chgData name="동혁 임" userId="879f4c796d7a5333" providerId="LiveId" clId="{99A0B7FB-7ABD-43B7-B0BE-CF1927BF6B47}" dt="2020-06-02T06:02:18.126" v="9189" actId="931"/>
          <ac:spMkLst>
            <pc:docMk/>
            <pc:sldMk cId="1825242711" sldId="351"/>
            <ac:spMk id="3" creationId="{AC11FBF9-9431-41C2-9B46-5315BA81C2BF}"/>
          </ac:spMkLst>
        </pc:spChg>
        <pc:spChg chg="mod">
          <ac:chgData name="동혁 임" userId="879f4c796d7a5333" providerId="LiveId" clId="{99A0B7FB-7ABD-43B7-B0BE-CF1927BF6B47}" dt="2020-06-02T06:03:13.595" v="9447" actId="2711"/>
          <ac:spMkLst>
            <pc:docMk/>
            <pc:sldMk cId="1825242711" sldId="351"/>
            <ac:spMk id="4" creationId="{764A25FB-C992-4846-88E5-221DC80CDCF2}"/>
          </ac:spMkLst>
        </pc:spChg>
        <pc:spChg chg="add">
          <ac:chgData name="동혁 임" userId="879f4c796d7a5333" providerId="LiveId" clId="{99A0B7FB-7ABD-43B7-B0BE-CF1927BF6B47}" dt="2020-06-02T06:03:06.815" v="9446" actId="26606"/>
          <ac:spMkLst>
            <pc:docMk/>
            <pc:sldMk cId="1825242711" sldId="351"/>
            <ac:spMk id="20" creationId="{D1A4588A-55D5-49B8-BE41-54ACDCFF2C17}"/>
          </ac:spMkLst>
        </pc:spChg>
        <pc:spChg chg="add del">
          <ac:chgData name="동혁 임" userId="879f4c796d7a5333" providerId="LiveId" clId="{99A0B7FB-7ABD-43B7-B0BE-CF1927BF6B47}" dt="2020-06-02T06:02:12.716" v="9184" actId="26606"/>
          <ac:spMkLst>
            <pc:docMk/>
            <pc:sldMk cId="1825242711" sldId="351"/>
            <ac:spMk id="21" creationId="{2FB82883-1DC0-4BE1-A607-009095F3355A}"/>
          </ac:spMkLst>
        </pc:spChg>
        <pc:spChg chg="add">
          <ac:chgData name="동혁 임" userId="879f4c796d7a5333" providerId="LiveId" clId="{99A0B7FB-7ABD-43B7-B0BE-CF1927BF6B47}" dt="2020-06-02T06:03:06.815" v="9446" actId="26606"/>
          <ac:spMkLst>
            <pc:docMk/>
            <pc:sldMk cId="1825242711" sldId="351"/>
            <ac:spMk id="22" creationId="{F97E7EA2-EDCD-47E9-81BC-415C606D1B58}"/>
          </ac:spMkLst>
        </pc:spChg>
        <pc:spChg chg="add del">
          <ac:chgData name="동혁 임" userId="879f4c796d7a5333" providerId="LiveId" clId="{99A0B7FB-7ABD-43B7-B0BE-CF1927BF6B47}" dt="2020-06-02T06:02:12.716" v="9184" actId="26606"/>
          <ac:spMkLst>
            <pc:docMk/>
            <pc:sldMk cId="1825242711" sldId="351"/>
            <ac:spMk id="23" creationId="{A3473CF9-37EB-43E7-89EF-D2D1C53D1DAC}"/>
          </ac:spMkLst>
        </pc:spChg>
        <pc:spChg chg="add del">
          <ac:chgData name="동혁 임" userId="879f4c796d7a5333" providerId="LiveId" clId="{99A0B7FB-7ABD-43B7-B0BE-CF1927BF6B47}" dt="2020-06-02T06:02:12.716" v="9184" actId="26606"/>
          <ac:spMkLst>
            <pc:docMk/>
            <pc:sldMk cId="1825242711" sldId="351"/>
            <ac:spMk id="25" creationId="{586B4EF9-43BA-4655-A6FF-1D8E21574C95}"/>
          </ac:spMkLst>
        </pc:spChg>
        <pc:spChg chg="add del">
          <ac:chgData name="동혁 임" userId="879f4c796d7a5333" providerId="LiveId" clId="{99A0B7FB-7ABD-43B7-B0BE-CF1927BF6B47}" dt="2020-06-02T06:02:14.528" v="9186" actId="26606"/>
          <ac:spMkLst>
            <pc:docMk/>
            <pc:sldMk cId="1825242711" sldId="351"/>
            <ac:spMk id="27" creationId="{90F533E9-6690-41A8-A372-4C6C622D028D}"/>
          </ac:spMkLst>
        </pc:spChg>
        <pc:spChg chg="add del">
          <ac:chgData name="동혁 임" userId="879f4c796d7a5333" providerId="LiveId" clId="{99A0B7FB-7ABD-43B7-B0BE-CF1927BF6B47}" dt="2020-06-02T06:02:14.528" v="9186" actId="26606"/>
          <ac:spMkLst>
            <pc:docMk/>
            <pc:sldMk cId="1825242711" sldId="351"/>
            <ac:spMk id="28" creationId="{E45B1D5C-0827-4AF0-8186-11FC5A8B8B92}"/>
          </ac:spMkLst>
        </pc:spChg>
        <pc:spChg chg="add del">
          <ac:chgData name="동혁 임" userId="879f4c796d7a5333" providerId="LiveId" clId="{99A0B7FB-7ABD-43B7-B0BE-CF1927BF6B47}" dt="2020-06-02T06:02:14.528" v="9186" actId="26606"/>
          <ac:spMkLst>
            <pc:docMk/>
            <pc:sldMk cId="1825242711" sldId="351"/>
            <ac:spMk id="29" creationId="{99413ED5-9ED4-4772-BCE4-2BCAE6B12E35}"/>
          </ac:spMkLst>
        </pc:spChg>
        <pc:spChg chg="add del">
          <ac:chgData name="동혁 임" userId="879f4c796d7a5333" providerId="LiveId" clId="{99A0B7FB-7ABD-43B7-B0BE-CF1927BF6B47}" dt="2020-06-02T06:02:14.528" v="9186" actId="26606"/>
          <ac:spMkLst>
            <pc:docMk/>
            <pc:sldMk cId="1825242711" sldId="351"/>
            <ac:spMk id="30" creationId="{04357C93-F0CB-4A1C-8F77-4E9063789819}"/>
          </ac:spMkLst>
        </pc:spChg>
        <pc:picChg chg="add del mod">
          <ac:chgData name="동혁 임" userId="879f4c796d7a5333" providerId="LiveId" clId="{99A0B7FB-7ABD-43B7-B0BE-CF1927BF6B47}" dt="2020-06-02T06:01:52.961" v="9179" actId="931"/>
          <ac:picMkLst>
            <pc:docMk/>
            <pc:sldMk cId="1825242711" sldId="351"/>
            <ac:picMk id="6" creationId="{C5A4974C-7676-4C2A-8074-11C53C38B55C}"/>
          </ac:picMkLst>
        </pc:picChg>
        <pc:picChg chg="add del mod">
          <ac:chgData name="동혁 임" userId="879f4c796d7a5333" providerId="LiveId" clId="{99A0B7FB-7ABD-43B7-B0BE-CF1927BF6B47}" dt="2020-06-02T06:01:52.961" v="9179" actId="931"/>
          <ac:picMkLst>
            <pc:docMk/>
            <pc:sldMk cId="1825242711" sldId="351"/>
            <ac:picMk id="8" creationId="{84BB01FF-0FEE-4E6D-BE5A-4829FC36C70D}"/>
          </ac:picMkLst>
        </pc:picChg>
        <pc:picChg chg="add del mod">
          <ac:chgData name="동혁 임" userId="879f4c796d7a5333" providerId="LiveId" clId="{99A0B7FB-7ABD-43B7-B0BE-CF1927BF6B47}" dt="2020-06-02T06:01:52.961" v="9179" actId="931"/>
          <ac:picMkLst>
            <pc:docMk/>
            <pc:sldMk cId="1825242711" sldId="351"/>
            <ac:picMk id="10" creationId="{0D0AF21F-6C8B-45A5-9199-814F6F4523CB}"/>
          </ac:picMkLst>
        </pc:picChg>
        <pc:picChg chg="add del mod">
          <ac:chgData name="동혁 임" userId="879f4c796d7a5333" providerId="LiveId" clId="{99A0B7FB-7ABD-43B7-B0BE-CF1927BF6B47}" dt="2020-06-02T06:01:52.961" v="9179" actId="931"/>
          <ac:picMkLst>
            <pc:docMk/>
            <pc:sldMk cId="1825242711" sldId="351"/>
            <ac:picMk id="12" creationId="{467A2779-09B5-4314-AB32-803AE1020D93}"/>
          </ac:picMkLst>
        </pc:picChg>
        <pc:picChg chg="add del mod">
          <ac:chgData name="동혁 임" userId="879f4c796d7a5333" providerId="LiveId" clId="{99A0B7FB-7ABD-43B7-B0BE-CF1927BF6B47}" dt="2020-06-02T06:01:52.961" v="9179" actId="931"/>
          <ac:picMkLst>
            <pc:docMk/>
            <pc:sldMk cId="1825242711" sldId="351"/>
            <ac:picMk id="14" creationId="{DFFC176D-101B-462F-AC0A-5AA8F9411475}"/>
          </ac:picMkLst>
        </pc:picChg>
        <pc:picChg chg="add del mod ord">
          <ac:chgData name="동혁 임" userId="879f4c796d7a5333" providerId="LiveId" clId="{99A0B7FB-7ABD-43B7-B0BE-CF1927BF6B47}" dt="2020-06-02T06:02:14.839" v="9188" actId="931"/>
          <ac:picMkLst>
            <pc:docMk/>
            <pc:sldMk cId="1825242711" sldId="351"/>
            <ac:picMk id="16" creationId="{1DE87114-570B-4393-9605-6A4B76D98333}"/>
          </ac:picMkLst>
        </pc:picChg>
        <pc:picChg chg="add mod modCrop">
          <ac:chgData name="동혁 임" userId="879f4c796d7a5333" providerId="LiveId" clId="{99A0B7FB-7ABD-43B7-B0BE-CF1927BF6B47}" dt="2020-06-02T06:03:28.551" v="9543" actId="18131"/>
          <ac:picMkLst>
            <pc:docMk/>
            <pc:sldMk cId="1825242711" sldId="351"/>
            <ac:picMk id="18" creationId="{EA30E516-05CE-49FB-8EF8-AA1FC288DA55}"/>
          </ac:picMkLst>
        </pc:picChg>
      </pc:sldChg>
      <pc:sldChg chg="addSp delSp modSp new mod setBg">
        <pc:chgData name="동혁 임" userId="879f4c796d7a5333" providerId="LiveId" clId="{99A0B7FB-7ABD-43B7-B0BE-CF1927BF6B47}" dt="2020-06-02T06:33:16.849" v="14961" actId="2711"/>
        <pc:sldMkLst>
          <pc:docMk/>
          <pc:sldMk cId="3125973078" sldId="352"/>
        </pc:sldMkLst>
        <pc:spChg chg="mod ord">
          <ac:chgData name="동혁 임" userId="879f4c796d7a5333" providerId="LiveId" clId="{99A0B7FB-7ABD-43B7-B0BE-CF1927BF6B47}" dt="2020-06-02T06:33:16.849" v="14961" actId="2711"/>
          <ac:spMkLst>
            <pc:docMk/>
            <pc:sldMk cId="3125973078" sldId="352"/>
            <ac:spMk id="2" creationId="{CDCB92F0-88B1-4B9D-992E-D6BDD7E4687E}"/>
          </ac:spMkLst>
        </pc:spChg>
        <pc:spChg chg="del">
          <ac:chgData name="동혁 임" userId="879f4c796d7a5333" providerId="LiveId" clId="{99A0B7FB-7ABD-43B7-B0BE-CF1927BF6B47}" dt="2020-06-02T06:03:54.647" v="9546" actId="931"/>
          <ac:spMkLst>
            <pc:docMk/>
            <pc:sldMk cId="3125973078" sldId="352"/>
            <ac:spMk id="3" creationId="{82806DFF-53B5-4ACA-AD19-205A78E3FFAC}"/>
          </ac:spMkLst>
        </pc:spChg>
        <pc:spChg chg="mod ord">
          <ac:chgData name="동혁 임" userId="879f4c796d7a5333" providerId="LiveId" clId="{99A0B7FB-7ABD-43B7-B0BE-CF1927BF6B47}" dt="2020-06-02T06:33:16.849" v="14961" actId="2711"/>
          <ac:spMkLst>
            <pc:docMk/>
            <pc:sldMk cId="3125973078" sldId="352"/>
            <ac:spMk id="4" creationId="{7C84C393-0FEA-4A95-8FEE-738F127D7112}"/>
          </ac:spMkLst>
        </pc:spChg>
        <pc:spChg chg="add del">
          <ac:chgData name="동혁 임" userId="879f4c796d7a5333" providerId="LiveId" clId="{99A0B7FB-7ABD-43B7-B0BE-CF1927BF6B47}" dt="2020-06-02T06:05:13.007" v="9907" actId="26606"/>
          <ac:spMkLst>
            <pc:docMk/>
            <pc:sldMk cId="3125973078" sldId="352"/>
            <ac:spMk id="11" creationId="{D1A4588A-55D5-49B8-BE41-54ACDCFF2C17}"/>
          </ac:spMkLst>
        </pc:spChg>
        <pc:spChg chg="add del">
          <ac:chgData name="동혁 임" userId="879f4c796d7a5333" providerId="LiveId" clId="{99A0B7FB-7ABD-43B7-B0BE-CF1927BF6B47}" dt="2020-06-02T06:05:13.007" v="9907" actId="26606"/>
          <ac:spMkLst>
            <pc:docMk/>
            <pc:sldMk cId="3125973078" sldId="352"/>
            <ac:spMk id="13" creationId="{F97E7EA2-EDCD-47E9-81BC-415C606D1B58}"/>
          </ac:spMkLst>
        </pc:spChg>
        <pc:spChg chg="add del">
          <ac:chgData name="동혁 임" userId="879f4c796d7a5333" providerId="LiveId" clId="{99A0B7FB-7ABD-43B7-B0BE-CF1927BF6B47}" dt="2020-06-02T06:33:12.050" v="14960" actId="26606"/>
          <ac:spMkLst>
            <pc:docMk/>
            <pc:sldMk cId="3125973078" sldId="352"/>
            <ac:spMk id="15" creationId="{9A42C7B2-7BD6-433A-95AB-5AA4F44B5819}"/>
          </ac:spMkLst>
        </pc:spChg>
        <pc:spChg chg="add del">
          <ac:chgData name="동혁 임" userId="879f4c796d7a5333" providerId="LiveId" clId="{99A0B7FB-7ABD-43B7-B0BE-CF1927BF6B47}" dt="2020-06-02T06:33:12.050" v="14960" actId="26606"/>
          <ac:spMkLst>
            <pc:docMk/>
            <pc:sldMk cId="3125973078" sldId="352"/>
            <ac:spMk id="17" creationId="{0ADDB668-2CA4-4D2B-9C34-3487CA330BA8}"/>
          </ac:spMkLst>
        </pc:spChg>
        <pc:spChg chg="add del">
          <ac:chgData name="동혁 임" userId="879f4c796d7a5333" providerId="LiveId" clId="{99A0B7FB-7ABD-43B7-B0BE-CF1927BF6B47}" dt="2020-06-02T06:33:12.050" v="14960" actId="26606"/>
          <ac:spMkLst>
            <pc:docMk/>
            <pc:sldMk cId="3125973078" sldId="352"/>
            <ac:spMk id="19" creationId="{2568BC19-F052-4108-93E1-6A3D1DEC072F}"/>
          </ac:spMkLst>
        </pc:spChg>
        <pc:spChg chg="add del">
          <ac:chgData name="동혁 임" userId="879f4c796d7a5333" providerId="LiveId" clId="{99A0B7FB-7ABD-43B7-B0BE-CF1927BF6B47}" dt="2020-06-02T06:33:12.050" v="14960" actId="26606"/>
          <ac:spMkLst>
            <pc:docMk/>
            <pc:sldMk cId="3125973078" sldId="352"/>
            <ac:spMk id="21" creationId="{D5FD337D-4D6B-4C8B-B6F5-121097E09881}"/>
          </ac:spMkLst>
        </pc:spChg>
        <pc:spChg chg="add del">
          <ac:chgData name="동혁 임" userId="879f4c796d7a5333" providerId="LiveId" clId="{99A0B7FB-7ABD-43B7-B0BE-CF1927BF6B47}" dt="2020-06-02T06:33:12.041" v="14959" actId="26606"/>
          <ac:spMkLst>
            <pc:docMk/>
            <pc:sldMk cId="3125973078" sldId="352"/>
            <ac:spMk id="26" creationId="{71A784BF-09DB-448D-99FC-B49DFC6605D5}"/>
          </ac:spMkLst>
        </pc:spChg>
        <pc:spChg chg="add del">
          <ac:chgData name="동혁 임" userId="879f4c796d7a5333" providerId="LiveId" clId="{99A0B7FB-7ABD-43B7-B0BE-CF1927BF6B47}" dt="2020-06-02T06:33:12.041" v="14959" actId="26606"/>
          <ac:spMkLst>
            <pc:docMk/>
            <pc:sldMk cId="3125973078" sldId="352"/>
            <ac:spMk id="28" creationId="{917859B3-4C91-478D-929D-BB6433F90849}"/>
          </ac:spMkLst>
        </pc:spChg>
        <pc:spChg chg="add del">
          <ac:chgData name="동혁 임" userId="879f4c796d7a5333" providerId="LiveId" clId="{99A0B7FB-7ABD-43B7-B0BE-CF1927BF6B47}" dt="2020-06-02T06:33:12.041" v="14959" actId="26606"/>
          <ac:spMkLst>
            <pc:docMk/>
            <pc:sldMk cId="3125973078" sldId="352"/>
            <ac:spMk id="30" creationId="{6283FBD2-A663-469F-855C-06D86E3C1161}"/>
          </ac:spMkLst>
        </pc:spChg>
        <pc:spChg chg="add del">
          <ac:chgData name="동혁 임" userId="879f4c796d7a5333" providerId="LiveId" clId="{99A0B7FB-7ABD-43B7-B0BE-CF1927BF6B47}" dt="2020-06-02T06:33:12.041" v="14959" actId="26606"/>
          <ac:spMkLst>
            <pc:docMk/>
            <pc:sldMk cId="3125973078" sldId="352"/>
            <ac:spMk id="32" creationId="{8A1279FC-7441-4E55-B082-2774E6316482}"/>
          </ac:spMkLst>
        </pc:spChg>
        <pc:spChg chg="add">
          <ac:chgData name="동혁 임" userId="879f4c796d7a5333" providerId="LiveId" clId="{99A0B7FB-7ABD-43B7-B0BE-CF1927BF6B47}" dt="2020-06-02T06:33:12.050" v="14960" actId="26606"/>
          <ac:spMkLst>
            <pc:docMk/>
            <pc:sldMk cId="3125973078" sldId="352"/>
            <ac:spMk id="34" creationId="{9A42C7B2-7BD6-433A-95AB-5AA4F44B5819}"/>
          </ac:spMkLst>
        </pc:spChg>
        <pc:spChg chg="add">
          <ac:chgData name="동혁 임" userId="879f4c796d7a5333" providerId="LiveId" clId="{99A0B7FB-7ABD-43B7-B0BE-CF1927BF6B47}" dt="2020-06-02T06:33:12.050" v="14960" actId="26606"/>
          <ac:spMkLst>
            <pc:docMk/>
            <pc:sldMk cId="3125973078" sldId="352"/>
            <ac:spMk id="35" creationId="{0ADDB668-2CA4-4D2B-9C34-3487CA330BA8}"/>
          </ac:spMkLst>
        </pc:spChg>
        <pc:spChg chg="add">
          <ac:chgData name="동혁 임" userId="879f4c796d7a5333" providerId="LiveId" clId="{99A0B7FB-7ABD-43B7-B0BE-CF1927BF6B47}" dt="2020-06-02T06:33:12.050" v="14960" actId="26606"/>
          <ac:spMkLst>
            <pc:docMk/>
            <pc:sldMk cId="3125973078" sldId="352"/>
            <ac:spMk id="36" creationId="{2568BC19-F052-4108-93E1-6A3D1DEC072F}"/>
          </ac:spMkLst>
        </pc:spChg>
        <pc:spChg chg="add">
          <ac:chgData name="동혁 임" userId="879f4c796d7a5333" providerId="LiveId" clId="{99A0B7FB-7ABD-43B7-B0BE-CF1927BF6B47}" dt="2020-06-02T06:33:12.050" v="14960" actId="26606"/>
          <ac:spMkLst>
            <pc:docMk/>
            <pc:sldMk cId="3125973078" sldId="352"/>
            <ac:spMk id="37" creationId="{D5FD337D-4D6B-4C8B-B6F5-121097E09881}"/>
          </ac:spMkLst>
        </pc:spChg>
        <pc:picChg chg="add mod ord">
          <ac:chgData name="동혁 임" userId="879f4c796d7a5333" providerId="LiveId" clId="{99A0B7FB-7ABD-43B7-B0BE-CF1927BF6B47}" dt="2020-06-02T06:33:12.050" v="14960" actId="26606"/>
          <ac:picMkLst>
            <pc:docMk/>
            <pc:sldMk cId="3125973078" sldId="352"/>
            <ac:picMk id="6" creationId="{8C9313A4-8F64-4F5C-BBB0-5BADCAD31661}"/>
          </ac:picMkLst>
        </pc:picChg>
        <pc:picChg chg="add mod">
          <ac:chgData name="동혁 임" userId="879f4c796d7a5333" providerId="LiveId" clId="{99A0B7FB-7ABD-43B7-B0BE-CF1927BF6B47}" dt="2020-06-02T06:33:12.050" v="14960" actId="26606"/>
          <ac:picMkLst>
            <pc:docMk/>
            <pc:sldMk cId="3125973078" sldId="352"/>
            <ac:picMk id="8" creationId="{755DB010-A079-4618-BBA4-EE1D2F2AC1CB}"/>
          </ac:picMkLst>
        </pc:picChg>
        <pc:picChg chg="add mod ord">
          <ac:chgData name="동혁 임" userId="879f4c796d7a5333" providerId="LiveId" clId="{99A0B7FB-7ABD-43B7-B0BE-CF1927BF6B47}" dt="2020-06-02T06:33:12.041" v="14959" actId="26606"/>
          <ac:picMkLst>
            <pc:docMk/>
            <pc:sldMk cId="3125973078" sldId="352"/>
            <ac:picMk id="10" creationId="{492DDC1E-103B-4B98-BA02-99A19532F621}"/>
          </ac:picMkLst>
        </pc:picChg>
      </pc:sldChg>
      <pc:sldChg chg="addSp delSp modSp new mod setBg">
        <pc:chgData name="동혁 임" userId="879f4c796d7a5333" providerId="LiveId" clId="{99A0B7FB-7ABD-43B7-B0BE-CF1927BF6B47}" dt="2020-06-02T06:10:00.809" v="10137" actId="2711"/>
        <pc:sldMkLst>
          <pc:docMk/>
          <pc:sldMk cId="3473191899" sldId="353"/>
        </pc:sldMkLst>
        <pc:spChg chg="mod">
          <ac:chgData name="동혁 임" userId="879f4c796d7a5333" providerId="LiveId" clId="{99A0B7FB-7ABD-43B7-B0BE-CF1927BF6B47}" dt="2020-06-02T06:10:00.809" v="10137" actId="2711"/>
          <ac:spMkLst>
            <pc:docMk/>
            <pc:sldMk cId="3473191899" sldId="353"/>
            <ac:spMk id="2" creationId="{5A8E6061-FC5B-4996-98EE-6547E91AF70F}"/>
          </ac:spMkLst>
        </pc:spChg>
        <pc:spChg chg="del">
          <ac:chgData name="동혁 임" userId="879f4c796d7a5333" providerId="LiveId" clId="{99A0B7FB-7ABD-43B7-B0BE-CF1927BF6B47}" dt="2020-06-02T06:08:20.836" v="10125" actId="931"/>
          <ac:spMkLst>
            <pc:docMk/>
            <pc:sldMk cId="3473191899" sldId="353"/>
            <ac:spMk id="3" creationId="{D95A35F6-1F05-4555-9C64-236D6894871C}"/>
          </ac:spMkLst>
        </pc:spChg>
        <pc:spChg chg="mod ord">
          <ac:chgData name="동혁 임" userId="879f4c796d7a5333" providerId="LiveId" clId="{99A0B7FB-7ABD-43B7-B0BE-CF1927BF6B47}" dt="2020-06-02T06:10:00.809" v="10137" actId="2711"/>
          <ac:spMkLst>
            <pc:docMk/>
            <pc:sldMk cId="3473191899" sldId="353"/>
            <ac:spMk id="4" creationId="{6B12FBA2-B70D-4AAA-A840-35F3F535A54F}"/>
          </ac:spMkLst>
        </pc:spChg>
        <pc:spChg chg="add del">
          <ac:chgData name="동혁 임" userId="879f4c796d7a5333" providerId="LiveId" clId="{99A0B7FB-7ABD-43B7-B0BE-CF1927BF6B47}" dt="2020-06-02T06:09:26.609" v="10131" actId="26606"/>
          <ac:spMkLst>
            <pc:docMk/>
            <pc:sldMk cId="3473191899" sldId="353"/>
            <ac:spMk id="13" creationId="{6D731904-7733-45B0-902C-289497204C19}"/>
          </ac:spMkLst>
        </pc:spChg>
        <pc:spChg chg="add del">
          <ac:chgData name="동혁 임" userId="879f4c796d7a5333" providerId="LiveId" clId="{99A0B7FB-7ABD-43B7-B0BE-CF1927BF6B47}" dt="2020-06-02T06:09:26.609" v="10131" actId="26606"/>
          <ac:spMkLst>
            <pc:docMk/>
            <pc:sldMk cId="3473191899" sldId="353"/>
            <ac:spMk id="15" creationId="{504E6397-35D7-4AEC-9DA9-B7F6B12B88A5}"/>
          </ac:spMkLst>
        </pc:spChg>
        <pc:spChg chg="add del">
          <ac:chgData name="동혁 임" userId="879f4c796d7a5333" providerId="LiveId" clId="{99A0B7FB-7ABD-43B7-B0BE-CF1927BF6B47}" dt="2020-06-02T06:09:26.609" v="10131" actId="26606"/>
          <ac:spMkLst>
            <pc:docMk/>
            <pc:sldMk cId="3473191899" sldId="353"/>
            <ac:spMk id="17" creationId="{62C5A04F-2AEB-4631-8314-A8B812E1EC8E}"/>
          </ac:spMkLst>
        </pc:spChg>
        <pc:spChg chg="add del">
          <ac:chgData name="동혁 임" userId="879f4c796d7a5333" providerId="LiveId" clId="{99A0B7FB-7ABD-43B7-B0BE-CF1927BF6B47}" dt="2020-06-02T06:09:26.609" v="10131" actId="26606"/>
          <ac:spMkLst>
            <pc:docMk/>
            <pc:sldMk cId="3473191899" sldId="353"/>
            <ac:spMk id="19" creationId="{4B2B1C70-BF3F-41BD-871B-63D8F911F77B}"/>
          </ac:spMkLst>
        </pc:spChg>
        <pc:spChg chg="add del">
          <ac:chgData name="동혁 임" userId="879f4c796d7a5333" providerId="LiveId" clId="{99A0B7FB-7ABD-43B7-B0BE-CF1927BF6B47}" dt="2020-06-02T06:09:50.087" v="10136" actId="26606"/>
          <ac:spMkLst>
            <pc:docMk/>
            <pc:sldMk cId="3473191899" sldId="353"/>
            <ac:spMk id="24" creationId="{6D731904-7733-45B0-902C-289497204C19}"/>
          </ac:spMkLst>
        </pc:spChg>
        <pc:spChg chg="add del">
          <ac:chgData name="동혁 임" userId="879f4c796d7a5333" providerId="LiveId" clId="{99A0B7FB-7ABD-43B7-B0BE-CF1927BF6B47}" dt="2020-06-02T06:09:50.087" v="10136" actId="26606"/>
          <ac:spMkLst>
            <pc:docMk/>
            <pc:sldMk cId="3473191899" sldId="353"/>
            <ac:spMk id="26" creationId="{504E6397-35D7-4AEC-9DA9-B7F6B12B88A5}"/>
          </ac:spMkLst>
        </pc:spChg>
        <pc:spChg chg="add del">
          <ac:chgData name="동혁 임" userId="879f4c796d7a5333" providerId="LiveId" clId="{99A0B7FB-7ABD-43B7-B0BE-CF1927BF6B47}" dt="2020-06-02T06:09:50.087" v="10136" actId="26606"/>
          <ac:spMkLst>
            <pc:docMk/>
            <pc:sldMk cId="3473191899" sldId="353"/>
            <ac:spMk id="28" creationId="{62C5A04F-2AEB-4631-8314-A8B812E1EC8E}"/>
          </ac:spMkLst>
        </pc:spChg>
        <pc:spChg chg="add del">
          <ac:chgData name="동혁 임" userId="879f4c796d7a5333" providerId="LiveId" clId="{99A0B7FB-7ABD-43B7-B0BE-CF1927BF6B47}" dt="2020-06-02T06:09:50.087" v="10136" actId="26606"/>
          <ac:spMkLst>
            <pc:docMk/>
            <pc:sldMk cId="3473191899" sldId="353"/>
            <ac:spMk id="30" creationId="{4B2B1C70-BF3F-41BD-871B-63D8F911F77B}"/>
          </ac:spMkLst>
        </pc:spChg>
        <pc:spChg chg="add">
          <ac:chgData name="동혁 임" userId="879f4c796d7a5333" providerId="LiveId" clId="{99A0B7FB-7ABD-43B7-B0BE-CF1927BF6B47}" dt="2020-06-02T06:09:50.087" v="10136" actId="26606"/>
          <ac:spMkLst>
            <pc:docMk/>
            <pc:sldMk cId="3473191899" sldId="353"/>
            <ac:spMk id="35" creationId="{DB90EDA9-2517-46EC-B6D4-3918D04786C1}"/>
          </ac:spMkLst>
        </pc:spChg>
        <pc:spChg chg="add">
          <ac:chgData name="동혁 임" userId="879f4c796d7a5333" providerId="LiveId" clId="{99A0B7FB-7ABD-43B7-B0BE-CF1927BF6B47}" dt="2020-06-02T06:09:50.087" v="10136" actId="26606"/>
          <ac:spMkLst>
            <pc:docMk/>
            <pc:sldMk cId="3473191899" sldId="353"/>
            <ac:spMk id="37" creationId="{D449B1F2-532C-44C7-8AC7-28EA15EE02CB}"/>
          </ac:spMkLst>
        </pc:spChg>
        <pc:spChg chg="add">
          <ac:chgData name="동혁 임" userId="879f4c796d7a5333" providerId="LiveId" clId="{99A0B7FB-7ABD-43B7-B0BE-CF1927BF6B47}" dt="2020-06-02T06:09:50.087" v="10136" actId="26606"/>
          <ac:spMkLst>
            <pc:docMk/>
            <pc:sldMk cId="3473191899" sldId="353"/>
            <ac:spMk id="39" creationId="{EE7D3784-5CF9-4282-9B1C-523957852BF6}"/>
          </ac:spMkLst>
        </pc:spChg>
        <pc:picChg chg="add mod ord">
          <ac:chgData name="동혁 임" userId="879f4c796d7a5333" providerId="LiveId" clId="{99A0B7FB-7ABD-43B7-B0BE-CF1927BF6B47}" dt="2020-06-02T06:09:50.087" v="10136" actId="26606"/>
          <ac:picMkLst>
            <pc:docMk/>
            <pc:sldMk cId="3473191899" sldId="353"/>
            <ac:picMk id="6" creationId="{AC2D09DA-8BB2-4BCC-BFA0-B2B0FA6E6903}"/>
          </ac:picMkLst>
        </pc:picChg>
        <pc:picChg chg="add mod ord">
          <ac:chgData name="동혁 임" userId="879f4c796d7a5333" providerId="LiveId" clId="{99A0B7FB-7ABD-43B7-B0BE-CF1927BF6B47}" dt="2020-06-02T06:09:50.087" v="10136" actId="26606"/>
          <ac:picMkLst>
            <pc:docMk/>
            <pc:sldMk cId="3473191899" sldId="353"/>
            <ac:picMk id="8" creationId="{B7A531B9-B71E-48DB-8096-39698F24FFAB}"/>
          </ac:picMkLst>
        </pc:picChg>
      </pc:sldChg>
      <pc:sldChg chg="addSp delSp modSp new mod setBg">
        <pc:chgData name="동혁 임" userId="879f4c796d7a5333" providerId="LiveId" clId="{99A0B7FB-7ABD-43B7-B0BE-CF1927BF6B47}" dt="2020-06-02T06:11:13.232" v="10362" actId="2711"/>
        <pc:sldMkLst>
          <pc:docMk/>
          <pc:sldMk cId="3286556251" sldId="354"/>
        </pc:sldMkLst>
        <pc:spChg chg="mod ord">
          <ac:chgData name="동혁 임" userId="879f4c796d7a5333" providerId="LiveId" clId="{99A0B7FB-7ABD-43B7-B0BE-CF1927BF6B47}" dt="2020-06-02T06:11:13.232" v="10362" actId="2711"/>
          <ac:spMkLst>
            <pc:docMk/>
            <pc:sldMk cId="3286556251" sldId="354"/>
            <ac:spMk id="2" creationId="{2739965F-21EE-4A38-8FE0-A9CEBAEFCB43}"/>
          </ac:spMkLst>
        </pc:spChg>
        <pc:spChg chg="del">
          <ac:chgData name="동혁 임" userId="879f4c796d7a5333" providerId="LiveId" clId="{99A0B7FB-7ABD-43B7-B0BE-CF1927BF6B47}" dt="2020-06-02T06:11:07.276" v="10358" actId="931"/>
          <ac:spMkLst>
            <pc:docMk/>
            <pc:sldMk cId="3286556251" sldId="354"/>
            <ac:spMk id="3" creationId="{341CB304-62FA-4D5D-AA20-24E7529449AD}"/>
          </ac:spMkLst>
        </pc:spChg>
        <pc:spChg chg="mod">
          <ac:chgData name="동혁 임" userId="879f4c796d7a5333" providerId="LiveId" clId="{99A0B7FB-7ABD-43B7-B0BE-CF1927BF6B47}" dt="2020-06-02T06:11:13.232" v="10362" actId="2711"/>
          <ac:spMkLst>
            <pc:docMk/>
            <pc:sldMk cId="3286556251" sldId="354"/>
            <ac:spMk id="4" creationId="{E7FD676B-4A0B-4181-B80F-CCCD761FB44E}"/>
          </ac:spMkLst>
        </pc:spChg>
        <pc:spChg chg="add">
          <ac:chgData name="동혁 임" userId="879f4c796d7a5333" providerId="LiveId" clId="{99A0B7FB-7ABD-43B7-B0BE-CF1927BF6B47}" dt="2020-06-02T06:11:08.598" v="10361" actId="26606"/>
          <ac:spMkLst>
            <pc:docMk/>
            <pc:sldMk cId="3286556251" sldId="354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11:08.598" v="10361" actId="26606"/>
          <ac:spMkLst>
            <pc:docMk/>
            <pc:sldMk cId="3286556251" sldId="354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11:08.598" v="10361" actId="26606"/>
          <ac:picMkLst>
            <pc:docMk/>
            <pc:sldMk cId="3286556251" sldId="354"/>
            <ac:picMk id="6" creationId="{CE79FEAB-F118-4A97-BE99-68D176FD7336}"/>
          </ac:picMkLst>
        </pc:picChg>
      </pc:sldChg>
      <pc:sldChg chg="addSp delSp modSp new mod setBg">
        <pc:chgData name="동혁 임" userId="879f4c796d7a5333" providerId="LiveId" clId="{99A0B7FB-7ABD-43B7-B0BE-CF1927BF6B47}" dt="2020-06-02T06:12:54.688" v="10658" actId="2711"/>
        <pc:sldMkLst>
          <pc:docMk/>
          <pc:sldMk cId="1916616889" sldId="355"/>
        </pc:sldMkLst>
        <pc:spChg chg="mod ord">
          <ac:chgData name="동혁 임" userId="879f4c796d7a5333" providerId="LiveId" clId="{99A0B7FB-7ABD-43B7-B0BE-CF1927BF6B47}" dt="2020-06-02T06:12:54.688" v="10658" actId="2711"/>
          <ac:spMkLst>
            <pc:docMk/>
            <pc:sldMk cId="1916616889" sldId="355"/>
            <ac:spMk id="2" creationId="{27B6193E-283D-47BF-9797-5A1845857BD4}"/>
          </ac:spMkLst>
        </pc:spChg>
        <pc:spChg chg="del">
          <ac:chgData name="동혁 임" userId="879f4c796d7a5333" providerId="LiveId" clId="{99A0B7FB-7ABD-43B7-B0BE-CF1927BF6B47}" dt="2020-06-02T06:12:46.065" v="10654" actId="931"/>
          <ac:spMkLst>
            <pc:docMk/>
            <pc:sldMk cId="1916616889" sldId="355"/>
            <ac:spMk id="3" creationId="{D13C3C52-2BA1-4641-929E-A41951013FC8}"/>
          </ac:spMkLst>
        </pc:spChg>
        <pc:spChg chg="mod">
          <ac:chgData name="동혁 임" userId="879f4c796d7a5333" providerId="LiveId" clId="{99A0B7FB-7ABD-43B7-B0BE-CF1927BF6B47}" dt="2020-06-02T06:12:54.688" v="10658" actId="2711"/>
          <ac:spMkLst>
            <pc:docMk/>
            <pc:sldMk cId="1916616889" sldId="355"/>
            <ac:spMk id="4" creationId="{2D3B1CFC-CC46-4F65-8C81-2FFBDEC37D78}"/>
          </ac:spMkLst>
        </pc:spChg>
        <pc:spChg chg="add">
          <ac:chgData name="동혁 임" userId="879f4c796d7a5333" providerId="LiveId" clId="{99A0B7FB-7ABD-43B7-B0BE-CF1927BF6B47}" dt="2020-06-02T06:12:47.316" v="10655" actId="26606"/>
          <ac:spMkLst>
            <pc:docMk/>
            <pc:sldMk cId="1916616889" sldId="355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12:47.316" v="10655" actId="26606"/>
          <ac:spMkLst>
            <pc:docMk/>
            <pc:sldMk cId="1916616889" sldId="355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12:47.827" v="10657" actId="962"/>
          <ac:picMkLst>
            <pc:docMk/>
            <pc:sldMk cId="1916616889" sldId="355"/>
            <ac:picMk id="6" creationId="{00F42080-B655-4FF7-A25E-5DE189AD7EE9}"/>
          </ac:picMkLst>
        </pc:picChg>
      </pc:sldChg>
      <pc:sldChg chg="addSp delSp modSp new mod setBg">
        <pc:chgData name="동혁 임" userId="879f4c796d7a5333" providerId="LiveId" clId="{99A0B7FB-7ABD-43B7-B0BE-CF1927BF6B47}" dt="2020-06-02T06:13:50.482" v="10859" actId="20577"/>
        <pc:sldMkLst>
          <pc:docMk/>
          <pc:sldMk cId="2684736768" sldId="356"/>
        </pc:sldMkLst>
        <pc:spChg chg="mod ord">
          <ac:chgData name="동혁 임" userId="879f4c796d7a5333" providerId="LiveId" clId="{99A0B7FB-7ABD-43B7-B0BE-CF1927BF6B47}" dt="2020-06-02T06:13:40.391" v="10814" actId="2711"/>
          <ac:spMkLst>
            <pc:docMk/>
            <pc:sldMk cId="2684736768" sldId="356"/>
            <ac:spMk id="2" creationId="{14A50CA2-C1BD-485E-9F01-1BACFA0A8160}"/>
          </ac:spMkLst>
        </pc:spChg>
        <pc:spChg chg="del">
          <ac:chgData name="동혁 임" userId="879f4c796d7a5333" providerId="LiveId" clId="{99A0B7FB-7ABD-43B7-B0BE-CF1927BF6B47}" dt="2020-06-02T06:13:08.588" v="10661" actId="931"/>
          <ac:spMkLst>
            <pc:docMk/>
            <pc:sldMk cId="2684736768" sldId="356"/>
            <ac:spMk id="3" creationId="{6A2850D3-7D61-4A10-B9D9-9A222AEBFAE9}"/>
          </ac:spMkLst>
        </pc:spChg>
        <pc:spChg chg="mod">
          <ac:chgData name="동혁 임" userId="879f4c796d7a5333" providerId="LiveId" clId="{99A0B7FB-7ABD-43B7-B0BE-CF1927BF6B47}" dt="2020-06-02T06:13:50.482" v="10859" actId="20577"/>
          <ac:spMkLst>
            <pc:docMk/>
            <pc:sldMk cId="2684736768" sldId="356"/>
            <ac:spMk id="4" creationId="{4C658000-E707-4B1F-A44B-4EA7B7C39A10}"/>
          </ac:spMkLst>
        </pc:spChg>
        <pc:spChg chg="add">
          <ac:chgData name="동혁 임" userId="879f4c796d7a5333" providerId="LiveId" clId="{99A0B7FB-7ABD-43B7-B0BE-CF1927BF6B47}" dt="2020-06-02T06:13:35.306" v="10813" actId="26606"/>
          <ac:spMkLst>
            <pc:docMk/>
            <pc:sldMk cId="2684736768" sldId="356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13:35.306" v="10813" actId="26606"/>
          <ac:spMkLst>
            <pc:docMk/>
            <pc:sldMk cId="2684736768" sldId="356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13:35.306" v="10813" actId="26606"/>
          <ac:picMkLst>
            <pc:docMk/>
            <pc:sldMk cId="2684736768" sldId="356"/>
            <ac:picMk id="6" creationId="{4396138D-B9B7-463F-9B80-C8AF11A43AB1}"/>
          </ac:picMkLst>
        </pc:picChg>
      </pc:sldChg>
      <pc:sldChg chg="addSp delSp modSp new mod setBg">
        <pc:chgData name="동혁 임" userId="879f4c796d7a5333" providerId="LiveId" clId="{99A0B7FB-7ABD-43B7-B0BE-CF1927BF6B47}" dt="2020-06-02T06:16:28.520" v="11541" actId="2711"/>
        <pc:sldMkLst>
          <pc:docMk/>
          <pc:sldMk cId="585299173" sldId="357"/>
        </pc:sldMkLst>
        <pc:spChg chg="mod ord">
          <ac:chgData name="동혁 임" userId="879f4c796d7a5333" providerId="LiveId" clId="{99A0B7FB-7ABD-43B7-B0BE-CF1927BF6B47}" dt="2020-06-02T06:16:28.520" v="11541" actId="2711"/>
          <ac:spMkLst>
            <pc:docMk/>
            <pc:sldMk cId="585299173" sldId="357"/>
            <ac:spMk id="2" creationId="{30141498-AB5F-4D21-9264-1F1120F5D2B3}"/>
          </ac:spMkLst>
        </pc:spChg>
        <pc:spChg chg="del mod">
          <ac:chgData name="동혁 임" userId="879f4c796d7a5333" providerId="LiveId" clId="{99A0B7FB-7ABD-43B7-B0BE-CF1927BF6B47}" dt="2020-06-02T06:16:19.701" v="11537" actId="931"/>
          <ac:spMkLst>
            <pc:docMk/>
            <pc:sldMk cId="585299173" sldId="357"/>
            <ac:spMk id="3" creationId="{7E39F57B-21D8-4094-B835-5A1DC0909D94}"/>
          </ac:spMkLst>
        </pc:spChg>
        <pc:spChg chg="mod">
          <ac:chgData name="동혁 임" userId="879f4c796d7a5333" providerId="LiveId" clId="{99A0B7FB-7ABD-43B7-B0BE-CF1927BF6B47}" dt="2020-06-02T06:16:28.520" v="11541" actId="2711"/>
          <ac:spMkLst>
            <pc:docMk/>
            <pc:sldMk cId="585299173" sldId="357"/>
            <ac:spMk id="4" creationId="{E278EE9A-76E4-441C-8956-0696EDDCFB0F}"/>
          </ac:spMkLst>
        </pc:spChg>
        <pc:spChg chg="add">
          <ac:chgData name="동혁 임" userId="879f4c796d7a5333" providerId="LiveId" clId="{99A0B7FB-7ABD-43B7-B0BE-CF1927BF6B47}" dt="2020-06-02T06:16:21.195" v="11538" actId="26606"/>
          <ac:spMkLst>
            <pc:docMk/>
            <pc:sldMk cId="585299173" sldId="357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16:21.195" v="11538" actId="26606"/>
          <ac:spMkLst>
            <pc:docMk/>
            <pc:sldMk cId="585299173" sldId="357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16:21.466" v="11540" actId="962"/>
          <ac:picMkLst>
            <pc:docMk/>
            <pc:sldMk cId="585299173" sldId="357"/>
            <ac:picMk id="6" creationId="{F09AB400-8EDE-4EF7-B6AA-BB6EE98CD61C}"/>
          </ac:picMkLst>
        </pc:picChg>
      </pc:sldChg>
      <pc:sldChg chg="addSp delSp modSp new mod setBg">
        <pc:chgData name="동혁 임" userId="879f4c796d7a5333" providerId="LiveId" clId="{99A0B7FB-7ABD-43B7-B0BE-CF1927BF6B47}" dt="2020-06-02T06:17:31.553" v="11739" actId="26606"/>
        <pc:sldMkLst>
          <pc:docMk/>
          <pc:sldMk cId="2905429186" sldId="358"/>
        </pc:sldMkLst>
        <pc:spChg chg="mod ord">
          <ac:chgData name="동혁 임" userId="879f4c796d7a5333" providerId="LiveId" clId="{99A0B7FB-7ABD-43B7-B0BE-CF1927BF6B47}" dt="2020-06-02T06:17:31.553" v="11739" actId="26606"/>
          <ac:spMkLst>
            <pc:docMk/>
            <pc:sldMk cId="2905429186" sldId="358"/>
            <ac:spMk id="2" creationId="{A5A93607-A4D5-47E0-8EB1-8068153E7D2B}"/>
          </ac:spMkLst>
        </pc:spChg>
        <pc:spChg chg="del">
          <ac:chgData name="동혁 임" userId="879f4c796d7a5333" providerId="LiveId" clId="{99A0B7FB-7ABD-43B7-B0BE-CF1927BF6B47}" dt="2020-06-02T06:17:29.989" v="11738" actId="931"/>
          <ac:spMkLst>
            <pc:docMk/>
            <pc:sldMk cId="2905429186" sldId="358"/>
            <ac:spMk id="3" creationId="{5B4858B2-A82C-421E-8E77-E972A57CDC2A}"/>
          </ac:spMkLst>
        </pc:spChg>
        <pc:spChg chg="mod">
          <ac:chgData name="동혁 임" userId="879f4c796d7a5333" providerId="LiveId" clId="{99A0B7FB-7ABD-43B7-B0BE-CF1927BF6B47}" dt="2020-06-02T06:17:31.553" v="11739" actId="26606"/>
          <ac:spMkLst>
            <pc:docMk/>
            <pc:sldMk cId="2905429186" sldId="358"/>
            <ac:spMk id="4" creationId="{1AC87209-8DF9-480A-8616-6EDC5B320A8C}"/>
          </ac:spMkLst>
        </pc:spChg>
        <pc:spChg chg="add">
          <ac:chgData name="동혁 임" userId="879f4c796d7a5333" providerId="LiveId" clId="{99A0B7FB-7ABD-43B7-B0BE-CF1927BF6B47}" dt="2020-06-02T06:17:31.553" v="11739" actId="26606"/>
          <ac:spMkLst>
            <pc:docMk/>
            <pc:sldMk cId="2905429186" sldId="358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17:31.553" v="11739" actId="26606"/>
          <ac:spMkLst>
            <pc:docMk/>
            <pc:sldMk cId="2905429186" sldId="358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17:31.553" v="11739" actId="26606"/>
          <ac:picMkLst>
            <pc:docMk/>
            <pc:sldMk cId="2905429186" sldId="358"/>
            <ac:picMk id="6" creationId="{1B1DFC62-0CAA-4E2B-B55C-F5B28FE34CD9}"/>
          </ac:picMkLst>
        </pc:picChg>
      </pc:sldChg>
      <pc:sldChg chg="addSp delSp modSp new mod setBg">
        <pc:chgData name="동혁 임" userId="879f4c796d7a5333" providerId="LiveId" clId="{99A0B7FB-7ABD-43B7-B0BE-CF1927BF6B47}" dt="2020-06-02T06:19:11.536" v="12219" actId="2711"/>
        <pc:sldMkLst>
          <pc:docMk/>
          <pc:sldMk cId="303736287" sldId="359"/>
        </pc:sldMkLst>
        <pc:spChg chg="mod ord">
          <ac:chgData name="동혁 임" userId="879f4c796d7a5333" providerId="LiveId" clId="{99A0B7FB-7ABD-43B7-B0BE-CF1927BF6B47}" dt="2020-06-02T06:19:11.536" v="12219" actId="2711"/>
          <ac:spMkLst>
            <pc:docMk/>
            <pc:sldMk cId="303736287" sldId="359"/>
            <ac:spMk id="2" creationId="{56A17E82-36CB-4E76-9106-5C54BF51D4D0}"/>
          </ac:spMkLst>
        </pc:spChg>
        <pc:spChg chg="del mod">
          <ac:chgData name="동혁 임" userId="879f4c796d7a5333" providerId="LiveId" clId="{99A0B7FB-7ABD-43B7-B0BE-CF1927BF6B47}" dt="2020-06-02T06:19:00.138" v="12215" actId="931"/>
          <ac:spMkLst>
            <pc:docMk/>
            <pc:sldMk cId="303736287" sldId="359"/>
            <ac:spMk id="3" creationId="{FABF0A60-F7F1-42D4-8441-D49825449D13}"/>
          </ac:spMkLst>
        </pc:spChg>
        <pc:spChg chg="mod">
          <ac:chgData name="동혁 임" userId="879f4c796d7a5333" providerId="LiveId" clId="{99A0B7FB-7ABD-43B7-B0BE-CF1927BF6B47}" dt="2020-06-02T06:19:11.536" v="12219" actId="2711"/>
          <ac:spMkLst>
            <pc:docMk/>
            <pc:sldMk cId="303736287" sldId="359"/>
            <ac:spMk id="4" creationId="{DBA37267-4381-4CCF-A9BC-139C0F289F93}"/>
          </ac:spMkLst>
        </pc:spChg>
        <pc:spChg chg="add">
          <ac:chgData name="동혁 임" userId="879f4c796d7a5333" providerId="LiveId" clId="{99A0B7FB-7ABD-43B7-B0BE-CF1927BF6B47}" dt="2020-06-02T06:19:05.570" v="12218" actId="26606"/>
          <ac:spMkLst>
            <pc:docMk/>
            <pc:sldMk cId="303736287" sldId="359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19:05.570" v="12218" actId="26606"/>
          <ac:spMkLst>
            <pc:docMk/>
            <pc:sldMk cId="303736287" sldId="359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19:05.570" v="12218" actId="26606"/>
          <ac:picMkLst>
            <pc:docMk/>
            <pc:sldMk cId="303736287" sldId="359"/>
            <ac:picMk id="6" creationId="{53252F08-967F-4F1A-9B94-C32DDC0A7046}"/>
          </ac:picMkLst>
        </pc:picChg>
      </pc:sldChg>
      <pc:sldChg chg="addSp delSp modSp new mod setBg">
        <pc:chgData name="동혁 임" userId="879f4c796d7a5333" providerId="LiveId" clId="{99A0B7FB-7ABD-43B7-B0BE-CF1927BF6B47}" dt="2020-06-02T06:20:55.926" v="12649" actId="2711"/>
        <pc:sldMkLst>
          <pc:docMk/>
          <pc:sldMk cId="1986968309" sldId="360"/>
        </pc:sldMkLst>
        <pc:spChg chg="mod ord">
          <ac:chgData name="동혁 임" userId="879f4c796d7a5333" providerId="LiveId" clId="{99A0B7FB-7ABD-43B7-B0BE-CF1927BF6B47}" dt="2020-06-02T06:20:55.926" v="12649" actId="2711"/>
          <ac:spMkLst>
            <pc:docMk/>
            <pc:sldMk cId="1986968309" sldId="360"/>
            <ac:spMk id="2" creationId="{BFFDAEDA-9E29-468C-8C51-3858EA418623}"/>
          </ac:spMkLst>
        </pc:spChg>
        <pc:spChg chg="del">
          <ac:chgData name="동혁 임" userId="879f4c796d7a5333" providerId="LiveId" clId="{99A0B7FB-7ABD-43B7-B0BE-CF1927BF6B47}" dt="2020-06-02T06:20:35.388" v="12546" actId="931"/>
          <ac:spMkLst>
            <pc:docMk/>
            <pc:sldMk cId="1986968309" sldId="360"/>
            <ac:spMk id="3" creationId="{580D60A9-C6F7-4910-8312-04DA0DB5F90D}"/>
          </ac:spMkLst>
        </pc:spChg>
        <pc:spChg chg="mod">
          <ac:chgData name="동혁 임" userId="879f4c796d7a5333" providerId="LiveId" clId="{99A0B7FB-7ABD-43B7-B0BE-CF1927BF6B47}" dt="2020-06-02T06:20:55.926" v="12649" actId="2711"/>
          <ac:spMkLst>
            <pc:docMk/>
            <pc:sldMk cId="1986968309" sldId="360"/>
            <ac:spMk id="4" creationId="{39FAFFB7-D9E8-4314-A1D5-6419435AE08A}"/>
          </ac:spMkLst>
        </pc:spChg>
        <pc:spChg chg="add">
          <ac:chgData name="동혁 임" userId="879f4c796d7a5333" providerId="LiveId" clId="{99A0B7FB-7ABD-43B7-B0BE-CF1927BF6B47}" dt="2020-06-02T06:20:37.698" v="12549" actId="26606"/>
          <ac:spMkLst>
            <pc:docMk/>
            <pc:sldMk cId="1986968309" sldId="360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20:37.698" v="12549" actId="26606"/>
          <ac:spMkLst>
            <pc:docMk/>
            <pc:sldMk cId="1986968309" sldId="360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6:20:51.353" v="12648" actId="18131"/>
          <ac:picMkLst>
            <pc:docMk/>
            <pc:sldMk cId="1986968309" sldId="360"/>
            <ac:picMk id="6" creationId="{81C61CE6-FF92-4E3F-B80E-99C94DA9EDD7}"/>
          </ac:picMkLst>
        </pc:picChg>
      </pc:sldChg>
      <pc:sldChg chg="addSp delSp modSp new mod setBg">
        <pc:chgData name="동혁 임" userId="879f4c796d7a5333" providerId="LiveId" clId="{99A0B7FB-7ABD-43B7-B0BE-CF1927BF6B47}" dt="2020-06-02T06:22:54.261" v="13001" actId="2711"/>
        <pc:sldMkLst>
          <pc:docMk/>
          <pc:sldMk cId="1942255783" sldId="361"/>
        </pc:sldMkLst>
        <pc:spChg chg="mod ord">
          <ac:chgData name="동혁 임" userId="879f4c796d7a5333" providerId="LiveId" clId="{99A0B7FB-7ABD-43B7-B0BE-CF1927BF6B47}" dt="2020-06-02T06:22:54.261" v="13001" actId="2711"/>
          <ac:spMkLst>
            <pc:docMk/>
            <pc:sldMk cId="1942255783" sldId="361"/>
            <ac:spMk id="2" creationId="{D227E596-4172-4983-BCAE-77FB4115D792}"/>
          </ac:spMkLst>
        </pc:spChg>
        <pc:spChg chg="del">
          <ac:chgData name="동혁 임" userId="879f4c796d7a5333" providerId="LiveId" clId="{99A0B7FB-7ABD-43B7-B0BE-CF1927BF6B47}" dt="2020-06-02T06:21:58.371" v="12652" actId="931"/>
          <ac:spMkLst>
            <pc:docMk/>
            <pc:sldMk cId="1942255783" sldId="361"/>
            <ac:spMk id="3" creationId="{CF57648F-1284-4F69-8FDB-6954FD52C4FA}"/>
          </ac:spMkLst>
        </pc:spChg>
        <pc:spChg chg="mod">
          <ac:chgData name="동혁 임" userId="879f4c796d7a5333" providerId="LiveId" clId="{99A0B7FB-7ABD-43B7-B0BE-CF1927BF6B47}" dt="2020-06-02T06:22:54.261" v="13001" actId="2711"/>
          <ac:spMkLst>
            <pc:docMk/>
            <pc:sldMk cId="1942255783" sldId="361"/>
            <ac:spMk id="4" creationId="{60934BEE-B3EA-465D-AD21-2E9DBAC6FB2A}"/>
          </ac:spMkLst>
        </pc:spChg>
        <pc:spChg chg="add">
          <ac:chgData name="동혁 임" userId="879f4c796d7a5333" providerId="LiveId" clId="{99A0B7FB-7ABD-43B7-B0BE-CF1927BF6B47}" dt="2020-06-02T06:22:38.832" v="12888" actId="26606"/>
          <ac:spMkLst>
            <pc:docMk/>
            <pc:sldMk cId="1942255783" sldId="361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22:38.832" v="12888" actId="26606"/>
          <ac:spMkLst>
            <pc:docMk/>
            <pc:sldMk cId="1942255783" sldId="361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6:22:50.320" v="13000" actId="18131"/>
          <ac:picMkLst>
            <pc:docMk/>
            <pc:sldMk cId="1942255783" sldId="361"/>
            <ac:picMk id="6" creationId="{FCC91B9E-319C-4CF7-8CC8-0117B42541B9}"/>
          </ac:picMkLst>
        </pc:picChg>
      </pc:sldChg>
      <pc:sldChg chg="addSp delSp modSp new mod setBg">
        <pc:chgData name="동혁 임" userId="879f4c796d7a5333" providerId="LiveId" clId="{99A0B7FB-7ABD-43B7-B0BE-CF1927BF6B47}" dt="2020-06-02T06:27:07.047" v="13784" actId="18131"/>
        <pc:sldMkLst>
          <pc:docMk/>
          <pc:sldMk cId="809828450" sldId="362"/>
        </pc:sldMkLst>
        <pc:spChg chg="mod ord">
          <ac:chgData name="동혁 임" userId="879f4c796d7a5333" providerId="LiveId" clId="{99A0B7FB-7ABD-43B7-B0BE-CF1927BF6B47}" dt="2020-06-02T06:26:57.140" v="13743" actId="2711"/>
          <ac:spMkLst>
            <pc:docMk/>
            <pc:sldMk cId="809828450" sldId="362"/>
            <ac:spMk id="2" creationId="{74E9223D-EB2E-42FE-82D1-5459FE2E5A05}"/>
          </ac:spMkLst>
        </pc:spChg>
        <pc:spChg chg="del">
          <ac:chgData name="동혁 임" userId="879f4c796d7a5333" providerId="LiveId" clId="{99A0B7FB-7ABD-43B7-B0BE-CF1927BF6B47}" dt="2020-06-02T06:24:42.760" v="13003" actId="931"/>
          <ac:spMkLst>
            <pc:docMk/>
            <pc:sldMk cId="809828450" sldId="362"/>
            <ac:spMk id="3" creationId="{DEF45502-2325-4825-BF87-6FF64FA52D58}"/>
          </ac:spMkLst>
        </pc:spChg>
        <pc:spChg chg="mod">
          <ac:chgData name="동혁 임" userId="879f4c796d7a5333" providerId="LiveId" clId="{99A0B7FB-7ABD-43B7-B0BE-CF1927BF6B47}" dt="2020-06-02T06:26:57.140" v="13743" actId="2711"/>
          <ac:spMkLst>
            <pc:docMk/>
            <pc:sldMk cId="809828450" sldId="362"/>
            <ac:spMk id="4" creationId="{7D01B9A2-FAAC-423F-BB37-157F79372C3B}"/>
          </ac:spMkLst>
        </pc:spChg>
        <pc:spChg chg="add del">
          <ac:chgData name="동혁 임" userId="879f4c796d7a5333" providerId="LiveId" clId="{99A0B7FB-7ABD-43B7-B0BE-CF1927BF6B47}" dt="2020-06-02T06:26:54.012" v="13741" actId="26606"/>
          <ac:spMkLst>
            <pc:docMk/>
            <pc:sldMk cId="809828450" sldId="362"/>
            <ac:spMk id="11" creationId="{D1A4588A-55D5-49B8-BE41-54ACDCFF2C17}"/>
          </ac:spMkLst>
        </pc:spChg>
        <pc:spChg chg="add del">
          <ac:chgData name="동혁 임" userId="879f4c796d7a5333" providerId="LiveId" clId="{99A0B7FB-7ABD-43B7-B0BE-CF1927BF6B47}" dt="2020-06-02T06:26:54.012" v="13741" actId="26606"/>
          <ac:spMkLst>
            <pc:docMk/>
            <pc:sldMk cId="809828450" sldId="362"/>
            <ac:spMk id="13" creationId="{F97E7EA2-EDCD-47E9-81BC-415C606D1B58}"/>
          </ac:spMkLst>
        </pc:spChg>
        <pc:spChg chg="add">
          <ac:chgData name="동혁 임" userId="879f4c796d7a5333" providerId="LiveId" clId="{99A0B7FB-7ABD-43B7-B0BE-CF1927BF6B47}" dt="2020-06-02T06:26:54.018" v="13742" actId="26606"/>
          <ac:spMkLst>
            <pc:docMk/>
            <pc:sldMk cId="809828450" sldId="362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2T06:26:54.018" v="13742" actId="26606"/>
          <ac:spMkLst>
            <pc:docMk/>
            <pc:sldMk cId="809828450" sldId="362"/>
            <ac:spMk id="16" creationId="{1ECAB1E8-8195-4748-BE71-FF806D86892E}"/>
          </ac:spMkLst>
        </pc:spChg>
        <pc:spChg chg="add">
          <ac:chgData name="동혁 임" userId="879f4c796d7a5333" providerId="LiveId" clId="{99A0B7FB-7ABD-43B7-B0BE-CF1927BF6B47}" dt="2020-06-02T06:26:54.018" v="13742" actId="26606"/>
          <ac:spMkLst>
            <pc:docMk/>
            <pc:sldMk cId="809828450" sldId="362"/>
            <ac:spMk id="17" creationId="{2A865FE3-5FC9-4049-87CF-30019C46C0F5}"/>
          </ac:spMkLst>
        </pc:spChg>
        <pc:spChg chg="add">
          <ac:chgData name="동혁 임" userId="879f4c796d7a5333" providerId="LiveId" clId="{99A0B7FB-7ABD-43B7-B0BE-CF1927BF6B47}" dt="2020-06-02T06:26:54.018" v="13742" actId="26606"/>
          <ac:spMkLst>
            <pc:docMk/>
            <pc:sldMk cId="809828450" sldId="362"/>
            <ac:spMk id="18" creationId="{57F6BDD4-E066-4008-8011-6CC31AEB4556}"/>
          </ac:spMkLst>
        </pc:spChg>
        <pc:picChg chg="add mod ord modCrop">
          <ac:chgData name="동혁 임" userId="879f4c796d7a5333" providerId="LiveId" clId="{99A0B7FB-7ABD-43B7-B0BE-CF1927BF6B47}" dt="2020-06-02T06:27:07.047" v="13784" actId="18131"/>
          <ac:picMkLst>
            <pc:docMk/>
            <pc:sldMk cId="809828450" sldId="362"/>
            <ac:picMk id="6" creationId="{449CFA99-5407-43F4-9DBC-3AF858FCF8C0}"/>
          </ac:picMkLst>
        </pc:picChg>
      </pc:sldChg>
      <pc:sldChg chg="addSp delSp modSp new mod setBg">
        <pc:chgData name="동혁 임" userId="879f4c796d7a5333" providerId="LiveId" clId="{99A0B7FB-7ABD-43B7-B0BE-CF1927BF6B47}" dt="2020-06-02T06:29:15.766" v="14053" actId="18131"/>
        <pc:sldMkLst>
          <pc:docMk/>
          <pc:sldMk cId="2971010640" sldId="363"/>
        </pc:sldMkLst>
        <pc:spChg chg="mod ord">
          <ac:chgData name="동혁 임" userId="879f4c796d7a5333" providerId="LiveId" clId="{99A0B7FB-7ABD-43B7-B0BE-CF1927BF6B47}" dt="2020-06-02T06:29:03.482" v="13949" actId="2711"/>
          <ac:spMkLst>
            <pc:docMk/>
            <pc:sldMk cId="2971010640" sldId="363"/>
            <ac:spMk id="2" creationId="{82512FE4-9303-461A-B448-C4A5A821A178}"/>
          </ac:spMkLst>
        </pc:spChg>
        <pc:spChg chg="del">
          <ac:chgData name="동혁 임" userId="879f4c796d7a5333" providerId="LiveId" clId="{99A0B7FB-7ABD-43B7-B0BE-CF1927BF6B47}" dt="2020-06-02T06:28:15.865" v="13786" actId="931"/>
          <ac:spMkLst>
            <pc:docMk/>
            <pc:sldMk cId="2971010640" sldId="363"/>
            <ac:spMk id="3" creationId="{59AC4650-AF55-4100-A41E-21102856D86C}"/>
          </ac:spMkLst>
        </pc:spChg>
        <pc:spChg chg="mod">
          <ac:chgData name="동혁 임" userId="879f4c796d7a5333" providerId="LiveId" clId="{99A0B7FB-7ABD-43B7-B0BE-CF1927BF6B47}" dt="2020-06-02T06:29:03.482" v="13949" actId="2711"/>
          <ac:spMkLst>
            <pc:docMk/>
            <pc:sldMk cId="2971010640" sldId="363"/>
            <ac:spMk id="4" creationId="{FB6E1A9E-9C44-4A0F-A7E1-56AAEBDFBFB4}"/>
          </ac:spMkLst>
        </pc:spChg>
        <pc:spChg chg="add">
          <ac:chgData name="동혁 임" userId="879f4c796d7a5333" providerId="LiveId" clId="{99A0B7FB-7ABD-43B7-B0BE-CF1927BF6B47}" dt="2020-06-02T06:28:59.676" v="13948" actId="26606"/>
          <ac:spMkLst>
            <pc:docMk/>
            <pc:sldMk cId="2971010640" sldId="363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28:59.676" v="13948" actId="26606"/>
          <ac:spMkLst>
            <pc:docMk/>
            <pc:sldMk cId="2971010640" sldId="363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6:29:15.766" v="14053" actId="18131"/>
          <ac:picMkLst>
            <pc:docMk/>
            <pc:sldMk cId="2971010640" sldId="363"/>
            <ac:picMk id="6" creationId="{C45C07DC-8260-4EA2-BF55-F7120894F852}"/>
          </ac:picMkLst>
        </pc:picChg>
      </pc:sldChg>
      <pc:sldChg chg="addSp delSp modSp new mod setBg">
        <pc:chgData name="동혁 임" userId="879f4c796d7a5333" providerId="LiveId" clId="{99A0B7FB-7ABD-43B7-B0BE-CF1927BF6B47}" dt="2020-06-02T06:30:51.102" v="14471" actId="18131"/>
        <pc:sldMkLst>
          <pc:docMk/>
          <pc:sldMk cId="721295265" sldId="364"/>
        </pc:sldMkLst>
        <pc:spChg chg="mod ord">
          <ac:chgData name="동혁 임" userId="879f4c796d7a5333" providerId="LiveId" clId="{99A0B7FB-7ABD-43B7-B0BE-CF1927BF6B47}" dt="2020-06-02T06:30:39.673" v="14360" actId="2711"/>
          <ac:spMkLst>
            <pc:docMk/>
            <pc:sldMk cId="721295265" sldId="364"/>
            <ac:spMk id="2" creationId="{2BAB7A7C-8C67-406F-8615-97881359FF03}"/>
          </ac:spMkLst>
        </pc:spChg>
        <pc:spChg chg="del">
          <ac:chgData name="동혁 임" userId="879f4c796d7a5333" providerId="LiveId" clId="{99A0B7FB-7ABD-43B7-B0BE-CF1927BF6B47}" dt="2020-06-02T06:29:56.042" v="14169" actId="931"/>
          <ac:spMkLst>
            <pc:docMk/>
            <pc:sldMk cId="721295265" sldId="364"/>
            <ac:spMk id="3" creationId="{CEAE995C-AF83-4259-8E70-BC8642ACCFD2}"/>
          </ac:spMkLst>
        </pc:spChg>
        <pc:spChg chg="mod">
          <ac:chgData name="동혁 임" userId="879f4c796d7a5333" providerId="LiveId" clId="{99A0B7FB-7ABD-43B7-B0BE-CF1927BF6B47}" dt="2020-06-02T06:30:39.673" v="14360" actId="2711"/>
          <ac:spMkLst>
            <pc:docMk/>
            <pc:sldMk cId="721295265" sldId="364"/>
            <ac:spMk id="4" creationId="{7C498A23-E225-4655-86FD-E3407C3A2430}"/>
          </ac:spMkLst>
        </pc:spChg>
        <pc:spChg chg="add">
          <ac:chgData name="동혁 임" userId="879f4c796d7a5333" providerId="LiveId" clId="{99A0B7FB-7ABD-43B7-B0BE-CF1927BF6B47}" dt="2020-06-02T06:30:35.637" v="14359" actId="26606"/>
          <ac:spMkLst>
            <pc:docMk/>
            <pc:sldMk cId="721295265" sldId="364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30:35.637" v="14359" actId="26606"/>
          <ac:spMkLst>
            <pc:docMk/>
            <pc:sldMk cId="721295265" sldId="364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6:30:51.102" v="14471" actId="18131"/>
          <ac:picMkLst>
            <pc:docMk/>
            <pc:sldMk cId="721295265" sldId="364"/>
            <ac:picMk id="6" creationId="{084C4CD6-C903-4CB5-8B6C-4F45B4201902}"/>
          </ac:picMkLst>
        </pc:picChg>
      </pc:sldChg>
      <pc:sldChg chg="addSp delSp modSp new mod setBg">
        <pc:chgData name="동혁 임" userId="879f4c796d7a5333" providerId="LiveId" clId="{99A0B7FB-7ABD-43B7-B0BE-CF1927BF6B47}" dt="2020-06-02T06:31:40.745" v="14624" actId="2711"/>
        <pc:sldMkLst>
          <pc:docMk/>
          <pc:sldMk cId="860515448" sldId="365"/>
        </pc:sldMkLst>
        <pc:spChg chg="mod ord">
          <ac:chgData name="동혁 임" userId="879f4c796d7a5333" providerId="LiveId" clId="{99A0B7FB-7ABD-43B7-B0BE-CF1927BF6B47}" dt="2020-06-02T06:31:40.745" v="14624" actId="2711"/>
          <ac:spMkLst>
            <pc:docMk/>
            <pc:sldMk cId="860515448" sldId="365"/>
            <ac:spMk id="2" creationId="{C2E4ABA9-DE7E-47FD-BA67-0906BE0C453A}"/>
          </ac:spMkLst>
        </pc:spChg>
        <pc:spChg chg="del">
          <ac:chgData name="동혁 임" userId="879f4c796d7a5333" providerId="LiveId" clId="{99A0B7FB-7ABD-43B7-B0BE-CF1927BF6B47}" dt="2020-06-02T06:31:21.306" v="14619" actId="931"/>
          <ac:spMkLst>
            <pc:docMk/>
            <pc:sldMk cId="860515448" sldId="365"/>
            <ac:spMk id="3" creationId="{59816744-44E2-4CA3-966E-6C17DD93C3FF}"/>
          </ac:spMkLst>
        </pc:spChg>
        <pc:spChg chg="mod">
          <ac:chgData name="동혁 임" userId="879f4c796d7a5333" providerId="LiveId" clId="{99A0B7FB-7ABD-43B7-B0BE-CF1927BF6B47}" dt="2020-06-02T06:31:40.745" v="14624" actId="2711"/>
          <ac:spMkLst>
            <pc:docMk/>
            <pc:sldMk cId="860515448" sldId="365"/>
            <ac:spMk id="4" creationId="{7A9FF4BF-E5B5-4262-9D35-71376B1EDBC0}"/>
          </ac:spMkLst>
        </pc:spChg>
        <pc:spChg chg="add">
          <ac:chgData name="동혁 임" userId="879f4c796d7a5333" providerId="LiveId" clId="{99A0B7FB-7ABD-43B7-B0BE-CF1927BF6B47}" dt="2020-06-02T06:31:32.900" v="14623" actId="26606"/>
          <ac:spMkLst>
            <pc:docMk/>
            <pc:sldMk cId="860515448" sldId="365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31:32.900" v="14623" actId="26606"/>
          <ac:spMkLst>
            <pc:docMk/>
            <pc:sldMk cId="860515448" sldId="365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31:32.900" v="14623" actId="26606"/>
          <ac:picMkLst>
            <pc:docMk/>
            <pc:sldMk cId="860515448" sldId="365"/>
            <ac:picMk id="6" creationId="{B177E468-7F65-4B5C-9CAA-7E45A5D8400A}"/>
          </ac:picMkLst>
        </pc:picChg>
      </pc:sldChg>
      <pc:sldChg chg="addSp delSp modSp new mod setBg">
        <pc:chgData name="동혁 임" userId="879f4c796d7a5333" providerId="LiveId" clId="{99A0B7FB-7ABD-43B7-B0BE-CF1927BF6B47}" dt="2020-06-02T06:34:21.585" v="15189" actId="2711"/>
        <pc:sldMkLst>
          <pc:docMk/>
          <pc:sldMk cId="2904391667" sldId="366"/>
        </pc:sldMkLst>
        <pc:spChg chg="mod ord">
          <ac:chgData name="동혁 임" userId="879f4c796d7a5333" providerId="LiveId" clId="{99A0B7FB-7ABD-43B7-B0BE-CF1927BF6B47}" dt="2020-06-02T06:34:21.585" v="15189" actId="2711"/>
          <ac:spMkLst>
            <pc:docMk/>
            <pc:sldMk cId="2904391667" sldId="366"/>
            <ac:spMk id="2" creationId="{E29C0D24-3CC4-434C-A075-6F2002A35E7E}"/>
          </ac:spMkLst>
        </pc:spChg>
        <pc:spChg chg="del">
          <ac:chgData name="동혁 임" userId="879f4c796d7a5333" providerId="LiveId" clId="{99A0B7FB-7ABD-43B7-B0BE-CF1927BF6B47}" dt="2020-06-02T06:34:06.235" v="15134" actId="931"/>
          <ac:spMkLst>
            <pc:docMk/>
            <pc:sldMk cId="2904391667" sldId="366"/>
            <ac:spMk id="3" creationId="{F56A1007-FB64-4352-B4C6-403C65F4AEB9}"/>
          </ac:spMkLst>
        </pc:spChg>
        <pc:spChg chg="mod">
          <ac:chgData name="동혁 임" userId="879f4c796d7a5333" providerId="LiveId" clId="{99A0B7FB-7ABD-43B7-B0BE-CF1927BF6B47}" dt="2020-06-02T06:34:21.585" v="15189" actId="2711"/>
          <ac:spMkLst>
            <pc:docMk/>
            <pc:sldMk cId="2904391667" sldId="366"/>
            <ac:spMk id="4" creationId="{F6375A79-4D18-4183-9930-6383F74EA715}"/>
          </ac:spMkLst>
        </pc:spChg>
        <pc:spChg chg="add">
          <ac:chgData name="동혁 임" userId="879f4c796d7a5333" providerId="LiveId" clId="{99A0B7FB-7ABD-43B7-B0BE-CF1927BF6B47}" dt="2020-06-02T06:34:15.979" v="15188" actId="26606"/>
          <ac:spMkLst>
            <pc:docMk/>
            <pc:sldMk cId="2904391667" sldId="366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34:15.979" v="15188" actId="26606"/>
          <ac:spMkLst>
            <pc:docMk/>
            <pc:sldMk cId="2904391667" sldId="366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34:15.979" v="15188" actId="26606"/>
          <ac:picMkLst>
            <pc:docMk/>
            <pc:sldMk cId="2904391667" sldId="366"/>
            <ac:picMk id="6" creationId="{B6FE9549-1C2F-4052-99F2-6D92C2F3C70E}"/>
          </ac:picMkLst>
        </pc:picChg>
      </pc:sldChg>
      <pc:sldChg chg="addSp delSp modSp new mod setBg">
        <pc:chgData name="동혁 임" userId="879f4c796d7a5333" providerId="LiveId" clId="{99A0B7FB-7ABD-43B7-B0BE-CF1927BF6B47}" dt="2020-06-02T06:35:26.689" v="15441" actId="2711"/>
        <pc:sldMkLst>
          <pc:docMk/>
          <pc:sldMk cId="2020248983" sldId="367"/>
        </pc:sldMkLst>
        <pc:spChg chg="mod ord">
          <ac:chgData name="동혁 임" userId="879f4c796d7a5333" providerId="LiveId" clId="{99A0B7FB-7ABD-43B7-B0BE-CF1927BF6B47}" dt="2020-06-02T06:35:26.689" v="15441" actId="2711"/>
          <ac:spMkLst>
            <pc:docMk/>
            <pc:sldMk cId="2020248983" sldId="367"/>
            <ac:spMk id="2" creationId="{A30CEC5D-B65B-4E8E-A677-4DB559A0A40A}"/>
          </ac:spMkLst>
        </pc:spChg>
        <pc:spChg chg="del">
          <ac:chgData name="동혁 임" userId="879f4c796d7a5333" providerId="LiveId" clId="{99A0B7FB-7ABD-43B7-B0BE-CF1927BF6B47}" dt="2020-06-02T06:35:20.108" v="15437" actId="931"/>
          <ac:spMkLst>
            <pc:docMk/>
            <pc:sldMk cId="2020248983" sldId="367"/>
            <ac:spMk id="3" creationId="{287971CF-1A4C-4141-B944-0745CEC71DD6}"/>
          </ac:spMkLst>
        </pc:spChg>
        <pc:spChg chg="mod">
          <ac:chgData name="동혁 임" userId="879f4c796d7a5333" providerId="LiveId" clId="{99A0B7FB-7ABD-43B7-B0BE-CF1927BF6B47}" dt="2020-06-02T06:35:26.689" v="15441" actId="2711"/>
          <ac:spMkLst>
            <pc:docMk/>
            <pc:sldMk cId="2020248983" sldId="367"/>
            <ac:spMk id="4" creationId="{A333565E-FE57-438A-8947-BA7DAC7FAABF}"/>
          </ac:spMkLst>
        </pc:spChg>
        <pc:spChg chg="add">
          <ac:chgData name="동혁 임" userId="879f4c796d7a5333" providerId="LiveId" clId="{99A0B7FB-7ABD-43B7-B0BE-CF1927BF6B47}" dt="2020-06-02T06:35:21.878" v="15440" actId="26606"/>
          <ac:spMkLst>
            <pc:docMk/>
            <pc:sldMk cId="2020248983" sldId="367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35:21.878" v="15440" actId="26606"/>
          <ac:spMkLst>
            <pc:docMk/>
            <pc:sldMk cId="2020248983" sldId="367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35:21.878" v="15440" actId="26606"/>
          <ac:picMkLst>
            <pc:docMk/>
            <pc:sldMk cId="2020248983" sldId="367"/>
            <ac:picMk id="6" creationId="{83618633-48C4-4269-B32D-6B110397C852}"/>
          </ac:picMkLst>
        </pc:picChg>
      </pc:sldChg>
      <pc:sldChg chg="addSp delSp modSp new mod setBg">
        <pc:chgData name="동혁 임" userId="879f4c796d7a5333" providerId="LiveId" clId="{99A0B7FB-7ABD-43B7-B0BE-CF1927BF6B47}" dt="2020-06-02T06:38:53.168" v="16022" actId="2711"/>
        <pc:sldMkLst>
          <pc:docMk/>
          <pc:sldMk cId="9899453" sldId="368"/>
        </pc:sldMkLst>
        <pc:spChg chg="mod ord">
          <ac:chgData name="동혁 임" userId="879f4c796d7a5333" providerId="LiveId" clId="{99A0B7FB-7ABD-43B7-B0BE-CF1927BF6B47}" dt="2020-06-02T06:38:53.168" v="16022" actId="2711"/>
          <ac:spMkLst>
            <pc:docMk/>
            <pc:sldMk cId="9899453" sldId="368"/>
            <ac:spMk id="2" creationId="{97D0ACAE-C0C3-4B9A-8F07-2C5528E7068F}"/>
          </ac:spMkLst>
        </pc:spChg>
        <pc:spChg chg="del mod">
          <ac:chgData name="동혁 임" userId="879f4c796d7a5333" providerId="LiveId" clId="{99A0B7FB-7ABD-43B7-B0BE-CF1927BF6B47}" dt="2020-06-02T06:38:28.799" v="15984" actId="931"/>
          <ac:spMkLst>
            <pc:docMk/>
            <pc:sldMk cId="9899453" sldId="368"/>
            <ac:spMk id="3" creationId="{7542739A-EFDD-4168-926D-234E5ABE1F00}"/>
          </ac:spMkLst>
        </pc:spChg>
        <pc:spChg chg="mod">
          <ac:chgData name="동혁 임" userId="879f4c796d7a5333" providerId="LiveId" clId="{99A0B7FB-7ABD-43B7-B0BE-CF1927BF6B47}" dt="2020-06-02T06:38:53.168" v="16022" actId="2711"/>
          <ac:spMkLst>
            <pc:docMk/>
            <pc:sldMk cId="9899453" sldId="368"/>
            <ac:spMk id="4" creationId="{C4DDBF4D-A3A3-4A46-A326-D3FA5F4D6A08}"/>
          </ac:spMkLst>
        </pc:spChg>
        <pc:spChg chg="add">
          <ac:chgData name="동혁 임" userId="879f4c796d7a5333" providerId="LiveId" clId="{99A0B7FB-7ABD-43B7-B0BE-CF1927BF6B47}" dt="2020-06-02T06:38:30.793" v="15985" actId="26606"/>
          <ac:spMkLst>
            <pc:docMk/>
            <pc:sldMk cId="9899453" sldId="368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38:30.793" v="15985" actId="26606"/>
          <ac:spMkLst>
            <pc:docMk/>
            <pc:sldMk cId="9899453" sldId="368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6:38:45.523" v="16021" actId="18131"/>
          <ac:picMkLst>
            <pc:docMk/>
            <pc:sldMk cId="9899453" sldId="368"/>
            <ac:picMk id="6" creationId="{FD82A6B7-310A-4005-A963-298DE1D7EB5C}"/>
          </ac:picMkLst>
        </pc:picChg>
      </pc:sldChg>
      <pc:sldChg chg="addSp delSp modSp new mod setBg">
        <pc:chgData name="동혁 임" userId="879f4c796d7a5333" providerId="LiveId" clId="{99A0B7FB-7ABD-43B7-B0BE-CF1927BF6B47}" dt="2020-06-02T06:40:00.082" v="16232" actId="20577"/>
        <pc:sldMkLst>
          <pc:docMk/>
          <pc:sldMk cId="4022662302" sldId="369"/>
        </pc:sldMkLst>
        <pc:spChg chg="mod ord">
          <ac:chgData name="동혁 임" userId="879f4c796d7a5333" providerId="LiveId" clId="{99A0B7FB-7ABD-43B7-B0BE-CF1927BF6B47}" dt="2020-06-02T06:39:54.670" v="16211" actId="2711"/>
          <ac:spMkLst>
            <pc:docMk/>
            <pc:sldMk cId="4022662302" sldId="369"/>
            <ac:spMk id="2" creationId="{B72872E4-F07A-4245-92F4-844ADF685CAC}"/>
          </ac:spMkLst>
        </pc:spChg>
        <pc:spChg chg="del">
          <ac:chgData name="동혁 임" userId="879f4c796d7a5333" providerId="LiveId" clId="{99A0B7FB-7ABD-43B7-B0BE-CF1927BF6B47}" dt="2020-06-02T06:39:17.754" v="16024" actId="931"/>
          <ac:spMkLst>
            <pc:docMk/>
            <pc:sldMk cId="4022662302" sldId="369"/>
            <ac:spMk id="3" creationId="{1D5CA878-742E-4C32-845F-00D4F70DFF6C}"/>
          </ac:spMkLst>
        </pc:spChg>
        <pc:spChg chg="mod">
          <ac:chgData name="동혁 임" userId="879f4c796d7a5333" providerId="LiveId" clId="{99A0B7FB-7ABD-43B7-B0BE-CF1927BF6B47}" dt="2020-06-02T06:40:00.082" v="16232" actId="20577"/>
          <ac:spMkLst>
            <pc:docMk/>
            <pc:sldMk cId="4022662302" sldId="369"/>
            <ac:spMk id="4" creationId="{047A1952-EB3A-43A7-8FAA-4154F0F0D596}"/>
          </ac:spMkLst>
        </pc:spChg>
        <pc:spChg chg="add">
          <ac:chgData name="동혁 임" userId="879f4c796d7a5333" providerId="LiveId" clId="{99A0B7FB-7ABD-43B7-B0BE-CF1927BF6B47}" dt="2020-06-02T06:39:46.531" v="16210" actId="26606"/>
          <ac:spMkLst>
            <pc:docMk/>
            <pc:sldMk cId="4022662302" sldId="369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39:46.531" v="16210" actId="26606"/>
          <ac:spMkLst>
            <pc:docMk/>
            <pc:sldMk cId="4022662302" sldId="369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39:46.531" v="16210" actId="26606"/>
          <ac:picMkLst>
            <pc:docMk/>
            <pc:sldMk cId="4022662302" sldId="369"/>
            <ac:picMk id="6" creationId="{B178DFA5-1F92-41C6-BF44-1D22D91DADB8}"/>
          </ac:picMkLst>
        </pc:picChg>
      </pc:sldChg>
      <pc:sldChg chg="addSp delSp modSp new mod setBg">
        <pc:chgData name="동혁 임" userId="879f4c796d7a5333" providerId="LiveId" clId="{99A0B7FB-7ABD-43B7-B0BE-CF1927BF6B47}" dt="2020-06-02T06:41:18.742" v="16504" actId="2711"/>
        <pc:sldMkLst>
          <pc:docMk/>
          <pc:sldMk cId="3514682179" sldId="370"/>
        </pc:sldMkLst>
        <pc:spChg chg="mod ord">
          <ac:chgData name="동혁 임" userId="879f4c796d7a5333" providerId="LiveId" clId="{99A0B7FB-7ABD-43B7-B0BE-CF1927BF6B47}" dt="2020-06-02T06:41:18.742" v="16504" actId="2711"/>
          <ac:spMkLst>
            <pc:docMk/>
            <pc:sldMk cId="3514682179" sldId="370"/>
            <ac:spMk id="2" creationId="{D7F3E6A7-4FA3-4E9C-8866-2AB25F44870E}"/>
          </ac:spMkLst>
        </pc:spChg>
        <pc:spChg chg="del">
          <ac:chgData name="동혁 임" userId="879f4c796d7a5333" providerId="LiveId" clId="{99A0B7FB-7ABD-43B7-B0BE-CF1927BF6B47}" dt="2020-06-02T06:41:03.798" v="16472" actId="931"/>
          <ac:spMkLst>
            <pc:docMk/>
            <pc:sldMk cId="3514682179" sldId="370"/>
            <ac:spMk id="3" creationId="{F67602F8-84D5-4497-B9AC-66173167049E}"/>
          </ac:spMkLst>
        </pc:spChg>
        <pc:spChg chg="mod">
          <ac:chgData name="동혁 임" userId="879f4c796d7a5333" providerId="LiveId" clId="{99A0B7FB-7ABD-43B7-B0BE-CF1927BF6B47}" dt="2020-06-02T06:41:18.742" v="16504" actId="2711"/>
          <ac:spMkLst>
            <pc:docMk/>
            <pc:sldMk cId="3514682179" sldId="370"/>
            <ac:spMk id="4" creationId="{05906DDF-9CF4-424A-B42B-162A9874C62A}"/>
          </ac:spMkLst>
        </pc:spChg>
        <pc:spChg chg="add">
          <ac:chgData name="동혁 임" userId="879f4c796d7a5333" providerId="LiveId" clId="{99A0B7FB-7ABD-43B7-B0BE-CF1927BF6B47}" dt="2020-06-02T06:41:05.217" v="16473" actId="26606"/>
          <ac:spMkLst>
            <pc:docMk/>
            <pc:sldMk cId="3514682179" sldId="370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41:05.217" v="16473" actId="26606"/>
          <ac:spMkLst>
            <pc:docMk/>
            <pc:sldMk cId="3514682179" sldId="370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6:41:11.843" v="16503" actId="18131"/>
          <ac:picMkLst>
            <pc:docMk/>
            <pc:sldMk cId="3514682179" sldId="370"/>
            <ac:picMk id="6" creationId="{20BB7B38-503E-436D-B542-2403DC261488}"/>
          </ac:picMkLst>
        </pc:picChg>
      </pc:sldChg>
      <pc:sldChg chg="addSp delSp modSp new mod setBg">
        <pc:chgData name="동혁 임" userId="879f4c796d7a5333" providerId="LiveId" clId="{99A0B7FB-7ABD-43B7-B0BE-CF1927BF6B47}" dt="2020-06-02T06:42:45.469" v="16927" actId="2711"/>
        <pc:sldMkLst>
          <pc:docMk/>
          <pc:sldMk cId="1568823164" sldId="371"/>
        </pc:sldMkLst>
        <pc:spChg chg="mod ord">
          <ac:chgData name="동혁 임" userId="879f4c796d7a5333" providerId="LiveId" clId="{99A0B7FB-7ABD-43B7-B0BE-CF1927BF6B47}" dt="2020-06-02T06:42:45.469" v="16927" actId="2711"/>
          <ac:spMkLst>
            <pc:docMk/>
            <pc:sldMk cId="1568823164" sldId="371"/>
            <ac:spMk id="2" creationId="{7C431E94-C4CA-47D6-B8BD-B369765549AD}"/>
          </ac:spMkLst>
        </pc:spChg>
        <pc:spChg chg="del">
          <ac:chgData name="동혁 임" userId="879f4c796d7a5333" providerId="LiveId" clId="{99A0B7FB-7ABD-43B7-B0BE-CF1927BF6B47}" dt="2020-06-02T06:42:29.003" v="16874" actId="931"/>
          <ac:spMkLst>
            <pc:docMk/>
            <pc:sldMk cId="1568823164" sldId="371"/>
            <ac:spMk id="3" creationId="{C4674CD6-8F42-4F6E-B8A7-92972230B0F6}"/>
          </ac:spMkLst>
        </pc:spChg>
        <pc:spChg chg="mod">
          <ac:chgData name="동혁 임" userId="879f4c796d7a5333" providerId="LiveId" clId="{99A0B7FB-7ABD-43B7-B0BE-CF1927BF6B47}" dt="2020-06-02T06:42:45.469" v="16927" actId="2711"/>
          <ac:spMkLst>
            <pc:docMk/>
            <pc:sldMk cId="1568823164" sldId="371"/>
            <ac:spMk id="4" creationId="{CFF5B4F7-6999-4049-83CF-878205389060}"/>
          </ac:spMkLst>
        </pc:spChg>
        <pc:spChg chg="add">
          <ac:chgData name="동혁 임" userId="879f4c796d7a5333" providerId="LiveId" clId="{99A0B7FB-7ABD-43B7-B0BE-CF1927BF6B47}" dt="2020-06-02T06:42:31.929" v="16877" actId="26606"/>
          <ac:spMkLst>
            <pc:docMk/>
            <pc:sldMk cId="1568823164" sldId="371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42:31.929" v="16877" actId="26606"/>
          <ac:spMkLst>
            <pc:docMk/>
            <pc:sldMk cId="1568823164" sldId="371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6:42:41.098" v="16926" actId="18131"/>
          <ac:picMkLst>
            <pc:docMk/>
            <pc:sldMk cId="1568823164" sldId="371"/>
            <ac:picMk id="6" creationId="{04F4D6D5-8617-4057-A39B-2E21ED5691EE}"/>
          </ac:picMkLst>
        </pc:picChg>
      </pc:sldChg>
      <pc:sldChg chg="addSp delSp modSp new mod setBg">
        <pc:chgData name="동혁 임" userId="879f4c796d7a5333" providerId="LiveId" clId="{99A0B7FB-7ABD-43B7-B0BE-CF1927BF6B47}" dt="2020-06-02T06:45:06.788" v="17255" actId="2711"/>
        <pc:sldMkLst>
          <pc:docMk/>
          <pc:sldMk cId="884167914" sldId="372"/>
        </pc:sldMkLst>
        <pc:spChg chg="mod ord">
          <ac:chgData name="동혁 임" userId="879f4c796d7a5333" providerId="LiveId" clId="{99A0B7FB-7ABD-43B7-B0BE-CF1927BF6B47}" dt="2020-06-02T06:45:06.788" v="17255" actId="2711"/>
          <ac:spMkLst>
            <pc:docMk/>
            <pc:sldMk cId="884167914" sldId="372"/>
            <ac:spMk id="2" creationId="{6E97D821-73A7-4DA4-B68B-EF876746E77A}"/>
          </ac:spMkLst>
        </pc:spChg>
        <pc:spChg chg="del">
          <ac:chgData name="동혁 임" userId="879f4c796d7a5333" providerId="LiveId" clId="{99A0B7FB-7ABD-43B7-B0BE-CF1927BF6B47}" dt="2020-06-02T06:44:59.985" v="17251" actId="931"/>
          <ac:spMkLst>
            <pc:docMk/>
            <pc:sldMk cId="884167914" sldId="372"/>
            <ac:spMk id="3" creationId="{AE3E6E08-F121-4D74-A64D-B66066C77C6C}"/>
          </ac:spMkLst>
        </pc:spChg>
        <pc:spChg chg="mod">
          <ac:chgData name="동혁 임" userId="879f4c796d7a5333" providerId="LiveId" clId="{99A0B7FB-7ABD-43B7-B0BE-CF1927BF6B47}" dt="2020-06-02T06:45:06.788" v="17255" actId="2711"/>
          <ac:spMkLst>
            <pc:docMk/>
            <pc:sldMk cId="884167914" sldId="372"/>
            <ac:spMk id="4" creationId="{D3BEEA1B-F8A2-4234-8C2B-8E1DE5340A3E}"/>
          </ac:spMkLst>
        </pc:spChg>
        <pc:spChg chg="add">
          <ac:chgData name="동혁 임" userId="879f4c796d7a5333" providerId="LiveId" clId="{99A0B7FB-7ABD-43B7-B0BE-CF1927BF6B47}" dt="2020-06-02T06:45:01.792" v="17254" actId="26606"/>
          <ac:spMkLst>
            <pc:docMk/>
            <pc:sldMk cId="884167914" sldId="372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6:45:01.792" v="17254" actId="26606"/>
          <ac:spMkLst>
            <pc:docMk/>
            <pc:sldMk cId="884167914" sldId="372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6:45:01.792" v="17254" actId="26606"/>
          <ac:picMkLst>
            <pc:docMk/>
            <pc:sldMk cId="884167914" sldId="372"/>
            <ac:picMk id="6" creationId="{E4B18ADB-5323-4DA5-988D-C78DD8D503BF}"/>
          </ac:picMkLst>
        </pc:picChg>
      </pc:sldChg>
      <pc:sldChg chg="addSp delSp modSp new mod setBg setClrOvrMap">
        <pc:chgData name="동혁 임" userId="879f4c796d7a5333" providerId="LiveId" clId="{99A0B7FB-7ABD-43B7-B0BE-CF1927BF6B47}" dt="2020-06-02T06:51:42.658" v="17544" actId="2711"/>
        <pc:sldMkLst>
          <pc:docMk/>
          <pc:sldMk cId="1516567955" sldId="373"/>
        </pc:sldMkLst>
        <pc:spChg chg="mod ord">
          <ac:chgData name="동혁 임" userId="879f4c796d7a5333" providerId="LiveId" clId="{99A0B7FB-7ABD-43B7-B0BE-CF1927BF6B47}" dt="2020-06-02T06:51:42.658" v="17544" actId="2711"/>
          <ac:spMkLst>
            <pc:docMk/>
            <pc:sldMk cId="1516567955" sldId="373"/>
            <ac:spMk id="2" creationId="{A9CBFDC6-F9D7-4B3D-92FD-6A392826AC94}"/>
          </ac:spMkLst>
        </pc:spChg>
        <pc:spChg chg="add del">
          <ac:chgData name="동혁 임" userId="879f4c796d7a5333" providerId="LiveId" clId="{99A0B7FB-7ABD-43B7-B0BE-CF1927BF6B47}" dt="2020-06-02T06:51:25.435" v="17508" actId="931"/>
          <ac:spMkLst>
            <pc:docMk/>
            <pc:sldMk cId="1516567955" sldId="373"/>
            <ac:spMk id="3" creationId="{EFC26C3C-3FBC-487D-B10C-A0D36DBFFC70}"/>
          </ac:spMkLst>
        </pc:spChg>
        <pc:spChg chg="mod ord">
          <ac:chgData name="동혁 임" userId="879f4c796d7a5333" providerId="LiveId" clId="{99A0B7FB-7ABD-43B7-B0BE-CF1927BF6B47}" dt="2020-06-02T06:51:42.658" v="17544" actId="2711"/>
          <ac:spMkLst>
            <pc:docMk/>
            <pc:sldMk cId="1516567955" sldId="373"/>
            <ac:spMk id="4" creationId="{B75BD1F3-91A9-4EAA-9D7C-31252A423337}"/>
          </ac:spMkLst>
        </pc:spChg>
        <pc:spChg chg="add del">
          <ac:chgData name="동혁 임" userId="879f4c796d7a5333" providerId="LiveId" clId="{99A0B7FB-7ABD-43B7-B0BE-CF1927BF6B47}" dt="2020-06-02T06:50:15.109" v="17474" actId="26606"/>
          <ac:spMkLst>
            <pc:docMk/>
            <pc:sldMk cId="1516567955" sldId="373"/>
            <ac:spMk id="17" creationId="{9CCE8A2E-61E7-4667-90A8-34285A8C4057}"/>
          </ac:spMkLst>
        </pc:spChg>
        <pc:spChg chg="add del">
          <ac:chgData name="동혁 임" userId="879f4c796d7a5333" providerId="LiveId" clId="{99A0B7FB-7ABD-43B7-B0BE-CF1927BF6B47}" dt="2020-06-02T06:50:15.109" v="17474" actId="26606"/>
          <ac:spMkLst>
            <pc:docMk/>
            <pc:sldMk cId="1516567955" sldId="373"/>
            <ac:spMk id="19" creationId="{1C938212-FA12-4FF1-87C8-ACDE99D06F69}"/>
          </ac:spMkLst>
        </pc:spChg>
        <pc:spChg chg="add del">
          <ac:chgData name="동혁 임" userId="879f4c796d7a5333" providerId="LiveId" clId="{99A0B7FB-7ABD-43B7-B0BE-CF1927BF6B47}" dt="2020-06-02T06:50:15.109" v="17474" actId="26606"/>
          <ac:spMkLst>
            <pc:docMk/>
            <pc:sldMk cId="1516567955" sldId="373"/>
            <ac:spMk id="21" creationId="{369F152D-E540-4B48-BA11-2ADF043C6111}"/>
          </ac:spMkLst>
        </pc:spChg>
        <pc:spChg chg="add del">
          <ac:chgData name="동혁 임" userId="879f4c796d7a5333" providerId="LiveId" clId="{99A0B7FB-7ABD-43B7-B0BE-CF1927BF6B47}" dt="2020-06-02T06:50:15.109" v="17474" actId="26606"/>
          <ac:spMkLst>
            <pc:docMk/>
            <pc:sldMk cId="1516567955" sldId="373"/>
            <ac:spMk id="23" creationId="{0C059F7E-04C4-4C46-9B3E-E5CE267E347D}"/>
          </ac:spMkLst>
        </pc:spChg>
        <pc:spChg chg="add del">
          <ac:chgData name="동혁 임" userId="879f4c796d7a5333" providerId="LiveId" clId="{99A0B7FB-7ABD-43B7-B0BE-CF1927BF6B47}" dt="2020-06-02T06:50:32.435" v="17480" actId="26606"/>
          <ac:spMkLst>
            <pc:docMk/>
            <pc:sldMk cId="1516567955" sldId="373"/>
            <ac:spMk id="25" creationId="{2409529B-9B56-4F10-BE4D-F934DB89E57E}"/>
          </ac:spMkLst>
        </pc:spChg>
        <pc:spChg chg="add del">
          <ac:chgData name="동혁 임" userId="879f4c796d7a5333" providerId="LiveId" clId="{99A0B7FB-7ABD-43B7-B0BE-CF1927BF6B47}" dt="2020-06-02T06:50:32.435" v="17480" actId="26606"/>
          <ac:spMkLst>
            <pc:docMk/>
            <pc:sldMk cId="1516567955" sldId="373"/>
            <ac:spMk id="26" creationId="{A3C210E6-A35A-4F68-8D60-801A019C75B8}"/>
          </ac:spMkLst>
        </pc:spChg>
        <pc:spChg chg="add del">
          <ac:chgData name="동혁 임" userId="879f4c796d7a5333" providerId="LiveId" clId="{99A0B7FB-7ABD-43B7-B0BE-CF1927BF6B47}" dt="2020-06-02T06:50:32.435" v="17480" actId="26606"/>
          <ac:spMkLst>
            <pc:docMk/>
            <pc:sldMk cId="1516567955" sldId="373"/>
            <ac:spMk id="27" creationId="{AC0D06B0-F19C-459E-B221-A34B506FB5E3}"/>
          </ac:spMkLst>
        </pc:spChg>
        <pc:spChg chg="add del">
          <ac:chgData name="동혁 임" userId="879f4c796d7a5333" providerId="LiveId" clId="{99A0B7FB-7ABD-43B7-B0BE-CF1927BF6B47}" dt="2020-06-02T06:50:32.435" v="17480" actId="26606"/>
          <ac:spMkLst>
            <pc:docMk/>
            <pc:sldMk cId="1516567955" sldId="373"/>
            <ac:spMk id="28" creationId="{345B26DA-1C6B-4C66-81C9-9C1877FC2DB1}"/>
          </ac:spMkLst>
        </pc:spChg>
        <pc:spChg chg="add del">
          <ac:chgData name="동혁 임" userId="879f4c796d7a5333" providerId="LiveId" clId="{99A0B7FB-7ABD-43B7-B0BE-CF1927BF6B47}" dt="2020-06-02T06:50:32.435" v="17480" actId="26606"/>
          <ac:spMkLst>
            <pc:docMk/>
            <pc:sldMk cId="1516567955" sldId="373"/>
            <ac:spMk id="29" creationId="{98DE6C44-43F8-4DE4-AB81-66853FFEA09A}"/>
          </ac:spMkLst>
        </pc:spChg>
        <pc:spChg chg="add">
          <ac:chgData name="동혁 임" userId="879f4c796d7a5333" providerId="LiveId" clId="{99A0B7FB-7ABD-43B7-B0BE-CF1927BF6B47}" dt="2020-06-02T06:51:26.677" v="17511" actId="26606"/>
          <ac:spMkLst>
            <pc:docMk/>
            <pc:sldMk cId="1516567955" sldId="373"/>
            <ac:spMk id="35" creationId="{D1A4588A-55D5-49B8-BE41-54ACDCFF2C17}"/>
          </ac:spMkLst>
        </pc:spChg>
        <pc:spChg chg="add del">
          <ac:chgData name="동혁 임" userId="879f4c796d7a5333" providerId="LiveId" clId="{99A0B7FB-7ABD-43B7-B0BE-CF1927BF6B47}" dt="2020-06-02T06:50:48.189" v="17495" actId="26606"/>
          <ac:spMkLst>
            <pc:docMk/>
            <pc:sldMk cId="1516567955" sldId="373"/>
            <ac:spMk id="36" creationId="{2A785343-5D24-4118-A2E4-665D196F60C2}"/>
          </ac:spMkLst>
        </pc:spChg>
        <pc:spChg chg="add">
          <ac:chgData name="동혁 임" userId="879f4c796d7a5333" providerId="LiveId" clId="{99A0B7FB-7ABD-43B7-B0BE-CF1927BF6B47}" dt="2020-06-02T06:51:26.677" v="17511" actId="26606"/>
          <ac:spMkLst>
            <pc:docMk/>
            <pc:sldMk cId="1516567955" sldId="373"/>
            <ac:spMk id="37" creationId="{F97E7EA2-EDCD-47E9-81BC-415C606D1B58}"/>
          </ac:spMkLst>
        </pc:spChg>
        <pc:spChg chg="add del">
          <ac:chgData name="동혁 임" userId="879f4c796d7a5333" providerId="LiveId" clId="{99A0B7FB-7ABD-43B7-B0BE-CF1927BF6B47}" dt="2020-06-02T06:50:48.189" v="17495" actId="26606"/>
          <ac:spMkLst>
            <pc:docMk/>
            <pc:sldMk cId="1516567955" sldId="373"/>
            <ac:spMk id="38" creationId="{32F4D216-10B7-4DCA-A0A1-068E9E32F4F2}"/>
          </ac:spMkLst>
        </pc:spChg>
        <pc:spChg chg="add del">
          <ac:chgData name="동혁 임" userId="879f4c796d7a5333" providerId="LiveId" clId="{99A0B7FB-7ABD-43B7-B0BE-CF1927BF6B47}" dt="2020-06-02T06:50:50.099" v="17497" actId="26606"/>
          <ac:spMkLst>
            <pc:docMk/>
            <pc:sldMk cId="1516567955" sldId="373"/>
            <ac:spMk id="41" creationId="{891401DC-7AF6-42FA-BE31-CF773B6C8B2E}"/>
          </ac:spMkLst>
        </pc:spChg>
        <pc:spChg chg="add del">
          <ac:chgData name="동혁 임" userId="879f4c796d7a5333" providerId="LiveId" clId="{99A0B7FB-7ABD-43B7-B0BE-CF1927BF6B47}" dt="2020-06-02T06:50:50.099" v="17497" actId="26606"/>
          <ac:spMkLst>
            <pc:docMk/>
            <pc:sldMk cId="1516567955" sldId="373"/>
            <ac:spMk id="43" creationId="{2B7203F0-D9CB-4774-B9D4-B3AB625DFBAD}"/>
          </ac:spMkLst>
        </pc:spChg>
        <pc:spChg chg="add del">
          <ac:chgData name="동혁 임" userId="879f4c796d7a5333" providerId="LiveId" clId="{99A0B7FB-7ABD-43B7-B0BE-CF1927BF6B47}" dt="2020-06-02T06:50:50.620" v="17499" actId="26606"/>
          <ac:spMkLst>
            <pc:docMk/>
            <pc:sldMk cId="1516567955" sldId="373"/>
            <ac:spMk id="48" creationId="{7BC0F8B1-F985-469B-8332-13DBC7665557}"/>
          </ac:spMkLst>
        </pc:spChg>
        <pc:spChg chg="add del">
          <ac:chgData name="동혁 임" userId="879f4c796d7a5333" providerId="LiveId" clId="{99A0B7FB-7ABD-43B7-B0BE-CF1927BF6B47}" dt="2020-06-02T06:50:50.620" v="17499" actId="26606"/>
          <ac:spMkLst>
            <pc:docMk/>
            <pc:sldMk cId="1516567955" sldId="373"/>
            <ac:spMk id="49" creationId="{89D15953-1642-4DD6-AD9E-01AA19247FF6}"/>
          </ac:spMkLst>
        </pc:spChg>
        <pc:spChg chg="add del">
          <ac:chgData name="동혁 임" userId="879f4c796d7a5333" providerId="LiveId" clId="{99A0B7FB-7ABD-43B7-B0BE-CF1927BF6B47}" dt="2020-06-02T06:50:50.620" v="17499" actId="26606"/>
          <ac:spMkLst>
            <pc:docMk/>
            <pc:sldMk cId="1516567955" sldId="373"/>
            <ac:spMk id="50" creationId="{FBF3780C-749F-4B50-9E1D-F2B1F6DBB7DD}"/>
          </ac:spMkLst>
        </pc:spChg>
        <pc:spChg chg="add del">
          <ac:chgData name="동혁 임" userId="879f4c796d7a5333" providerId="LiveId" clId="{99A0B7FB-7ABD-43B7-B0BE-CF1927BF6B47}" dt="2020-06-02T06:51:05.292" v="17501" actId="26606"/>
          <ac:spMkLst>
            <pc:docMk/>
            <pc:sldMk cId="1516567955" sldId="373"/>
            <ac:spMk id="52" creationId="{5CB593EA-2F98-479F-B4C4-F366571FA64D}"/>
          </ac:spMkLst>
        </pc:spChg>
        <pc:spChg chg="add del">
          <ac:chgData name="동혁 임" userId="879f4c796d7a5333" providerId="LiveId" clId="{99A0B7FB-7ABD-43B7-B0BE-CF1927BF6B47}" dt="2020-06-02T06:51:05.292" v="17501" actId="26606"/>
          <ac:spMkLst>
            <pc:docMk/>
            <pc:sldMk cId="1516567955" sldId="373"/>
            <ac:spMk id="53" creationId="{39BEB6D0-9E4E-4221-93D1-74ABECEE9EFC}"/>
          </ac:spMkLst>
        </pc:spChg>
        <pc:spChg chg="add del">
          <ac:chgData name="동혁 임" userId="879f4c796d7a5333" providerId="LiveId" clId="{99A0B7FB-7ABD-43B7-B0BE-CF1927BF6B47}" dt="2020-06-02T06:51:10.332" v="17503" actId="26606"/>
          <ac:spMkLst>
            <pc:docMk/>
            <pc:sldMk cId="1516567955" sldId="373"/>
            <ac:spMk id="55" creationId="{2A785343-5D24-4118-A2E4-665D196F60C2}"/>
          </ac:spMkLst>
        </pc:spChg>
        <pc:spChg chg="add del">
          <ac:chgData name="동혁 임" userId="879f4c796d7a5333" providerId="LiveId" clId="{99A0B7FB-7ABD-43B7-B0BE-CF1927BF6B47}" dt="2020-06-02T06:51:10.332" v="17503" actId="26606"/>
          <ac:spMkLst>
            <pc:docMk/>
            <pc:sldMk cId="1516567955" sldId="373"/>
            <ac:spMk id="56" creationId="{32F4D216-10B7-4DCA-A0A1-068E9E32F4F2}"/>
          </ac:spMkLst>
        </pc:spChg>
        <pc:picChg chg="add del mod ord">
          <ac:chgData name="동혁 임" userId="879f4c796d7a5333" providerId="LiveId" clId="{99A0B7FB-7ABD-43B7-B0BE-CF1927BF6B47}" dt="2020-06-02T06:50:32.439" v="17482" actId="931"/>
          <ac:picMkLst>
            <pc:docMk/>
            <pc:sldMk cId="1516567955" sldId="373"/>
            <ac:picMk id="6" creationId="{A91B4436-599C-46E3-A94F-BB2BF5794DB7}"/>
          </ac:picMkLst>
        </pc:picChg>
        <pc:picChg chg="add del mod ord">
          <ac:chgData name="동혁 임" userId="879f4c796d7a5333" providerId="LiveId" clId="{99A0B7FB-7ABD-43B7-B0BE-CF1927BF6B47}" dt="2020-06-02T06:50:32.439" v="17482" actId="931"/>
          <ac:picMkLst>
            <pc:docMk/>
            <pc:sldMk cId="1516567955" sldId="373"/>
            <ac:picMk id="8" creationId="{FE31F281-0B8E-43D5-BDD5-41C148959BBA}"/>
          </ac:picMkLst>
        </pc:picChg>
        <pc:picChg chg="add del mod ord">
          <ac:chgData name="동혁 임" userId="879f4c796d7a5333" providerId="LiveId" clId="{99A0B7FB-7ABD-43B7-B0BE-CF1927BF6B47}" dt="2020-06-02T06:50:32.439" v="17482" actId="931"/>
          <ac:picMkLst>
            <pc:docMk/>
            <pc:sldMk cId="1516567955" sldId="373"/>
            <ac:picMk id="10" creationId="{D7597F8A-8C9E-4475-966C-7B2862075C74}"/>
          </ac:picMkLst>
        </pc:picChg>
        <pc:picChg chg="add del mod">
          <ac:chgData name="동혁 임" userId="879f4c796d7a5333" providerId="LiveId" clId="{99A0B7FB-7ABD-43B7-B0BE-CF1927BF6B47}" dt="2020-06-02T06:50:32.439" v="17482" actId="931"/>
          <ac:picMkLst>
            <pc:docMk/>
            <pc:sldMk cId="1516567955" sldId="373"/>
            <ac:picMk id="12" creationId="{80EAFB02-C9A0-4C4A-80AE-13ED5C042C19}"/>
          </ac:picMkLst>
        </pc:picChg>
        <pc:picChg chg="add del mod ord">
          <ac:chgData name="동혁 임" userId="879f4c796d7a5333" providerId="LiveId" clId="{99A0B7FB-7ABD-43B7-B0BE-CF1927BF6B47}" dt="2020-06-02T06:51:19.583" v="17507" actId="931"/>
          <ac:picMkLst>
            <pc:docMk/>
            <pc:sldMk cId="1516567955" sldId="373"/>
            <ac:picMk id="14" creationId="{23907B3F-4726-40FD-B3BC-0065452A1A8E}"/>
          </ac:picMkLst>
        </pc:picChg>
        <pc:picChg chg="add del mod ord">
          <ac:chgData name="동혁 임" userId="879f4c796d7a5333" providerId="LiveId" clId="{99A0B7FB-7ABD-43B7-B0BE-CF1927BF6B47}" dt="2020-06-02T06:51:19.583" v="17507" actId="931"/>
          <ac:picMkLst>
            <pc:docMk/>
            <pc:sldMk cId="1516567955" sldId="373"/>
            <ac:picMk id="16" creationId="{B71041BD-384D-4461-9A39-9DD76E2640C8}"/>
          </ac:picMkLst>
        </pc:picChg>
        <pc:picChg chg="add del mod ord">
          <ac:chgData name="동혁 임" userId="879f4c796d7a5333" providerId="LiveId" clId="{99A0B7FB-7ABD-43B7-B0BE-CF1927BF6B47}" dt="2020-06-02T06:51:19.583" v="17507" actId="931"/>
          <ac:picMkLst>
            <pc:docMk/>
            <pc:sldMk cId="1516567955" sldId="373"/>
            <ac:picMk id="20" creationId="{E0071B5F-410F-4200-B21B-1A00C45AEFCA}"/>
          </ac:picMkLst>
        </pc:picChg>
        <pc:picChg chg="add del mod ord">
          <ac:chgData name="동혁 임" userId="879f4c796d7a5333" providerId="LiveId" clId="{99A0B7FB-7ABD-43B7-B0BE-CF1927BF6B47}" dt="2020-06-02T06:51:19.583" v="17507" actId="931"/>
          <ac:picMkLst>
            <pc:docMk/>
            <pc:sldMk cId="1516567955" sldId="373"/>
            <ac:picMk id="24" creationId="{F4CD64C2-8B0C-428A-9866-F2E0F6144220}"/>
          </ac:picMkLst>
        </pc:picChg>
        <pc:picChg chg="add del mod">
          <ac:chgData name="동혁 임" userId="879f4c796d7a5333" providerId="LiveId" clId="{99A0B7FB-7ABD-43B7-B0BE-CF1927BF6B47}" dt="2020-06-02T06:51:19.583" v="17507" actId="931"/>
          <ac:picMkLst>
            <pc:docMk/>
            <pc:sldMk cId="1516567955" sldId="373"/>
            <ac:picMk id="31" creationId="{1CDB4060-C123-4148-B267-504D600269F1}"/>
          </ac:picMkLst>
        </pc:picChg>
        <pc:picChg chg="add mod modCrop">
          <ac:chgData name="동혁 임" userId="879f4c796d7a5333" providerId="LiveId" clId="{99A0B7FB-7ABD-43B7-B0BE-CF1927BF6B47}" dt="2020-06-02T06:51:35.422" v="17543" actId="18131"/>
          <ac:picMkLst>
            <pc:docMk/>
            <pc:sldMk cId="1516567955" sldId="373"/>
            <ac:picMk id="33" creationId="{FB7425B6-32B3-4345-A010-F7F93BEFAED1}"/>
          </ac:picMkLst>
        </pc:picChg>
        <pc:cxnChg chg="add del">
          <ac:chgData name="동혁 임" userId="879f4c796d7a5333" providerId="LiveId" clId="{99A0B7FB-7ABD-43B7-B0BE-CF1927BF6B47}" dt="2020-06-02T06:50:50.099" v="17497" actId="26606"/>
          <ac:cxnSpMkLst>
            <pc:docMk/>
            <pc:sldMk cId="1516567955" sldId="373"/>
            <ac:cxnSpMk id="40" creationId="{A88CB8AF-5631-45C6-BFEC-971C4D6E5836}"/>
          </ac:cxnSpMkLst>
        </pc:cxnChg>
        <pc:cxnChg chg="add del">
          <ac:chgData name="동혁 임" userId="879f4c796d7a5333" providerId="LiveId" clId="{99A0B7FB-7ABD-43B7-B0BE-CF1927BF6B47}" dt="2020-06-02T06:50:50.099" v="17497" actId="26606"/>
          <ac:cxnSpMkLst>
            <pc:docMk/>
            <pc:sldMk cId="1516567955" sldId="373"/>
            <ac:cxnSpMk id="42" creationId="{9F2EA1AF-73AB-4FCB-B4EE-0E42E7250F64}"/>
          </ac:cxnSpMkLst>
        </pc:cxnChg>
        <pc:cxnChg chg="add del">
          <ac:chgData name="동혁 임" userId="879f4c796d7a5333" providerId="LiveId" clId="{99A0B7FB-7ABD-43B7-B0BE-CF1927BF6B47}" dt="2020-06-02T06:50:50.099" v="17497" actId="26606"/>
          <ac:cxnSpMkLst>
            <pc:docMk/>
            <pc:sldMk cId="1516567955" sldId="373"/>
            <ac:cxnSpMk id="44" creationId="{65A18FBF-6157-4210-BEF2-9A6C31FA89AD}"/>
          </ac:cxnSpMkLst>
        </pc:cxnChg>
        <pc:cxnChg chg="add del">
          <ac:chgData name="동혁 임" userId="879f4c796d7a5333" providerId="LiveId" clId="{99A0B7FB-7ABD-43B7-B0BE-CF1927BF6B47}" dt="2020-06-02T06:50:50.099" v="17497" actId="26606"/>
          <ac:cxnSpMkLst>
            <pc:docMk/>
            <pc:sldMk cId="1516567955" sldId="373"/>
            <ac:cxnSpMk id="46" creationId="{43C9CCA8-3CEC-4CD0-A624-A701C612511D}"/>
          </ac:cxnSpMkLst>
        </pc:cxnChg>
        <pc:cxnChg chg="add del">
          <ac:chgData name="동혁 임" userId="879f4c796d7a5333" providerId="LiveId" clId="{99A0B7FB-7ABD-43B7-B0BE-CF1927BF6B47}" dt="2020-06-02T06:51:19.119" v="17505" actId="26606"/>
          <ac:cxnSpMkLst>
            <pc:docMk/>
            <pc:sldMk cId="1516567955" sldId="373"/>
            <ac:cxnSpMk id="58" creationId="{822A5670-0F7B-4199-AEAB-33FBA9CEA44D}"/>
          </ac:cxnSpMkLst>
        </pc:cxnChg>
        <pc:cxnChg chg="add del">
          <ac:chgData name="동혁 임" userId="879f4c796d7a5333" providerId="LiveId" clId="{99A0B7FB-7ABD-43B7-B0BE-CF1927BF6B47}" dt="2020-06-02T06:51:19.119" v="17505" actId="26606"/>
          <ac:cxnSpMkLst>
            <pc:docMk/>
            <pc:sldMk cId="1516567955" sldId="373"/>
            <ac:cxnSpMk id="59" creationId="{8BB1744D-A7DF-4B65-B6E3-DCF12BB2D869}"/>
          </ac:cxnSpMkLst>
        </pc:cxnChg>
        <pc:cxnChg chg="add del">
          <ac:chgData name="동혁 임" userId="879f4c796d7a5333" providerId="LiveId" clId="{99A0B7FB-7ABD-43B7-B0BE-CF1927BF6B47}" dt="2020-06-02T06:51:19.119" v="17505" actId="26606"/>
          <ac:cxnSpMkLst>
            <pc:docMk/>
            <pc:sldMk cId="1516567955" sldId="373"/>
            <ac:cxnSpMk id="60" creationId="{882DD753-EA38-4E86-91FB-05041A44A28E}"/>
          </ac:cxnSpMkLst>
        </pc:cxnChg>
        <pc:cxnChg chg="add del">
          <ac:chgData name="동혁 임" userId="879f4c796d7a5333" providerId="LiveId" clId="{99A0B7FB-7ABD-43B7-B0BE-CF1927BF6B47}" dt="2020-06-02T06:51:19.119" v="17505" actId="26606"/>
          <ac:cxnSpMkLst>
            <pc:docMk/>
            <pc:sldMk cId="1516567955" sldId="373"/>
            <ac:cxnSpMk id="61" creationId="{6DA63E78-7704-45EF-B5D3-EADDF5D82674}"/>
          </ac:cxnSpMkLst>
        </pc:cxnChg>
      </pc:sldChg>
      <pc:sldChg chg="addSp delSp modSp new mod setBg">
        <pc:chgData name="동혁 임" userId="879f4c796d7a5333" providerId="LiveId" clId="{99A0B7FB-7ABD-43B7-B0BE-CF1927BF6B47}" dt="2020-06-02T06:53:42.610" v="17756" actId="2711"/>
        <pc:sldMkLst>
          <pc:docMk/>
          <pc:sldMk cId="3742351753" sldId="374"/>
        </pc:sldMkLst>
        <pc:spChg chg="mod ord">
          <ac:chgData name="동혁 임" userId="879f4c796d7a5333" providerId="LiveId" clId="{99A0B7FB-7ABD-43B7-B0BE-CF1927BF6B47}" dt="2020-06-02T06:53:42.610" v="17756" actId="2711"/>
          <ac:spMkLst>
            <pc:docMk/>
            <pc:sldMk cId="3742351753" sldId="374"/>
            <ac:spMk id="2" creationId="{F51F07F7-A75A-4290-8A42-D2D4392FB77D}"/>
          </ac:spMkLst>
        </pc:spChg>
        <pc:spChg chg="del">
          <ac:chgData name="동혁 임" userId="879f4c796d7a5333" providerId="LiveId" clId="{99A0B7FB-7ABD-43B7-B0BE-CF1927BF6B47}" dt="2020-06-02T06:53:15.182" v="17711" actId="931"/>
          <ac:spMkLst>
            <pc:docMk/>
            <pc:sldMk cId="3742351753" sldId="374"/>
            <ac:spMk id="3" creationId="{C72A7198-956E-47CD-ACD4-84A282788ADA}"/>
          </ac:spMkLst>
        </pc:spChg>
        <pc:spChg chg="add del mod">
          <ac:chgData name="동혁 임" userId="879f4c796d7a5333" providerId="LiveId" clId="{99A0B7FB-7ABD-43B7-B0BE-CF1927BF6B47}" dt="2020-06-02T06:53:42.610" v="17756" actId="2711"/>
          <ac:spMkLst>
            <pc:docMk/>
            <pc:sldMk cId="3742351753" sldId="374"/>
            <ac:spMk id="4" creationId="{28B72564-9517-4A18-A92B-540E00CDBB75}"/>
          </ac:spMkLst>
        </pc:spChg>
        <pc:spChg chg="add">
          <ac:chgData name="동혁 임" userId="879f4c796d7a5333" providerId="LiveId" clId="{99A0B7FB-7ABD-43B7-B0BE-CF1927BF6B47}" dt="2020-06-02T06:53:19.173" v="17714" actId="26606"/>
          <ac:spMkLst>
            <pc:docMk/>
            <pc:sldMk cId="3742351753" sldId="374"/>
            <ac:spMk id="14" creationId="{D1A4588A-55D5-49B8-BE41-54ACDCFF2C17}"/>
          </ac:spMkLst>
        </pc:spChg>
        <pc:spChg chg="add">
          <ac:chgData name="동혁 임" userId="879f4c796d7a5333" providerId="LiveId" clId="{99A0B7FB-7ABD-43B7-B0BE-CF1927BF6B47}" dt="2020-06-02T06:53:19.173" v="17714" actId="26606"/>
          <ac:spMkLst>
            <pc:docMk/>
            <pc:sldMk cId="3742351753" sldId="374"/>
            <ac:spMk id="16" creationId="{F97E7EA2-EDCD-47E9-81BC-415C606D1B58}"/>
          </ac:spMkLst>
        </pc:spChg>
        <pc:graphicFrameChg chg="add del mod">
          <ac:chgData name="동혁 임" userId="879f4c796d7a5333" providerId="LiveId" clId="{99A0B7FB-7ABD-43B7-B0BE-CF1927BF6B47}" dt="2020-06-02T06:52:05.759" v="17547"/>
          <ac:graphicFrameMkLst>
            <pc:docMk/>
            <pc:sldMk cId="3742351753" sldId="374"/>
            <ac:graphicFrameMk id="5" creationId="{66A7BBC1-6C3B-4C04-A697-2DEF222A3D65}"/>
          </ac:graphicFrameMkLst>
        </pc:graphicFrameChg>
        <pc:picChg chg="add del mod">
          <ac:chgData name="동혁 임" userId="879f4c796d7a5333" providerId="LiveId" clId="{99A0B7FB-7ABD-43B7-B0BE-CF1927BF6B47}" dt="2020-06-02T06:52:40.894" v="17553" actId="931"/>
          <ac:picMkLst>
            <pc:docMk/>
            <pc:sldMk cId="3742351753" sldId="374"/>
            <ac:picMk id="7" creationId="{E9189260-1958-4AC2-869A-4631579F0963}"/>
          </ac:picMkLst>
        </pc:picChg>
        <pc:picChg chg="add mod modCrop">
          <ac:chgData name="동혁 임" userId="879f4c796d7a5333" providerId="LiveId" clId="{99A0B7FB-7ABD-43B7-B0BE-CF1927BF6B47}" dt="2020-06-02T06:53:29.382" v="17755" actId="18131"/>
          <ac:picMkLst>
            <pc:docMk/>
            <pc:sldMk cId="3742351753" sldId="374"/>
            <ac:picMk id="9" creationId="{7395C296-4652-4A7F-8CC2-5CE9C3DECCFD}"/>
          </ac:picMkLst>
        </pc:picChg>
      </pc:sldChg>
      <pc:sldChg chg="addSp delSp modSp new mod setBg">
        <pc:chgData name="동혁 임" userId="879f4c796d7a5333" providerId="LiveId" clId="{99A0B7FB-7ABD-43B7-B0BE-CF1927BF6B47}" dt="2020-06-02T06:55:42.049" v="18046" actId="2711"/>
        <pc:sldMkLst>
          <pc:docMk/>
          <pc:sldMk cId="360631643" sldId="375"/>
        </pc:sldMkLst>
        <pc:spChg chg="mod ord">
          <ac:chgData name="동혁 임" userId="879f4c796d7a5333" providerId="LiveId" clId="{99A0B7FB-7ABD-43B7-B0BE-CF1927BF6B47}" dt="2020-06-02T06:55:42.049" v="18046" actId="2711"/>
          <ac:spMkLst>
            <pc:docMk/>
            <pc:sldMk cId="360631643" sldId="375"/>
            <ac:spMk id="2" creationId="{6B8C1920-6667-46CB-BC0E-E1E58A1A1260}"/>
          </ac:spMkLst>
        </pc:spChg>
        <pc:spChg chg="del">
          <ac:chgData name="동혁 임" userId="879f4c796d7a5333" providerId="LiveId" clId="{99A0B7FB-7ABD-43B7-B0BE-CF1927BF6B47}" dt="2020-06-02T06:54:14.833" v="17885" actId="931"/>
          <ac:spMkLst>
            <pc:docMk/>
            <pc:sldMk cId="360631643" sldId="375"/>
            <ac:spMk id="3" creationId="{371F2378-B3CA-4510-A1B8-44BB2325ED5A}"/>
          </ac:spMkLst>
        </pc:spChg>
        <pc:spChg chg="mod">
          <ac:chgData name="동혁 임" userId="879f4c796d7a5333" providerId="LiveId" clId="{99A0B7FB-7ABD-43B7-B0BE-CF1927BF6B47}" dt="2020-06-02T06:55:42.049" v="18046" actId="2711"/>
          <ac:spMkLst>
            <pc:docMk/>
            <pc:sldMk cId="360631643" sldId="375"/>
            <ac:spMk id="4" creationId="{BD36E543-2E4C-4546-A564-B8C66D5C508D}"/>
          </ac:spMkLst>
        </pc:spChg>
        <pc:spChg chg="add">
          <ac:chgData name="동혁 임" userId="879f4c796d7a5333" providerId="LiveId" clId="{99A0B7FB-7ABD-43B7-B0BE-CF1927BF6B47}" dt="2020-06-02T06:55:20.123" v="18028" actId="26606"/>
          <ac:spMkLst>
            <pc:docMk/>
            <pc:sldMk cId="360631643" sldId="375"/>
            <ac:spMk id="8" creationId="{D1A4588A-55D5-49B8-BE41-54ACDCFF2C17}"/>
          </ac:spMkLst>
        </pc:spChg>
        <pc:spChg chg="add">
          <ac:chgData name="동혁 임" userId="879f4c796d7a5333" providerId="LiveId" clId="{99A0B7FB-7ABD-43B7-B0BE-CF1927BF6B47}" dt="2020-06-02T06:55:20.123" v="18028" actId="26606"/>
          <ac:spMkLst>
            <pc:docMk/>
            <pc:sldMk cId="360631643" sldId="375"/>
            <ac:spMk id="9" creationId="{F97E7EA2-EDCD-47E9-81BC-415C606D1B58}"/>
          </ac:spMkLst>
        </pc:spChg>
        <pc:spChg chg="add del">
          <ac:chgData name="동혁 임" userId="879f4c796d7a5333" providerId="LiveId" clId="{99A0B7FB-7ABD-43B7-B0BE-CF1927BF6B47}" dt="2020-06-02T06:54:57.159" v="17936" actId="26606"/>
          <ac:spMkLst>
            <pc:docMk/>
            <pc:sldMk cId="360631643" sldId="375"/>
            <ac:spMk id="11" creationId="{2FB82883-1DC0-4BE1-A607-009095F3355A}"/>
          </ac:spMkLst>
        </pc:spChg>
        <pc:spChg chg="add del">
          <ac:chgData name="동혁 임" userId="879f4c796d7a5333" providerId="LiveId" clId="{99A0B7FB-7ABD-43B7-B0BE-CF1927BF6B47}" dt="2020-06-02T06:54:57.159" v="17936" actId="26606"/>
          <ac:spMkLst>
            <pc:docMk/>
            <pc:sldMk cId="360631643" sldId="375"/>
            <ac:spMk id="13" creationId="{A3473CF9-37EB-43E7-89EF-D2D1C53D1DAC}"/>
          </ac:spMkLst>
        </pc:spChg>
        <pc:spChg chg="add del">
          <ac:chgData name="동혁 임" userId="879f4c796d7a5333" providerId="LiveId" clId="{99A0B7FB-7ABD-43B7-B0BE-CF1927BF6B47}" dt="2020-06-02T06:54:57.159" v="17936" actId="26606"/>
          <ac:spMkLst>
            <pc:docMk/>
            <pc:sldMk cId="360631643" sldId="375"/>
            <ac:spMk id="15" creationId="{586B4EF9-43BA-4655-A6FF-1D8E21574C95}"/>
          </ac:spMkLst>
        </pc:spChg>
        <pc:picChg chg="add mod modCrop">
          <ac:chgData name="동혁 임" userId="879f4c796d7a5333" providerId="LiveId" clId="{99A0B7FB-7ABD-43B7-B0BE-CF1927BF6B47}" dt="2020-06-02T06:55:27.302" v="18045" actId="18131"/>
          <ac:picMkLst>
            <pc:docMk/>
            <pc:sldMk cId="360631643" sldId="375"/>
            <ac:picMk id="6" creationId="{781A98E1-B2BA-4108-A661-1EEBCBF6DB04}"/>
          </ac:picMkLst>
        </pc:picChg>
      </pc:sldChg>
      <pc:sldChg chg="addSp modSp new mod setBg">
        <pc:chgData name="동혁 임" userId="879f4c796d7a5333" providerId="LiveId" clId="{99A0B7FB-7ABD-43B7-B0BE-CF1927BF6B47}" dt="2020-06-02T06:56:14.025" v="18079" actId="2711"/>
        <pc:sldMkLst>
          <pc:docMk/>
          <pc:sldMk cId="2216679861" sldId="376"/>
        </pc:sldMkLst>
        <pc:spChg chg="mod">
          <ac:chgData name="동혁 임" userId="879f4c796d7a5333" providerId="LiveId" clId="{99A0B7FB-7ABD-43B7-B0BE-CF1927BF6B47}" dt="2020-06-02T06:56:14.025" v="18079" actId="2711"/>
          <ac:spMkLst>
            <pc:docMk/>
            <pc:sldMk cId="2216679861" sldId="376"/>
            <ac:spMk id="2" creationId="{C958CDB6-51E4-4A0D-8D30-4F661FBCF5BC}"/>
          </ac:spMkLst>
        </pc:spChg>
        <pc:spChg chg="mod">
          <ac:chgData name="동혁 임" userId="879f4c796d7a5333" providerId="LiveId" clId="{99A0B7FB-7ABD-43B7-B0BE-CF1927BF6B47}" dt="2020-06-02T06:56:14.025" v="18079" actId="2711"/>
          <ac:spMkLst>
            <pc:docMk/>
            <pc:sldMk cId="2216679861" sldId="376"/>
            <ac:spMk id="3" creationId="{29B9E5BC-DCA2-4BA9-8429-DE99C02B2D65}"/>
          </ac:spMkLst>
        </pc:spChg>
        <pc:spChg chg="add">
          <ac:chgData name="동혁 임" userId="879f4c796d7a5333" providerId="LiveId" clId="{99A0B7FB-7ABD-43B7-B0BE-CF1927BF6B47}" dt="2020-06-02T06:56:10.381" v="18078" actId="26606"/>
          <ac:spMkLst>
            <pc:docMk/>
            <pc:sldMk cId="2216679861" sldId="376"/>
            <ac:spMk id="8" creationId="{1ACA2EA0-FFD3-42EC-9406-B595015ED96E}"/>
          </ac:spMkLst>
        </pc:spChg>
        <pc:spChg chg="add">
          <ac:chgData name="동혁 임" userId="879f4c796d7a5333" providerId="LiveId" clId="{99A0B7FB-7ABD-43B7-B0BE-CF1927BF6B47}" dt="2020-06-02T06:56:10.381" v="18078" actId="26606"/>
          <ac:spMkLst>
            <pc:docMk/>
            <pc:sldMk cId="2216679861" sldId="376"/>
            <ac:spMk id="10" creationId="{D5288BCE-665C-472A-8C43-664BCFA31E43}"/>
          </ac:spMkLst>
        </pc:spChg>
        <pc:spChg chg="add">
          <ac:chgData name="동혁 임" userId="879f4c796d7a5333" providerId="LiveId" clId="{99A0B7FB-7ABD-43B7-B0BE-CF1927BF6B47}" dt="2020-06-02T06:56:10.381" v="18078" actId="26606"/>
          <ac:spMkLst>
            <pc:docMk/>
            <pc:sldMk cId="2216679861" sldId="376"/>
            <ac:spMk id="12" creationId="{46C57131-53A7-4C1A-BEA8-25F06A06AD29}"/>
          </ac:spMkLst>
        </pc:spChg>
      </pc:sldChg>
      <pc:sldChg chg="new del">
        <pc:chgData name="동혁 임" userId="879f4c796d7a5333" providerId="LiveId" clId="{99A0B7FB-7ABD-43B7-B0BE-CF1927BF6B47}" dt="2020-06-02T06:55:53.145" v="18048" actId="680"/>
        <pc:sldMkLst>
          <pc:docMk/>
          <pc:sldMk cId="3808222523" sldId="376"/>
        </pc:sldMkLst>
      </pc:sldChg>
      <pc:sldChg chg="addSp modSp new del mod setBg">
        <pc:chgData name="동혁 임" userId="879f4c796d7a5333" providerId="LiveId" clId="{99A0B7FB-7ABD-43B7-B0BE-CF1927BF6B47}" dt="2020-06-07T14:12:00.759" v="68648" actId="47"/>
        <pc:sldMkLst>
          <pc:docMk/>
          <pc:sldMk cId="477335490" sldId="377"/>
        </pc:sldMkLst>
        <pc:spChg chg="mod">
          <ac:chgData name="동혁 임" userId="879f4c796d7a5333" providerId="LiveId" clId="{99A0B7FB-7ABD-43B7-B0BE-CF1927BF6B47}" dt="2020-06-02T06:59:26.762" v="18903" actId="2711"/>
          <ac:spMkLst>
            <pc:docMk/>
            <pc:sldMk cId="477335490" sldId="377"/>
            <ac:spMk id="2" creationId="{5987E591-8B81-4FEE-B1C4-06661C0F2963}"/>
          </ac:spMkLst>
        </pc:spChg>
        <pc:spChg chg="mod">
          <ac:chgData name="동혁 임" userId="879f4c796d7a5333" providerId="LiveId" clId="{99A0B7FB-7ABD-43B7-B0BE-CF1927BF6B47}" dt="2020-06-07T14:09:24.417" v="68541" actId="6549"/>
          <ac:spMkLst>
            <pc:docMk/>
            <pc:sldMk cId="477335490" sldId="377"/>
            <ac:spMk id="3" creationId="{C32D7327-D759-4EE6-A177-DB6AD657C7CD}"/>
          </ac:spMkLst>
        </pc:spChg>
        <pc:spChg chg="add">
          <ac:chgData name="동혁 임" userId="879f4c796d7a5333" providerId="LiveId" clId="{99A0B7FB-7ABD-43B7-B0BE-CF1927BF6B47}" dt="2020-06-02T06:59:22.966" v="18902" actId="26606"/>
          <ac:spMkLst>
            <pc:docMk/>
            <pc:sldMk cId="477335490" sldId="377"/>
            <ac:spMk id="8" creationId="{DAF1966E-FD40-4A4A-B61B-C4DF7FA05F06}"/>
          </ac:spMkLst>
        </pc:spChg>
        <pc:spChg chg="add">
          <ac:chgData name="동혁 임" userId="879f4c796d7a5333" providerId="LiveId" clId="{99A0B7FB-7ABD-43B7-B0BE-CF1927BF6B47}" dt="2020-06-02T06:59:22.966" v="18902" actId="26606"/>
          <ac:spMkLst>
            <pc:docMk/>
            <pc:sldMk cId="477335490" sldId="377"/>
            <ac:spMk id="10" creationId="{047BFA19-D45E-416B-A404-7AF2F3F27017}"/>
          </ac:spMkLst>
        </pc:spChg>
        <pc:spChg chg="add">
          <ac:chgData name="동혁 임" userId="879f4c796d7a5333" providerId="LiveId" clId="{99A0B7FB-7ABD-43B7-B0BE-CF1927BF6B47}" dt="2020-06-02T06:59:22.966" v="18902" actId="26606"/>
          <ac:spMkLst>
            <pc:docMk/>
            <pc:sldMk cId="477335490" sldId="377"/>
            <ac:spMk id="12" creationId="{8E0105E7-23DB-4CF2-8258-FF47C7620F6E}"/>
          </ac:spMkLst>
        </pc:spChg>
        <pc:spChg chg="add">
          <ac:chgData name="동혁 임" userId="879f4c796d7a5333" providerId="LiveId" clId="{99A0B7FB-7ABD-43B7-B0BE-CF1927BF6B47}" dt="2020-06-02T06:59:22.966" v="18902" actId="26606"/>
          <ac:spMkLst>
            <pc:docMk/>
            <pc:sldMk cId="477335490" sldId="377"/>
            <ac:spMk id="14" creationId="{074B4F7D-14B2-478B-8BF5-01E4E0C5D263}"/>
          </ac:spMkLst>
        </pc:spChg>
      </pc:sldChg>
      <pc:sldChg chg="addSp delSp modSp new mod setBg">
        <pc:chgData name="동혁 임" userId="879f4c796d7a5333" providerId="LiveId" clId="{99A0B7FB-7ABD-43B7-B0BE-CF1927BF6B47}" dt="2020-06-02T07:05:09.166" v="19535" actId="2711"/>
        <pc:sldMkLst>
          <pc:docMk/>
          <pc:sldMk cId="41332442" sldId="378"/>
        </pc:sldMkLst>
        <pc:spChg chg="mod ord">
          <ac:chgData name="동혁 임" userId="879f4c796d7a5333" providerId="LiveId" clId="{99A0B7FB-7ABD-43B7-B0BE-CF1927BF6B47}" dt="2020-06-02T07:05:09.166" v="19535" actId="2711"/>
          <ac:spMkLst>
            <pc:docMk/>
            <pc:sldMk cId="41332442" sldId="378"/>
            <ac:spMk id="2" creationId="{03FDEC01-0357-40A1-A895-E3F6F4430420}"/>
          </ac:spMkLst>
        </pc:spChg>
        <pc:spChg chg="del">
          <ac:chgData name="동혁 임" userId="879f4c796d7a5333" providerId="LiveId" clId="{99A0B7FB-7ABD-43B7-B0BE-CF1927BF6B47}" dt="2020-06-02T07:01:53.131" v="19095" actId="931"/>
          <ac:spMkLst>
            <pc:docMk/>
            <pc:sldMk cId="41332442" sldId="378"/>
            <ac:spMk id="3" creationId="{8D436A3F-709A-40EC-B0F3-C8C38714C1BB}"/>
          </ac:spMkLst>
        </pc:spChg>
        <pc:spChg chg="mod">
          <ac:chgData name="동혁 임" userId="879f4c796d7a5333" providerId="LiveId" clId="{99A0B7FB-7ABD-43B7-B0BE-CF1927BF6B47}" dt="2020-06-02T07:05:09.166" v="19535" actId="2711"/>
          <ac:spMkLst>
            <pc:docMk/>
            <pc:sldMk cId="41332442" sldId="378"/>
            <ac:spMk id="4" creationId="{7BF61D0D-14B0-4A36-98AD-03BCA109DB44}"/>
          </ac:spMkLst>
        </pc:spChg>
        <pc:spChg chg="add">
          <ac:chgData name="동혁 임" userId="879f4c796d7a5333" providerId="LiveId" clId="{99A0B7FB-7ABD-43B7-B0BE-CF1927BF6B47}" dt="2020-06-02T07:05:02.946" v="19534" actId="26606"/>
          <ac:spMkLst>
            <pc:docMk/>
            <pc:sldMk cId="41332442" sldId="378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7:05:02.946" v="19534" actId="26606"/>
          <ac:spMkLst>
            <pc:docMk/>
            <pc:sldMk cId="41332442" sldId="378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7:05:02.946" v="19534" actId="26606"/>
          <ac:picMkLst>
            <pc:docMk/>
            <pc:sldMk cId="41332442" sldId="378"/>
            <ac:picMk id="6" creationId="{3FA81F36-335C-41E6-A6D5-38422237A17E}"/>
          </ac:picMkLst>
        </pc:picChg>
      </pc:sldChg>
      <pc:sldChg chg="addSp delSp modSp new mod setBg">
        <pc:chgData name="동혁 임" userId="879f4c796d7a5333" providerId="LiveId" clId="{99A0B7FB-7ABD-43B7-B0BE-CF1927BF6B47}" dt="2020-06-02T07:06:29.441" v="19821" actId="18131"/>
        <pc:sldMkLst>
          <pc:docMk/>
          <pc:sldMk cId="3808434425" sldId="379"/>
        </pc:sldMkLst>
        <pc:spChg chg="mod ord">
          <ac:chgData name="동혁 임" userId="879f4c796d7a5333" providerId="LiveId" clId="{99A0B7FB-7ABD-43B7-B0BE-CF1927BF6B47}" dt="2020-06-02T07:06:18.991" v="19715" actId="2711"/>
          <ac:spMkLst>
            <pc:docMk/>
            <pc:sldMk cId="3808434425" sldId="379"/>
            <ac:spMk id="2" creationId="{3E72E356-268F-4614-B385-F0366DAF5507}"/>
          </ac:spMkLst>
        </pc:spChg>
        <pc:spChg chg="del">
          <ac:chgData name="동혁 임" userId="879f4c796d7a5333" providerId="LiveId" clId="{99A0B7FB-7ABD-43B7-B0BE-CF1927BF6B47}" dt="2020-06-02T07:06:12.528" v="19711" actId="931"/>
          <ac:spMkLst>
            <pc:docMk/>
            <pc:sldMk cId="3808434425" sldId="379"/>
            <ac:spMk id="3" creationId="{FD59E6E7-0E8C-405D-895A-85F40D92066F}"/>
          </ac:spMkLst>
        </pc:spChg>
        <pc:spChg chg="mod">
          <ac:chgData name="동혁 임" userId="879f4c796d7a5333" providerId="LiveId" clId="{99A0B7FB-7ABD-43B7-B0BE-CF1927BF6B47}" dt="2020-06-02T07:06:18.991" v="19715" actId="2711"/>
          <ac:spMkLst>
            <pc:docMk/>
            <pc:sldMk cId="3808434425" sldId="379"/>
            <ac:spMk id="4" creationId="{D609830A-73CD-4733-A1A5-B4F8C3D03B35}"/>
          </ac:spMkLst>
        </pc:spChg>
        <pc:spChg chg="add">
          <ac:chgData name="동혁 임" userId="879f4c796d7a5333" providerId="LiveId" clId="{99A0B7FB-7ABD-43B7-B0BE-CF1927BF6B47}" dt="2020-06-02T07:06:14.503" v="19712" actId="26606"/>
          <ac:spMkLst>
            <pc:docMk/>
            <pc:sldMk cId="3808434425" sldId="379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7:06:14.503" v="19712" actId="26606"/>
          <ac:spMkLst>
            <pc:docMk/>
            <pc:sldMk cId="3808434425" sldId="379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7:06:29.441" v="19821" actId="18131"/>
          <ac:picMkLst>
            <pc:docMk/>
            <pc:sldMk cId="3808434425" sldId="379"/>
            <ac:picMk id="6" creationId="{3F76DB43-086C-4986-9A23-803ECB698838}"/>
          </ac:picMkLst>
        </pc:picChg>
      </pc:sldChg>
      <pc:sldChg chg="addSp delSp modSp new mod setBg">
        <pc:chgData name="동혁 임" userId="879f4c796d7a5333" providerId="LiveId" clId="{99A0B7FB-7ABD-43B7-B0BE-CF1927BF6B47}" dt="2020-06-02T07:20:49.829" v="21960" actId="5793"/>
        <pc:sldMkLst>
          <pc:docMk/>
          <pc:sldMk cId="1995085828" sldId="380"/>
        </pc:sldMkLst>
        <pc:spChg chg="mod ord">
          <ac:chgData name="동혁 임" userId="879f4c796d7a5333" providerId="LiveId" clId="{99A0B7FB-7ABD-43B7-B0BE-CF1927BF6B47}" dt="2020-06-02T07:09:29.645" v="20276" actId="2711"/>
          <ac:spMkLst>
            <pc:docMk/>
            <pc:sldMk cId="1995085828" sldId="380"/>
            <ac:spMk id="2" creationId="{43250350-D9FD-428B-A440-C9E149E5A633}"/>
          </ac:spMkLst>
        </pc:spChg>
        <pc:spChg chg="del">
          <ac:chgData name="동혁 임" userId="879f4c796d7a5333" providerId="LiveId" clId="{99A0B7FB-7ABD-43B7-B0BE-CF1927BF6B47}" dt="2020-06-02T07:08:48.855" v="20112" actId="931"/>
          <ac:spMkLst>
            <pc:docMk/>
            <pc:sldMk cId="1995085828" sldId="380"/>
            <ac:spMk id="3" creationId="{70E00E38-4BDF-4CC5-91A0-5D393780C09E}"/>
          </ac:spMkLst>
        </pc:spChg>
        <pc:spChg chg="mod">
          <ac:chgData name="동혁 임" userId="879f4c796d7a5333" providerId="LiveId" clId="{99A0B7FB-7ABD-43B7-B0BE-CF1927BF6B47}" dt="2020-06-02T07:20:49.829" v="21960" actId="5793"/>
          <ac:spMkLst>
            <pc:docMk/>
            <pc:sldMk cId="1995085828" sldId="380"/>
            <ac:spMk id="4" creationId="{46F005A7-1B6C-4744-93FC-8EC43667149D}"/>
          </ac:spMkLst>
        </pc:spChg>
        <pc:spChg chg="add del">
          <ac:chgData name="동혁 임" userId="879f4c796d7a5333" providerId="LiveId" clId="{99A0B7FB-7ABD-43B7-B0BE-CF1927BF6B47}" dt="2020-06-02T07:09:25.623" v="20275" actId="26606"/>
          <ac:spMkLst>
            <pc:docMk/>
            <pc:sldMk cId="1995085828" sldId="380"/>
            <ac:spMk id="11" creationId="{D1A4588A-55D5-49B8-BE41-54ACDCFF2C17}"/>
          </ac:spMkLst>
        </pc:spChg>
        <pc:spChg chg="add del">
          <ac:chgData name="동혁 임" userId="879f4c796d7a5333" providerId="LiveId" clId="{99A0B7FB-7ABD-43B7-B0BE-CF1927BF6B47}" dt="2020-06-02T07:09:25.623" v="20275" actId="26606"/>
          <ac:spMkLst>
            <pc:docMk/>
            <pc:sldMk cId="1995085828" sldId="380"/>
            <ac:spMk id="13" creationId="{F97E7EA2-EDCD-47E9-81BC-415C606D1B58}"/>
          </ac:spMkLst>
        </pc:spChg>
        <pc:spChg chg="add">
          <ac:chgData name="동혁 임" userId="879f4c796d7a5333" providerId="LiveId" clId="{99A0B7FB-7ABD-43B7-B0BE-CF1927BF6B47}" dt="2020-06-02T07:09:25.623" v="20275" actId="26606"/>
          <ac:spMkLst>
            <pc:docMk/>
            <pc:sldMk cId="1995085828" sldId="380"/>
            <ac:spMk id="18" creationId="{D1A4588A-55D5-49B8-BE41-54ACDCFF2C17}"/>
          </ac:spMkLst>
        </pc:spChg>
        <pc:spChg chg="add">
          <ac:chgData name="동혁 임" userId="879f4c796d7a5333" providerId="LiveId" clId="{99A0B7FB-7ABD-43B7-B0BE-CF1927BF6B47}" dt="2020-06-02T07:09:25.623" v="20275" actId="26606"/>
          <ac:spMkLst>
            <pc:docMk/>
            <pc:sldMk cId="1995085828" sldId="380"/>
            <ac:spMk id="20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7:08:51.287" v="20115" actId="26606"/>
          <ac:picMkLst>
            <pc:docMk/>
            <pc:sldMk cId="1995085828" sldId="380"/>
            <ac:picMk id="6" creationId="{0FCD4414-B52F-45DF-80DC-874AB9C8691A}"/>
          </ac:picMkLst>
        </pc:picChg>
      </pc:sldChg>
      <pc:sldChg chg="addSp delSp modSp new mod setBg">
        <pc:chgData name="동혁 임" userId="879f4c796d7a5333" providerId="LiveId" clId="{99A0B7FB-7ABD-43B7-B0BE-CF1927BF6B47}" dt="2020-06-02T07:20:46.611" v="21957" actId="5793"/>
        <pc:sldMkLst>
          <pc:docMk/>
          <pc:sldMk cId="3493822877" sldId="381"/>
        </pc:sldMkLst>
        <pc:spChg chg="mod ord">
          <ac:chgData name="동혁 임" userId="879f4c796d7a5333" providerId="LiveId" clId="{99A0B7FB-7ABD-43B7-B0BE-CF1927BF6B47}" dt="2020-06-02T07:10:46.908" v="20497" actId="2711"/>
          <ac:spMkLst>
            <pc:docMk/>
            <pc:sldMk cId="3493822877" sldId="381"/>
            <ac:spMk id="2" creationId="{B0CEAB3C-61B2-4DF7-BA4D-B4F44501046B}"/>
          </ac:spMkLst>
        </pc:spChg>
        <pc:spChg chg="del">
          <ac:chgData name="동혁 임" userId="879f4c796d7a5333" providerId="LiveId" clId="{99A0B7FB-7ABD-43B7-B0BE-CF1927BF6B47}" dt="2020-06-02T07:10:37.304" v="20493" actId="931"/>
          <ac:spMkLst>
            <pc:docMk/>
            <pc:sldMk cId="3493822877" sldId="381"/>
            <ac:spMk id="3" creationId="{D278A283-8FD6-4DA0-9323-98EAEEF43DFB}"/>
          </ac:spMkLst>
        </pc:spChg>
        <pc:spChg chg="mod">
          <ac:chgData name="동혁 임" userId="879f4c796d7a5333" providerId="LiveId" clId="{99A0B7FB-7ABD-43B7-B0BE-CF1927BF6B47}" dt="2020-06-02T07:20:46.611" v="21957" actId="5793"/>
          <ac:spMkLst>
            <pc:docMk/>
            <pc:sldMk cId="3493822877" sldId="381"/>
            <ac:spMk id="4" creationId="{B21467B7-D79B-4A08-BB5B-541A44D89C57}"/>
          </ac:spMkLst>
        </pc:spChg>
        <pc:spChg chg="add">
          <ac:chgData name="동혁 임" userId="879f4c796d7a5333" providerId="LiveId" clId="{99A0B7FB-7ABD-43B7-B0BE-CF1927BF6B47}" dt="2020-06-02T07:10:40.831" v="20496" actId="26606"/>
          <ac:spMkLst>
            <pc:docMk/>
            <pc:sldMk cId="3493822877" sldId="381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7:10:40.831" v="20496" actId="26606"/>
          <ac:spMkLst>
            <pc:docMk/>
            <pc:sldMk cId="3493822877" sldId="381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6-02T07:10:52.592" v="20515" actId="18131"/>
          <ac:picMkLst>
            <pc:docMk/>
            <pc:sldMk cId="3493822877" sldId="381"/>
            <ac:picMk id="6" creationId="{4494ED1D-8252-4AE4-9915-8577C991D5B3}"/>
          </ac:picMkLst>
        </pc:picChg>
      </pc:sldChg>
      <pc:sldChg chg="addSp delSp modSp new mod setBg">
        <pc:chgData name="동혁 임" userId="879f4c796d7a5333" providerId="LiveId" clId="{99A0B7FB-7ABD-43B7-B0BE-CF1927BF6B47}" dt="2020-06-02T07:20:38.835" v="21955" actId="20577"/>
        <pc:sldMkLst>
          <pc:docMk/>
          <pc:sldMk cId="1831656284" sldId="382"/>
        </pc:sldMkLst>
        <pc:spChg chg="mod">
          <ac:chgData name="동혁 임" userId="879f4c796d7a5333" providerId="LiveId" clId="{99A0B7FB-7ABD-43B7-B0BE-CF1927BF6B47}" dt="2020-06-02T07:12:41.651" v="20840" actId="2711"/>
          <ac:spMkLst>
            <pc:docMk/>
            <pc:sldMk cId="1831656284" sldId="382"/>
            <ac:spMk id="2" creationId="{63177DCF-7D05-4ACA-86BD-B73006C2F86E}"/>
          </ac:spMkLst>
        </pc:spChg>
        <pc:spChg chg="del">
          <ac:chgData name="동혁 임" userId="879f4c796d7a5333" providerId="LiveId" clId="{99A0B7FB-7ABD-43B7-B0BE-CF1927BF6B47}" dt="2020-06-02T07:12:16.382" v="20829" actId="931"/>
          <ac:spMkLst>
            <pc:docMk/>
            <pc:sldMk cId="1831656284" sldId="382"/>
            <ac:spMk id="3" creationId="{CF014668-965E-4109-AD0D-1A340F554293}"/>
          </ac:spMkLst>
        </pc:spChg>
        <pc:spChg chg="mod">
          <ac:chgData name="동혁 임" userId="879f4c796d7a5333" providerId="LiveId" clId="{99A0B7FB-7ABD-43B7-B0BE-CF1927BF6B47}" dt="2020-06-02T07:20:38.835" v="21955" actId="20577"/>
          <ac:spMkLst>
            <pc:docMk/>
            <pc:sldMk cId="1831656284" sldId="382"/>
            <ac:spMk id="4" creationId="{30776F48-0BFD-4ADA-9208-966425C422B8}"/>
          </ac:spMkLst>
        </pc:spChg>
        <pc:spChg chg="add">
          <ac:chgData name="동혁 임" userId="879f4c796d7a5333" providerId="LiveId" clId="{99A0B7FB-7ABD-43B7-B0BE-CF1927BF6B47}" dt="2020-06-02T07:12:20.393" v="20836" actId="26606"/>
          <ac:spMkLst>
            <pc:docMk/>
            <pc:sldMk cId="1831656284" sldId="382"/>
            <ac:spMk id="15" creationId="{5EBC18B6-E5C3-4AD1-97A4-E6A3477A0BB9}"/>
          </ac:spMkLst>
        </pc:spChg>
        <pc:spChg chg="add">
          <ac:chgData name="동혁 임" userId="879f4c796d7a5333" providerId="LiveId" clId="{99A0B7FB-7ABD-43B7-B0BE-CF1927BF6B47}" dt="2020-06-02T07:12:20.393" v="20836" actId="26606"/>
          <ac:spMkLst>
            <pc:docMk/>
            <pc:sldMk cId="1831656284" sldId="382"/>
            <ac:spMk id="17" creationId="{136A4AB6-B72B-4CC6-ADCF-BE807B6C3D71}"/>
          </ac:spMkLst>
        </pc:spChg>
        <pc:spChg chg="add">
          <ac:chgData name="동혁 임" userId="879f4c796d7a5333" providerId="LiveId" clId="{99A0B7FB-7ABD-43B7-B0BE-CF1927BF6B47}" dt="2020-06-02T07:12:20.393" v="20836" actId="26606"/>
          <ac:spMkLst>
            <pc:docMk/>
            <pc:sldMk cId="1831656284" sldId="382"/>
            <ac:spMk id="19" creationId="{B35D540D-9486-4236-952A-F72DC52D79BF}"/>
          </ac:spMkLst>
        </pc:spChg>
        <pc:picChg chg="add mod">
          <ac:chgData name="동혁 임" userId="879f4c796d7a5333" providerId="LiveId" clId="{99A0B7FB-7ABD-43B7-B0BE-CF1927BF6B47}" dt="2020-06-02T07:12:20.393" v="20836" actId="26606"/>
          <ac:picMkLst>
            <pc:docMk/>
            <pc:sldMk cId="1831656284" sldId="382"/>
            <ac:picMk id="6" creationId="{393D4F8F-33FE-47CC-B799-ECE44291455D}"/>
          </ac:picMkLst>
        </pc:picChg>
        <pc:picChg chg="add mod ord">
          <ac:chgData name="동혁 임" userId="879f4c796d7a5333" providerId="LiveId" clId="{99A0B7FB-7ABD-43B7-B0BE-CF1927BF6B47}" dt="2020-06-02T07:12:26.725" v="20838" actId="1076"/>
          <ac:picMkLst>
            <pc:docMk/>
            <pc:sldMk cId="1831656284" sldId="382"/>
            <ac:picMk id="8" creationId="{0A55F525-E701-4E79-9BEA-F863FA22E90B}"/>
          </ac:picMkLst>
        </pc:picChg>
        <pc:picChg chg="add mod">
          <ac:chgData name="동혁 임" userId="879f4c796d7a5333" providerId="LiveId" clId="{99A0B7FB-7ABD-43B7-B0BE-CF1927BF6B47}" dt="2020-06-02T07:12:29.693" v="20839" actId="1076"/>
          <ac:picMkLst>
            <pc:docMk/>
            <pc:sldMk cId="1831656284" sldId="382"/>
            <ac:picMk id="10" creationId="{DB50AE16-120A-48F5-B3C9-8EDF53E76FBE}"/>
          </ac:picMkLst>
        </pc:picChg>
      </pc:sldChg>
      <pc:sldChg chg="addSp delSp modSp new mod setBg">
        <pc:chgData name="동혁 임" userId="879f4c796d7a5333" providerId="LiveId" clId="{99A0B7FB-7ABD-43B7-B0BE-CF1927BF6B47}" dt="2020-06-02T07:20:33.219" v="21951" actId="5793"/>
        <pc:sldMkLst>
          <pc:docMk/>
          <pc:sldMk cId="2185199298" sldId="383"/>
        </pc:sldMkLst>
        <pc:spChg chg="mod ord">
          <ac:chgData name="동혁 임" userId="879f4c796d7a5333" providerId="LiveId" clId="{99A0B7FB-7ABD-43B7-B0BE-CF1927BF6B47}" dt="2020-06-02T07:14:49.211" v="21122" actId="2711"/>
          <ac:spMkLst>
            <pc:docMk/>
            <pc:sldMk cId="2185199298" sldId="383"/>
            <ac:spMk id="2" creationId="{D7EF4BB5-7F5F-48D0-A2C8-1F0EB491C167}"/>
          </ac:spMkLst>
        </pc:spChg>
        <pc:spChg chg="del">
          <ac:chgData name="동혁 임" userId="879f4c796d7a5333" providerId="LiveId" clId="{99A0B7FB-7ABD-43B7-B0BE-CF1927BF6B47}" dt="2020-06-02T07:14:08.271" v="21115" actId="931"/>
          <ac:spMkLst>
            <pc:docMk/>
            <pc:sldMk cId="2185199298" sldId="383"/>
            <ac:spMk id="3" creationId="{F9C50F6A-1AC8-42B1-AA3A-701C3EF4F77A}"/>
          </ac:spMkLst>
        </pc:spChg>
        <pc:spChg chg="mod">
          <ac:chgData name="동혁 임" userId="879f4c796d7a5333" providerId="LiveId" clId="{99A0B7FB-7ABD-43B7-B0BE-CF1927BF6B47}" dt="2020-06-02T07:20:33.219" v="21951" actId="5793"/>
          <ac:spMkLst>
            <pc:docMk/>
            <pc:sldMk cId="2185199298" sldId="383"/>
            <ac:spMk id="4" creationId="{E4B70E30-17B1-48BA-B310-60B7D881A682}"/>
          </ac:spMkLst>
        </pc:spChg>
        <pc:spChg chg="add del">
          <ac:chgData name="동혁 임" userId="879f4c796d7a5333" providerId="LiveId" clId="{99A0B7FB-7ABD-43B7-B0BE-CF1927BF6B47}" dt="2020-06-02T07:14:42.724" v="21121" actId="26606"/>
          <ac:spMkLst>
            <pc:docMk/>
            <pc:sldMk cId="2185199298" sldId="383"/>
            <ac:spMk id="11" creationId="{D1A4588A-55D5-49B8-BE41-54ACDCFF2C17}"/>
          </ac:spMkLst>
        </pc:spChg>
        <pc:spChg chg="add del">
          <ac:chgData name="동혁 임" userId="879f4c796d7a5333" providerId="LiveId" clId="{99A0B7FB-7ABD-43B7-B0BE-CF1927BF6B47}" dt="2020-06-02T07:14:42.724" v="21121" actId="26606"/>
          <ac:spMkLst>
            <pc:docMk/>
            <pc:sldMk cId="2185199298" sldId="383"/>
            <ac:spMk id="13" creationId="{F97E7EA2-EDCD-47E9-81BC-415C606D1B58}"/>
          </ac:spMkLst>
        </pc:spChg>
        <pc:spChg chg="add">
          <ac:chgData name="동혁 임" userId="879f4c796d7a5333" providerId="LiveId" clId="{99A0B7FB-7ABD-43B7-B0BE-CF1927BF6B47}" dt="2020-06-02T07:14:42.724" v="21121" actId="26606"/>
          <ac:spMkLst>
            <pc:docMk/>
            <pc:sldMk cId="2185199298" sldId="383"/>
            <ac:spMk id="18" creationId="{D1A4588A-55D5-49B8-BE41-54ACDCFF2C17}"/>
          </ac:spMkLst>
        </pc:spChg>
        <pc:spChg chg="add">
          <ac:chgData name="동혁 임" userId="879f4c796d7a5333" providerId="LiveId" clId="{99A0B7FB-7ABD-43B7-B0BE-CF1927BF6B47}" dt="2020-06-02T07:14:42.724" v="21121" actId="26606"/>
          <ac:spMkLst>
            <pc:docMk/>
            <pc:sldMk cId="2185199298" sldId="383"/>
            <ac:spMk id="20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7:14:42.724" v="21121" actId="26606"/>
          <ac:picMkLst>
            <pc:docMk/>
            <pc:sldMk cId="2185199298" sldId="383"/>
            <ac:picMk id="6" creationId="{42AD2F26-9601-4D77-925E-ED238DC6F8CF}"/>
          </ac:picMkLst>
        </pc:picChg>
      </pc:sldChg>
      <pc:sldChg chg="addSp delSp modSp new mod setBg">
        <pc:chgData name="동혁 임" userId="879f4c796d7a5333" providerId="LiveId" clId="{99A0B7FB-7ABD-43B7-B0BE-CF1927BF6B47}" dt="2020-06-02T07:20:30.581" v="21949" actId="5793"/>
        <pc:sldMkLst>
          <pc:docMk/>
          <pc:sldMk cId="1134522210" sldId="384"/>
        </pc:sldMkLst>
        <pc:spChg chg="mod ord">
          <ac:chgData name="동혁 임" userId="879f4c796d7a5333" providerId="LiveId" clId="{99A0B7FB-7ABD-43B7-B0BE-CF1927BF6B47}" dt="2020-06-02T07:16:16.362" v="21353" actId="2711"/>
          <ac:spMkLst>
            <pc:docMk/>
            <pc:sldMk cId="1134522210" sldId="384"/>
            <ac:spMk id="2" creationId="{F1B7C75D-A0FF-4890-AFDE-6EBD74BA9560}"/>
          </ac:spMkLst>
        </pc:spChg>
        <pc:spChg chg="del">
          <ac:chgData name="동혁 임" userId="879f4c796d7a5333" providerId="LiveId" clId="{99A0B7FB-7ABD-43B7-B0BE-CF1927BF6B47}" dt="2020-06-02T07:16:06.301" v="21349" actId="931"/>
          <ac:spMkLst>
            <pc:docMk/>
            <pc:sldMk cId="1134522210" sldId="384"/>
            <ac:spMk id="3" creationId="{E8CD0789-2805-46BA-896E-4284AC244C28}"/>
          </ac:spMkLst>
        </pc:spChg>
        <pc:spChg chg="mod">
          <ac:chgData name="동혁 임" userId="879f4c796d7a5333" providerId="LiveId" clId="{99A0B7FB-7ABD-43B7-B0BE-CF1927BF6B47}" dt="2020-06-02T07:20:30.581" v="21949" actId="5793"/>
          <ac:spMkLst>
            <pc:docMk/>
            <pc:sldMk cId="1134522210" sldId="384"/>
            <ac:spMk id="4" creationId="{2985A83D-21F8-47B3-980C-401D0A134A2F}"/>
          </ac:spMkLst>
        </pc:spChg>
        <pc:spChg chg="add">
          <ac:chgData name="동혁 임" userId="879f4c796d7a5333" providerId="LiveId" clId="{99A0B7FB-7ABD-43B7-B0BE-CF1927BF6B47}" dt="2020-06-02T07:16:07.539" v="21352" actId="26606"/>
          <ac:spMkLst>
            <pc:docMk/>
            <pc:sldMk cId="1134522210" sldId="384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2T07:16:07.539" v="21352" actId="26606"/>
          <ac:spMkLst>
            <pc:docMk/>
            <pc:sldMk cId="1134522210" sldId="384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2T07:16:07.539" v="21352" actId="26606"/>
          <ac:picMkLst>
            <pc:docMk/>
            <pc:sldMk cId="1134522210" sldId="384"/>
            <ac:picMk id="6" creationId="{9253D6F6-1F9E-405E-BDD9-425E3FE8922E}"/>
          </ac:picMkLst>
        </pc:picChg>
      </pc:sldChg>
      <pc:sldChg chg="new del">
        <pc:chgData name="동혁 임" userId="879f4c796d7a5333" providerId="LiveId" clId="{99A0B7FB-7ABD-43B7-B0BE-CF1927BF6B47}" dt="2020-06-02T07:16:45.465" v="21369" actId="47"/>
        <pc:sldMkLst>
          <pc:docMk/>
          <pc:sldMk cId="2290736439" sldId="385"/>
        </pc:sldMkLst>
      </pc:sldChg>
      <pc:sldChg chg="addSp modSp new del mod setBg">
        <pc:chgData name="동혁 임" userId="879f4c796d7a5333" providerId="LiveId" clId="{99A0B7FB-7ABD-43B7-B0BE-CF1927BF6B47}" dt="2020-06-02T07:19:02.541" v="21763" actId="47"/>
        <pc:sldMkLst>
          <pc:docMk/>
          <pc:sldMk cId="695520874" sldId="386"/>
        </pc:sldMkLst>
        <pc:spChg chg="mod">
          <ac:chgData name="동혁 임" userId="879f4c796d7a5333" providerId="LiveId" clId="{99A0B7FB-7ABD-43B7-B0BE-CF1927BF6B47}" dt="2020-06-02T07:16:49.360" v="21370" actId="26606"/>
          <ac:spMkLst>
            <pc:docMk/>
            <pc:sldMk cId="695520874" sldId="386"/>
            <ac:spMk id="2" creationId="{7ED517A1-85D2-4405-966F-CE9B64542325}"/>
          </ac:spMkLst>
        </pc:spChg>
        <pc:spChg chg="mod">
          <ac:chgData name="동혁 임" userId="879f4c796d7a5333" providerId="LiveId" clId="{99A0B7FB-7ABD-43B7-B0BE-CF1927BF6B47}" dt="2020-06-02T07:16:49.360" v="21370" actId="26606"/>
          <ac:spMkLst>
            <pc:docMk/>
            <pc:sldMk cId="695520874" sldId="386"/>
            <ac:spMk id="3" creationId="{61DB92A0-79C7-4FAD-B222-231355E8E2E2}"/>
          </ac:spMkLst>
        </pc:spChg>
        <pc:spChg chg="add">
          <ac:chgData name="동혁 임" userId="879f4c796d7a5333" providerId="LiveId" clId="{99A0B7FB-7ABD-43B7-B0BE-CF1927BF6B47}" dt="2020-06-02T07:16:49.360" v="21370" actId="26606"/>
          <ac:spMkLst>
            <pc:docMk/>
            <pc:sldMk cId="695520874" sldId="386"/>
            <ac:spMk id="8" creationId="{F1C4E306-BC28-4A7B-871B-1926F6FA6EF3}"/>
          </ac:spMkLst>
        </pc:spChg>
        <pc:spChg chg="add">
          <ac:chgData name="동혁 임" userId="879f4c796d7a5333" providerId="LiveId" clId="{99A0B7FB-7ABD-43B7-B0BE-CF1927BF6B47}" dt="2020-06-02T07:16:49.360" v="21370" actId="26606"/>
          <ac:spMkLst>
            <pc:docMk/>
            <pc:sldMk cId="695520874" sldId="386"/>
            <ac:spMk id="10" creationId="{C3ECC9B4-989C-4F71-A6BC-DEBC1D9FD0BD}"/>
          </ac:spMkLst>
        </pc:spChg>
        <pc:spChg chg="add">
          <ac:chgData name="동혁 임" userId="879f4c796d7a5333" providerId="LiveId" clId="{99A0B7FB-7ABD-43B7-B0BE-CF1927BF6B47}" dt="2020-06-02T07:16:49.360" v="21370" actId="26606"/>
          <ac:spMkLst>
            <pc:docMk/>
            <pc:sldMk cId="695520874" sldId="386"/>
            <ac:spMk id="12" creationId="{E20AF01B-D099-4710-BF18-E2832A9B61CF}"/>
          </ac:spMkLst>
        </pc:spChg>
        <pc:spChg chg="add">
          <ac:chgData name="동혁 임" userId="879f4c796d7a5333" providerId="LiveId" clId="{99A0B7FB-7ABD-43B7-B0BE-CF1927BF6B47}" dt="2020-06-02T07:16:49.360" v="21370" actId="26606"/>
          <ac:spMkLst>
            <pc:docMk/>
            <pc:sldMk cId="695520874" sldId="386"/>
            <ac:spMk id="14" creationId="{B0E4BB4F-99AB-4C4E-A763-C5AC5273DF5D}"/>
          </ac:spMkLst>
        </pc:spChg>
      </pc:sldChg>
      <pc:sldChg chg="addSp delSp modSp new mod setBg">
        <pc:chgData name="동혁 임" userId="879f4c796d7a5333" providerId="LiveId" clId="{99A0B7FB-7ABD-43B7-B0BE-CF1927BF6B47}" dt="2020-06-04T02:11:47.128" v="23887" actId="20577"/>
        <pc:sldMkLst>
          <pc:docMk/>
          <pc:sldMk cId="2299948028" sldId="387"/>
        </pc:sldMkLst>
        <pc:spChg chg="del">
          <ac:chgData name="동혁 임" userId="879f4c796d7a5333" providerId="LiveId" clId="{99A0B7FB-7ABD-43B7-B0BE-CF1927BF6B47}" dt="2020-06-02T07:17:02.373" v="21372" actId="478"/>
          <ac:spMkLst>
            <pc:docMk/>
            <pc:sldMk cId="2299948028" sldId="387"/>
            <ac:spMk id="2" creationId="{8F1537D3-F86B-451B-A984-DBC9657560DB}"/>
          </ac:spMkLst>
        </pc:spChg>
        <pc:spChg chg="del">
          <ac:chgData name="동혁 임" userId="879f4c796d7a5333" providerId="LiveId" clId="{99A0B7FB-7ABD-43B7-B0BE-CF1927BF6B47}" dt="2020-06-02T07:17:09.811" v="21373" actId="931"/>
          <ac:spMkLst>
            <pc:docMk/>
            <pc:sldMk cId="2299948028" sldId="387"/>
            <ac:spMk id="3" creationId="{823F8F9B-47D1-4448-951F-5CD9BEA5B932}"/>
          </ac:spMkLst>
        </pc:spChg>
        <pc:spChg chg="mod">
          <ac:chgData name="동혁 임" userId="879f4c796d7a5333" providerId="LiveId" clId="{99A0B7FB-7ABD-43B7-B0BE-CF1927BF6B47}" dt="2020-06-04T02:11:47.128" v="23887" actId="20577"/>
          <ac:spMkLst>
            <pc:docMk/>
            <pc:sldMk cId="2299948028" sldId="387"/>
            <ac:spMk id="4" creationId="{22351D4D-CBF6-4225-82F5-A423E94115BF}"/>
          </ac:spMkLst>
        </pc:spChg>
        <pc:spChg chg="add del mod">
          <ac:chgData name="동혁 임" userId="879f4c796d7a5333" providerId="LiveId" clId="{99A0B7FB-7ABD-43B7-B0BE-CF1927BF6B47}" dt="2020-06-02T07:18:21.300" v="21674"/>
          <ac:spMkLst>
            <pc:docMk/>
            <pc:sldMk cId="2299948028" sldId="387"/>
            <ac:spMk id="7" creationId="{85F5B323-5B9E-4442-8464-1127983A997D}"/>
          </ac:spMkLst>
        </pc:spChg>
        <pc:spChg chg="add mod ord">
          <ac:chgData name="동혁 임" userId="879f4c796d7a5333" providerId="LiveId" clId="{99A0B7FB-7ABD-43B7-B0BE-CF1927BF6B47}" dt="2020-06-04T02:11:33.458" v="23854" actId="2711"/>
          <ac:spMkLst>
            <pc:docMk/>
            <pc:sldMk cId="2299948028" sldId="387"/>
            <ac:spMk id="8" creationId="{ED269C9C-1B4E-47C7-9E5C-180792B20380}"/>
          </ac:spMkLst>
        </pc:spChg>
        <pc:spChg chg="add del">
          <ac:chgData name="동혁 임" userId="879f4c796d7a5333" providerId="LiveId" clId="{99A0B7FB-7ABD-43B7-B0BE-CF1927BF6B47}" dt="2020-06-04T01:29:56.515" v="23729" actId="26606"/>
          <ac:spMkLst>
            <pc:docMk/>
            <pc:sldMk cId="2299948028" sldId="387"/>
            <ac:spMk id="13" creationId="{D1A4588A-55D5-49B8-BE41-54ACDCFF2C17}"/>
          </ac:spMkLst>
        </pc:spChg>
        <pc:spChg chg="add del">
          <ac:chgData name="동혁 임" userId="879f4c796d7a5333" providerId="LiveId" clId="{99A0B7FB-7ABD-43B7-B0BE-CF1927BF6B47}" dt="2020-06-04T01:29:56.515" v="23729" actId="26606"/>
          <ac:spMkLst>
            <pc:docMk/>
            <pc:sldMk cId="2299948028" sldId="387"/>
            <ac:spMk id="15" creationId="{F97E7EA2-EDCD-47E9-81BC-415C606D1B58}"/>
          </ac:spMkLst>
        </pc:spChg>
        <pc:spChg chg="add del">
          <ac:chgData name="동혁 임" userId="879f4c796d7a5333" providerId="LiveId" clId="{99A0B7FB-7ABD-43B7-B0BE-CF1927BF6B47}" dt="2020-06-04T01:29:41.508" v="23724" actId="26606"/>
          <ac:spMkLst>
            <pc:docMk/>
            <pc:sldMk cId="2299948028" sldId="387"/>
            <ac:spMk id="20" creationId="{D1A4588A-55D5-49B8-BE41-54ACDCFF2C17}"/>
          </ac:spMkLst>
        </pc:spChg>
        <pc:spChg chg="add del">
          <ac:chgData name="동혁 임" userId="879f4c796d7a5333" providerId="LiveId" clId="{99A0B7FB-7ABD-43B7-B0BE-CF1927BF6B47}" dt="2020-06-04T01:29:41.508" v="23724" actId="26606"/>
          <ac:spMkLst>
            <pc:docMk/>
            <pc:sldMk cId="2299948028" sldId="387"/>
            <ac:spMk id="22" creationId="{F97E7EA2-EDCD-47E9-81BC-415C606D1B58}"/>
          </ac:spMkLst>
        </pc:spChg>
        <pc:spChg chg="add del">
          <ac:chgData name="동혁 임" userId="879f4c796d7a5333" providerId="LiveId" clId="{99A0B7FB-7ABD-43B7-B0BE-CF1927BF6B47}" dt="2020-06-04T01:29:46.795" v="23726" actId="26606"/>
          <ac:spMkLst>
            <pc:docMk/>
            <pc:sldMk cId="2299948028" sldId="387"/>
            <ac:spMk id="24" creationId="{2C1BBA94-3F40-40AA-8BB9-E69E25E537C1}"/>
          </ac:spMkLst>
        </pc:spChg>
        <pc:spChg chg="add del">
          <ac:chgData name="동혁 임" userId="879f4c796d7a5333" providerId="LiveId" clId="{99A0B7FB-7ABD-43B7-B0BE-CF1927BF6B47}" dt="2020-06-04T01:29:46.795" v="23726" actId="26606"/>
          <ac:spMkLst>
            <pc:docMk/>
            <pc:sldMk cId="2299948028" sldId="387"/>
            <ac:spMk id="25" creationId="{7FEAE179-C525-48F3-AD47-0E9E2B6F2E2E}"/>
          </ac:spMkLst>
        </pc:spChg>
        <pc:spChg chg="add del">
          <ac:chgData name="동혁 임" userId="879f4c796d7a5333" providerId="LiveId" clId="{99A0B7FB-7ABD-43B7-B0BE-CF1927BF6B47}" dt="2020-06-04T01:29:46.795" v="23726" actId="26606"/>
          <ac:spMkLst>
            <pc:docMk/>
            <pc:sldMk cId="2299948028" sldId="387"/>
            <ac:spMk id="26" creationId="{FE43805F-24A6-46A4-B19B-54F28347355C}"/>
          </ac:spMkLst>
        </pc:spChg>
        <pc:spChg chg="add del">
          <ac:chgData name="동혁 임" userId="879f4c796d7a5333" providerId="LiveId" clId="{99A0B7FB-7ABD-43B7-B0BE-CF1927BF6B47}" dt="2020-06-04T01:29:46.795" v="23726" actId="26606"/>
          <ac:spMkLst>
            <pc:docMk/>
            <pc:sldMk cId="2299948028" sldId="387"/>
            <ac:spMk id="27" creationId="{95C8260E-968F-44E8-A823-ABB431311926}"/>
          </ac:spMkLst>
        </pc:spChg>
        <pc:spChg chg="add del">
          <ac:chgData name="동혁 임" userId="879f4c796d7a5333" providerId="LiveId" clId="{99A0B7FB-7ABD-43B7-B0BE-CF1927BF6B47}" dt="2020-06-04T01:29:56.507" v="23728" actId="26606"/>
          <ac:spMkLst>
            <pc:docMk/>
            <pc:sldMk cId="2299948028" sldId="387"/>
            <ac:spMk id="29" creationId="{84ECDE7A-6944-466D-8FFE-149A29BA6BAE}"/>
          </ac:spMkLst>
        </pc:spChg>
        <pc:spChg chg="add del">
          <ac:chgData name="동혁 임" userId="879f4c796d7a5333" providerId="LiveId" clId="{99A0B7FB-7ABD-43B7-B0BE-CF1927BF6B47}" dt="2020-06-04T01:29:56.507" v="23728" actId="26606"/>
          <ac:spMkLst>
            <pc:docMk/>
            <pc:sldMk cId="2299948028" sldId="387"/>
            <ac:spMk id="30" creationId="{B3420082-9415-44EC-802E-C77D71D59C57}"/>
          </ac:spMkLst>
        </pc:spChg>
        <pc:spChg chg="add del">
          <ac:chgData name="동혁 임" userId="879f4c796d7a5333" providerId="LiveId" clId="{99A0B7FB-7ABD-43B7-B0BE-CF1927BF6B47}" dt="2020-06-04T01:29:56.507" v="23728" actId="26606"/>
          <ac:spMkLst>
            <pc:docMk/>
            <pc:sldMk cId="2299948028" sldId="387"/>
            <ac:spMk id="31" creationId="{55A52C45-1FCB-4636-A80F-2849B8226C01}"/>
          </ac:spMkLst>
        </pc:spChg>
        <pc:spChg chg="add del">
          <ac:chgData name="동혁 임" userId="879f4c796d7a5333" providerId="LiveId" clId="{99A0B7FB-7ABD-43B7-B0BE-CF1927BF6B47}" dt="2020-06-04T01:29:56.507" v="23728" actId="26606"/>
          <ac:spMkLst>
            <pc:docMk/>
            <pc:sldMk cId="2299948028" sldId="387"/>
            <ac:spMk id="32" creationId="{768EB4DD-3704-43AD-92B3-C4E0C6EA92CB}"/>
          </ac:spMkLst>
        </pc:spChg>
        <pc:spChg chg="add del">
          <ac:chgData name="동혁 임" userId="879f4c796d7a5333" providerId="LiveId" clId="{99A0B7FB-7ABD-43B7-B0BE-CF1927BF6B47}" dt="2020-06-04T01:35:04.578" v="23818" actId="26606"/>
          <ac:spMkLst>
            <pc:docMk/>
            <pc:sldMk cId="2299948028" sldId="387"/>
            <ac:spMk id="34" creationId="{E45CA849-654C-4173-AD99-B3A2528275F5}"/>
          </ac:spMkLst>
        </pc:spChg>
        <pc:spChg chg="add del">
          <ac:chgData name="동혁 임" userId="879f4c796d7a5333" providerId="LiveId" clId="{99A0B7FB-7ABD-43B7-B0BE-CF1927BF6B47}" dt="2020-06-04T01:35:04.578" v="23818" actId="26606"/>
          <ac:spMkLst>
            <pc:docMk/>
            <pc:sldMk cId="2299948028" sldId="387"/>
            <ac:spMk id="35" creationId="{3E23A947-2D45-4208-AE2B-64948C87A3EB}"/>
          </ac:spMkLst>
        </pc:spChg>
        <pc:spChg chg="add del">
          <ac:chgData name="동혁 임" userId="879f4c796d7a5333" providerId="LiveId" clId="{99A0B7FB-7ABD-43B7-B0BE-CF1927BF6B47}" dt="2020-06-04T01:35:04.578" v="23818" actId="26606"/>
          <ac:spMkLst>
            <pc:docMk/>
            <pc:sldMk cId="2299948028" sldId="387"/>
            <ac:spMk id="36" creationId="{E5BBB0F9-6A59-4D02-A9C7-A2D6516684CE}"/>
          </ac:spMkLst>
        </pc:spChg>
        <pc:spChg chg="add">
          <ac:chgData name="동혁 임" userId="879f4c796d7a5333" providerId="LiveId" clId="{99A0B7FB-7ABD-43B7-B0BE-CF1927BF6B47}" dt="2020-06-04T01:35:04.578" v="23818" actId="26606"/>
          <ac:spMkLst>
            <pc:docMk/>
            <pc:sldMk cId="2299948028" sldId="387"/>
            <ac:spMk id="41" creationId="{E45CA849-654C-4173-AD99-B3A2528275F5}"/>
          </ac:spMkLst>
        </pc:spChg>
        <pc:spChg chg="add">
          <ac:chgData name="동혁 임" userId="879f4c796d7a5333" providerId="LiveId" clId="{99A0B7FB-7ABD-43B7-B0BE-CF1927BF6B47}" dt="2020-06-04T01:35:04.578" v="23818" actId="26606"/>
          <ac:spMkLst>
            <pc:docMk/>
            <pc:sldMk cId="2299948028" sldId="387"/>
            <ac:spMk id="43" creationId="{3E23A947-2D45-4208-AE2B-64948C87A3EB}"/>
          </ac:spMkLst>
        </pc:spChg>
        <pc:spChg chg="add">
          <ac:chgData name="동혁 임" userId="879f4c796d7a5333" providerId="LiveId" clId="{99A0B7FB-7ABD-43B7-B0BE-CF1927BF6B47}" dt="2020-06-04T01:35:04.578" v="23818" actId="26606"/>
          <ac:spMkLst>
            <pc:docMk/>
            <pc:sldMk cId="2299948028" sldId="387"/>
            <ac:spMk id="45" creationId="{E5BBB0F9-6A59-4D02-A9C7-A2D6516684CE}"/>
          </ac:spMkLst>
        </pc:spChg>
        <pc:picChg chg="add mod ord modCrop">
          <ac:chgData name="동혁 임" userId="879f4c796d7a5333" providerId="LiveId" clId="{99A0B7FB-7ABD-43B7-B0BE-CF1927BF6B47}" dt="2020-06-04T01:35:32.990" v="23853" actId="18131"/>
          <ac:picMkLst>
            <pc:docMk/>
            <pc:sldMk cId="2299948028" sldId="387"/>
            <ac:picMk id="6" creationId="{F7AA033F-D489-45AB-8A87-084EEAB347CA}"/>
          </ac:picMkLst>
        </pc:picChg>
      </pc:sldChg>
      <pc:sldChg chg="addSp delSp modSp new mod setBg">
        <pc:chgData name="동혁 임" userId="879f4c796d7a5333" providerId="LiveId" clId="{99A0B7FB-7ABD-43B7-B0BE-CF1927BF6B47}" dt="2020-06-02T07:20:23.051" v="21945" actId="5793"/>
        <pc:sldMkLst>
          <pc:docMk/>
          <pc:sldMk cId="2072268988" sldId="388"/>
        </pc:sldMkLst>
        <pc:spChg chg="mod">
          <ac:chgData name="동혁 임" userId="879f4c796d7a5333" providerId="LiveId" clId="{99A0B7FB-7ABD-43B7-B0BE-CF1927BF6B47}" dt="2020-06-02T07:19:59.795" v="21943" actId="2711"/>
          <ac:spMkLst>
            <pc:docMk/>
            <pc:sldMk cId="2072268988" sldId="388"/>
            <ac:spMk id="2" creationId="{227FC450-FD44-4812-B3D8-8AFE92516DBA}"/>
          </ac:spMkLst>
        </pc:spChg>
        <pc:spChg chg="mod">
          <ac:chgData name="동혁 임" userId="879f4c796d7a5333" providerId="LiveId" clId="{99A0B7FB-7ABD-43B7-B0BE-CF1927BF6B47}" dt="2020-06-02T07:20:23.051" v="21945" actId="5793"/>
          <ac:spMkLst>
            <pc:docMk/>
            <pc:sldMk cId="2072268988" sldId="388"/>
            <ac:spMk id="3" creationId="{5D5F2278-BE57-42A3-A8FF-81750D6C5148}"/>
          </ac:spMkLst>
        </pc:spChg>
        <pc:spChg chg="add del">
          <ac:chgData name="동혁 임" userId="879f4c796d7a5333" providerId="LiveId" clId="{99A0B7FB-7ABD-43B7-B0BE-CF1927BF6B47}" dt="2020-06-02T07:19:52.336" v="21939" actId="26606"/>
          <ac:spMkLst>
            <pc:docMk/>
            <pc:sldMk cId="2072268988" sldId="388"/>
            <ac:spMk id="8" creationId="{A52B99F1-B2DC-437E-A8A1-A57F2F29F8D1}"/>
          </ac:spMkLst>
        </pc:spChg>
        <pc:spChg chg="add del">
          <ac:chgData name="동혁 임" userId="879f4c796d7a5333" providerId="LiveId" clId="{99A0B7FB-7ABD-43B7-B0BE-CF1927BF6B47}" dt="2020-06-02T07:19:52.336" v="21939" actId="26606"/>
          <ac:spMkLst>
            <pc:docMk/>
            <pc:sldMk cId="2072268988" sldId="388"/>
            <ac:spMk id="10" creationId="{55F8BA08-3E38-4B70-B93A-74F08E092206}"/>
          </ac:spMkLst>
        </pc:spChg>
        <pc:spChg chg="add del">
          <ac:chgData name="동혁 임" userId="879f4c796d7a5333" providerId="LiveId" clId="{99A0B7FB-7ABD-43B7-B0BE-CF1927BF6B47}" dt="2020-06-02T07:19:52.336" v="21939" actId="26606"/>
          <ac:spMkLst>
            <pc:docMk/>
            <pc:sldMk cId="2072268988" sldId="388"/>
            <ac:spMk id="12" creationId="{357F1B33-79AB-4A71-8CEC-4546D709B8C8}"/>
          </ac:spMkLst>
        </pc:spChg>
        <pc:spChg chg="add del">
          <ac:chgData name="동혁 임" userId="879f4c796d7a5333" providerId="LiveId" clId="{99A0B7FB-7ABD-43B7-B0BE-CF1927BF6B47}" dt="2020-06-02T07:19:53.617" v="21941" actId="26606"/>
          <ac:spMkLst>
            <pc:docMk/>
            <pc:sldMk cId="2072268988" sldId="388"/>
            <ac:spMk id="14" creationId="{074B4F7D-14B2-478B-8BF5-01E4E0C5D263}"/>
          </ac:spMkLst>
        </pc:spChg>
        <pc:spChg chg="add del">
          <ac:chgData name="동혁 임" userId="879f4c796d7a5333" providerId="LiveId" clId="{99A0B7FB-7ABD-43B7-B0BE-CF1927BF6B47}" dt="2020-06-02T07:19:53.617" v="21941" actId="26606"/>
          <ac:spMkLst>
            <pc:docMk/>
            <pc:sldMk cId="2072268988" sldId="388"/>
            <ac:spMk id="15" creationId="{DAF1966E-FD40-4A4A-B61B-C4DF7FA05F06}"/>
          </ac:spMkLst>
        </pc:spChg>
        <pc:spChg chg="add del">
          <ac:chgData name="동혁 임" userId="879f4c796d7a5333" providerId="LiveId" clId="{99A0B7FB-7ABD-43B7-B0BE-CF1927BF6B47}" dt="2020-06-02T07:19:53.617" v="21941" actId="26606"/>
          <ac:spMkLst>
            <pc:docMk/>
            <pc:sldMk cId="2072268988" sldId="388"/>
            <ac:spMk id="16" creationId="{047BFA19-D45E-416B-A404-7AF2F3F27017}"/>
          </ac:spMkLst>
        </pc:spChg>
        <pc:spChg chg="add del">
          <ac:chgData name="동혁 임" userId="879f4c796d7a5333" providerId="LiveId" clId="{99A0B7FB-7ABD-43B7-B0BE-CF1927BF6B47}" dt="2020-06-02T07:19:53.617" v="21941" actId="26606"/>
          <ac:spMkLst>
            <pc:docMk/>
            <pc:sldMk cId="2072268988" sldId="388"/>
            <ac:spMk id="17" creationId="{8E0105E7-23DB-4CF2-8258-FF47C7620F6E}"/>
          </ac:spMkLst>
        </pc:spChg>
        <pc:spChg chg="add">
          <ac:chgData name="동혁 임" userId="879f4c796d7a5333" providerId="LiveId" clId="{99A0B7FB-7ABD-43B7-B0BE-CF1927BF6B47}" dt="2020-06-02T07:19:53.623" v="21942" actId="26606"/>
          <ac:spMkLst>
            <pc:docMk/>
            <pc:sldMk cId="2072268988" sldId="388"/>
            <ac:spMk id="19" creationId="{B6D861F1-F386-4A7D-A4BF-3BEB82DEBA86}"/>
          </ac:spMkLst>
        </pc:spChg>
        <pc:spChg chg="add">
          <ac:chgData name="동혁 임" userId="879f4c796d7a5333" providerId="LiveId" clId="{99A0B7FB-7ABD-43B7-B0BE-CF1927BF6B47}" dt="2020-06-02T07:19:53.623" v="21942" actId="26606"/>
          <ac:spMkLst>
            <pc:docMk/>
            <pc:sldMk cId="2072268988" sldId="388"/>
            <ac:spMk id="20" creationId="{562DFC44-A40C-4573-9230-B3EDB3EC8EEB}"/>
          </ac:spMkLst>
        </pc:spChg>
        <pc:spChg chg="add">
          <ac:chgData name="동혁 임" userId="879f4c796d7a5333" providerId="LiveId" clId="{99A0B7FB-7ABD-43B7-B0BE-CF1927BF6B47}" dt="2020-06-02T07:19:53.623" v="21942" actId="26606"/>
          <ac:spMkLst>
            <pc:docMk/>
            <pc:sldMk cId="2072268988" sldId="388"/>
            <ac:spMk id="21" creationId="{15589D35-CF9F-4DE9-A792-8571A09E9BC9}"/>
          </ac:spMkLst>
        </pc:spChg>
      </pc:sldChg>
      <pc:sldChg chg="addSp delSp modSp new mod setBg">
        <pc:chgData name="동혁 임" userId="879f4c796d7a5333" providerId="LiveId" clId="{99A0B7FB-7ABD-43B7-B0BE-CF1927BF6B47}" dt="2020-06-05T01:22:43.826" v="27316" actId="5793"/>
        <pc:sldMkLst>
          <pc:docMk/>
          <pc:sldMk cId="3049296834" sldId="389"/>
        </pc:sldMkLst>
        <pc:spChg chg="mod ord">
          <ac:chgData name="동혁 임" userId="879f4c796d7a5333" providerId="LiveId" clId="{99A0B7FB-7ABD-43B7-B0BE-CF1927BF6B47}" dt="2020-06-05T01:22:40.647" v="27314" actId="2711"/>
          <ac:spMkLst>
            <pc:docMk/>
            <pc:sldMk cId="3049296834" sldId="389"/>
            <ac:spMk id="2" creationId="{2A6CCE63-90B4-40AA-A7A1-0B0C21CCAAFF}"/>
          </ac:spMkLst>
        </pc:spChg>
        <pc:spChg chg="del">
          <ac:chgData name="동혁 임" userId="879f4c796d7a5333" providerId="LiveId" clId="{99A0B7FB-7ABD-43B7-B0BE-CF1927BF6B47}" dt="2020-06-02T07:21:26.529" v="21962" actId="931"/>
          <ac:spMkLst>
            <pc:docMk/>
            <pc:sldMk cId="3049296834" sldId="389"/>
            <ac:spMk id="3" creationId="{6328D4DC-A6EC-4EFE-88D4-3DEC0C37E605}"/>
          </ac:spMkLst>
        </pc:spChg>
        <pc:spChg chg="mod">
          <ac:chgData name="동혁 임" userId="879f4c796d7a5333" providerId="LiveId" clId="{99A0B7FB-7ABD-43B7-B0BE-CF1927BF6B47}" dt="2020-06-05T01:22:43.826" v="27316" actId="5793"/>
          <ac:spMkLst>
            <pc:docMk/>
            <pc:sldMk cId="3049296834" sldId="389"/>
            <ac:spMk id="4" creationId="{FE7202C1-E659-4F3D-AD22-4F56A5D2BCF9}"/>
          </ac:spMkLst>
        </pc:spChg>
        <pc:spChg chg="add del">
          <ac:chgData name="동혁 임" userId="879f4c796d7a5333" providerId="LiveId" clId="{99A0B7FB-7ABD-43B7-B0BE-CF1927BF6B47}" dt="2020-06-02T07:23:02.200" v="22378" actId="26606"/>
          <ac:spMkLst>
            <pc:docMk/>
            <pc:sldMk cId="3049296834" sldId="389"/>
            <ac:spMk id="11" creationId="{D1A4588A-55D5-49B8-BE41-54ACDCFF2C17}"/>
          </ac:spMkLst>
        </pc:spChg>
        <pc:spChg chg="add del">
          <ac:chgData name="동혁 임" userId="879f4c796d7a5333" providerId="LiveId" clId="{99A0B7FB-7ABD-43B7-B0BE-CF1927BF6B47}" dt="2020-06-02T07:23:02.200" v="22378" actId="26606"/>
          <ac:spMkLst>
            <pc:docMk/>
            <pc:sldMk cId="3049296834" sldId="389"/>
            <ac:spMk id="13" creationId="{F97E7EA2-EDCD-47E9-81BC-415C606D1B58}"/>
          </ac:spMkLst>
        </pc:spChg>
        <pc:spChg chg="add del">
          <ac:chgData name="동혁 임" userId="879f4c796d7a5333" providerId="LiveId" clId="{99A0B7FB-7ABD-43B7-B0BE-CF1927BF6B47}" dt="2020-06-02T07:23:02.824" v="22380" actId="26606"/>
          <ac:spMkLst>
            <pc:docMk/>
            <pc:sldMk cId="3049296834" sldId="389"/>
            <ac:spMk id="15" creationId="{A720C27D-5C39-492B-BD68-C220C0F838AC}"/>
          </ac:spMkLst>
        </pc:spChg>
        <pc:spChg chg="add del">
          <ac:chgData name="동혁 임" userId="879f4c796d7a5333" providerId="LiveId" clId="{99A0B7FB-7ABD-43B7-B0BE-CF1927BF6B47}" dt="2020-06-02T07:23:02.824" v="22380" actId="26606"/>
          <ac:spMkLst>
            <pc:docMk/>
            <pc:sldMk cId="3049296834" sldId="389"/>
            <ac:spMk id="16" creationId="{D5997EA8-5EFC-40CD-A85F-C3C3BC5F9EB7}"/>
          </ac:spMkLst>
        </pc:spChg>
        <pc:spChg chg="add del">
          <ac:chgData name="동혁 임" userId="879f4c796d7a5333" providerId="LiveId" clId="{99A0B7FB-7ABD-43B7-B0BE-CF1927BF6B47}" dt="2020-06-02T07:23:02.824" v="22380" actId="26606"/>
          <ac:spMkLst>
            <pc:docMk/>
            <pc:sldMk cId="3049296834" sldId="389"/>
            <ac:spMk id="17" creationId="{A4F3394A-A959-460A-ACF9-5FA682C76940}"/>
          </ac:spMkLst>
        </pc:spChg>
        <pc:spChg chg="add del">
          <ac:chgData name="동혁 임" userId="879f4c796d7a5333" providerId="LiveId" clId="{99A0B7FB-7ABD-43B7-B0BE-CF1927BF6B47}" dt="2020-06-02T07:23:02.824" v="22380" actId="26606"/>
          <ac:spMkLst>
            <pc:docMk/>
            <pc:sldMk cId="3049296834" sldId="389"/>
            <ac:spMk id="18" creationId="{1CF6A1EC-BD15-42D9-A339-A3970CF7C65A}"/>
          </ac:spMkLst>
        </pc:spChg>
        <pc:spChg chg="add del">
          <ac:chgData name="동혁 임" userId="879f4c796d7a5333" providerId="LiveId" clId="{99A0B7FB-7ABD-43B7-B0BE-CF1927BF6B47}" dt="2020-06-02T07:23:05.015" v="22382" actId="26606"/>
          <ac:spMkLst>
            <pc:docMk/>
            <pc:sldMk cId="3049296834" sldId="389"/>
            <ac:spMk id="20" creationId="{728E3505-36F5-47A9-A188-7C60ACBB99EA}"/>
          </ac:spMkLst>
        </pc:spChg>
        <pc:spChg chg="add del">
          <ac:chgData name="동혁 임" userId="879f4c796d7a5333" providerId="LiveId" clId="{99A0B7FB-7ABD-43B7-B0BE-CF1927BF6B47}" dt="2020-06-02T07:23:05.015" v="22382" actId="26606"/>
          <ac:spMkLst>
            <pc:docMk/>
            <pc:sldMk cId="3049296834" sldId="389"/>
            <ac:spMk id="21" creationId="{283B6091-C9A6-4C92-8315-2DE12015E5B9}"/>
          </ac:spMkLst>
        </pc:spChg>
        <pc:spChg chg="add del">
          <ac:chgData name="동혁 임" userId="879f4c796d7a5333" providerId="LiveId" clId="{99A0B7FB-7ABD-43B7-B0BE-CF1927BF6B47}" dt="2020-06-02T07:23:05.015" v="22382" actId="26606"/>
          <ac:spMkLst>
            <pc:docMk/>
            <pc:sldMk cId="3049296834" sldId="389"/>
            <ac:spMk id="22" creationId="{CC6ACBBE-7216-419A-81B7-BD305A9FEF7F}"/>
          </ac:spMkLst>
        </pc:spChg>
        <pc:spChg chg="add del">
          <ac:chgData name="동혁 임" userId="879f4c796d7a5333" providerId="LiveId" clId="{99A0B7FB-7ABD-43B7-B0BE-CF1927BF6B47}" dt="2020-06-02T07:23:05.015" v="22382" actId="26606"/>
          <ac:spMkLst>
            <pc:docMk/>
            <pc:sldMk cId="3049296834" sldId="389"/>
            <ac:spMk id="23" creationId="{98E79BE4-34FE-485A-98A5-92CE8F7C4743}"/>
          </ac:spMkLst>
        </pc:spChg>
        <pc:spChg chg="add del">
          <ac:chgData name="동혁 임" userId="879f4c796d7a5333" providerId="LiveId" clId="{99A0B7FB-7ABD-43B7-B0BE-CF1927BF6B47}" dt="2020-06-02T07:23:28.973" v="22397" actId="26606"/>
          <ac:spMkLst>
            <pc:docMk/>
            <pc:sldMk cId="3049296834" sldId="389"/>
            <ac:spMk id="25" creationId="{F94AA2BD-2E3F-4B1D-8127-5744B8115311}"/>
          </ac:spMkLst>
        </pc:spChg>
        <pc:spChg chg="add del">
          <ac:chgData name="동혁 임" userId="879f4c796d7a5333" providerId="LiveId" clId="{99A0B7FB-7ABD-43B7-B0BE-CF1927BF6B47}" dt="2020-06-02T07:23:28.973" v="22397" actId="26606"/>
          <ac:spMkLst>
            <pc:docMk/>
            <pc:sldMk cId="3049296834" sldId="389"/>
            <ac:spMk id="26" creationId="{4BD02261-2DC8-4AA8-9E16-7751AE892445}"/>
          </ac:spMkLst>
        </pc:spChg>
        <pc:spChg chg="add del">
          <ac:chgData name="동혁 임" userId="879f4c796d7a5333" providerId="LiveId" clId="{99A0B7FB-7ABD-43B7-B0BE-CF1927BF6B47}" dt="2020-06-02T07:23:28.973" v="22397" actId="26606"/>
          <ac:spMkLst>
            <pc:docMk/>
            <pc:sldMk cId="3049296834" sldId="389"/>
            <ac:spMk id="27" creationId="{3D752CF2-2291-40B5-B462-C17B174C10BC}"/>
          </ac:spMkLst>
        </pc:spChg>
        <pc:spChg chg="add del">
          <ac:chgData name="동혁 임" userId="879f4c796d7a5333" providerId="LiveId" clId="{99A0B7FB-7ABD-43B7-B0BE-CF1927BF6B47}" dt="2020-06-05T01:21:49.196" v="27210" actId="26606"/>
          <ac:spMkLst>
            <pc:docMk/>
            <pc:sldMk cId="3049296834" sldId="389"/>
            <ac:spMk id="32" creationId="{F94AA2BD-2E3F-4B1D-8127-5744B8115311}"/>
          </ac:spMkLst>
        </pc:spChg>
        <pc:spChg chg="add del">
          <ac:chgData name="동혁 임" userId="879f4c796d7a5333" providerId="LiveId" clId="{99A0B7FB-7ABD-43B7-B0BE-CF1927BF6B47}" dt="2020-06-05T01:21:49.196" v="27210" actId="26606"/>
          <ac:spMkLst>
            <pc:docMk/>
            <pc:sldMk cId="3049296834" sldId="389"/>
            <ac:spMk id="34" creationId="{4BD02261-2DC8-4AA8-9E16-7751AE892445}"/>
          </ac:spMkLst>
        </pc:spChg>
        <pc:spChg chg="add del">
          <ac:chgData name="동혁 임" userId="879f4c796d7a5333" providerId="LiveId" clId="{99A0B7FB-7ABD-43B7-B0BE-CF1927BF6B47}" dt="2020-06-05T01:21:49.196" v="27210" actId="26606"/>
          <ac:spMkLst>
            <pc:docMk/>
            <pc:sldMk cId="3049296834" sldId="389"/>
            <ac:spMk id="36" creationId="{3D752CF2-2291-40B5-B462-C17B174C10BC}"/>
          </ac:spMkLst>
        </pc:spChg>
        <pc:spChg chg="add">
          <ac:chgData name="동혁 임" userId="879f4c796d7a5333" providerId="LiveId" clId="{99A0B7FB-7ABD-43B7-B0BE-CF1927BF6B47}" dt="2020-06-05T01:21:49.196" v="27210" actId="26606"/>
          <ac:spMkLst>
            <pc:docMk/>
            <pc:sldMk cId="3049296834" sldId="389"/>
            <ac:spMk id="41" creationId="{0C2F8F76-4F55-4ED5-AC3D-1714C449C867}"/>
          </ac:spMkLst>
        </pc:spChg>
        <pc:spChg chg="add">
          <ac:chgData name="동혁 임" userId="879f4c796d7a5333" providerId="LiveId" clId="{99A0B7FB-7ABD-43B7-B0BE-CF1927BF6B47}" dt="2020-06-05T01:21:49.196" v="27210" actId="26606"/>
          <ac:spMkLst>
            <pc:docMk/>
            <pc:sldMk cId="3049296834" sldId="389"/>
            <ac:spMk id="43" creationId="{57F6BDD4-E066-4008-8011-6CC31AEB4556}"/>
          </ac:spMkLst>
        </pc:spChg>
        <pc:spChg chg="add">
          <ac:chgData name="동혁 임" userId="879f4c796d7a5333" providerId="LiveId" clId="{99A0B7FB-7ABD-43B7-B0BE-CF1927BF6B47}" dt="2020-06-05T01:21:49.196" v="27210" actId="26606"/>
          <ac:spMkLst>
            <pc:docMk/>
            <pc:sldMk cId="3049296834" sldId="389"/>
            <ac:spMk id="45" creationId="{2711A8FB-68FC-45FC-B01E-38F809E2D439}"/>
          </ac:spMkLst>
        </pc:spChg>
        <pc:spChg chg="add">
          <ac:chgData name="동혁 임" userId="879f4c796d7a5333" providerId="LiveId" clId="{99A0B7FB-7ABD-43B7-B0BE-CF1927BF6B47}" dt="2020-06-05T01:21:49.196" v="27210" actId="26606"/>
          <ac:spMkLst>
            <pc:docMk/>
            <pc:sldMk cId="3049296834" sldId="389"/>
            <ac:spMk id="47" creationId="{281E2DF8-F6D8-4E5C-B76E-E082FD8C1FBD}"/>
          </ac:spMkLst>
        </pc:spChg>
        <pc:picChg chg="add mod ord modCrop">
          <ac:chgData name="동혁 임" userId="879f4c796d7a5333" providerId="LiveId" clId="{99A0B7FB-7ABD-43B7-B0BE-CF1927BF6B47}" dt="2020-06-05T01:22:28.307" v="27313" actId="18131"/>
          <ac:picMkLst>
            <pc:docMk/>
            <pc:sldMk cId="3049296834" sldId="389"/>
            <ac:picMk id="6" creationId="{353429EA-B728-4F36-A0A2-B288933FBFBD}"/>
          </ac:picMkLst>
        </pc:picChg>
      </pc:sldChg>
      <pc:sldChg chg="addSp delSp modSp new mod setBg">
        <pc:chgData name="동혁 임" userId="879f4c796d7a5333" providerId="LiveId" clId="{99A0B7FB-7ABD-43B7-B0BE-CF1927BF6B47}" dt="2020-06-07T15:43:30.995" v="70023" actId="403"/>
        <pc:sldMkLst>
          <pc:docMk/>
          <pc:sldMk cId="4196707578" sldId="390"/>
        </pc:sldMkLst>
        <pc:spChg chg="mod">
          <ac:chgData name="동혁 임" userId="879f4c796d7a5333" providerId="LiveId" clId="{99A0B7FB-7ABD-43B7-B0BE-CF1927BF6B47}" dt="2020-06-02T07:35:22.124" v="22815" actId="2711"/>
          <ac:spMkLst>
            <pc:docMk/>
            <pc:sldMk cId="4196707578" sldId="390"/>
            <ac:spMk id="2" creationId="{16E30049-44C6-45C7-8079-475F50AB884F}"/>
          </ac:spMkLst>
        </pc:spChg>
        <pc:spChg chg="del">
          <ac:chgData name="동혁 임" userId="879f4c796d7a5333" providerId="LiveId" clId="{99A0B7FB-7ABD-43B7-B0BE-CF1927BF6B47}" dt="2020-06-02T07:33:35.566" v="22415" actId="931"/>
          <ac:spMkLst>
            <pc:docMk/>
            <pc:sldMk cId="4196707578" sldId="390"/>
            <ac:spMk id="3" creationId="{29FD3D24-338F-4962-9B63-2FA49B184A36}"/>
          </ac:spMkLst>
        </pc:spChg>
        <pc:spChg chg="mod">
          <ac:chgData name="동혁 임" userId="879f4c796d7a5333" providerId="LiveId" clId="{99A0B7FB-7ABD-43B7-B0BE-CF1927BF6B47}" dt="2020-06-07T15:43:30.995" v="70023" actId="403"/>
          <ac:spMkLst>
            <pc:docMk/>
            <pc:sldMk cId="4196707578" sldId="390"/>
            <ac:spMk id="4" creationId="{FD520052-0C10-454F-B4A0-E003C7A04161}"/>
          </ac:spMkLst>
        </pc:spChg>
        <pc:spChg chg="add">
          <ac:chgData name="동혁 임" userId="879f4c796d7a5333" providerId="LiveId" clId="{99A0B7FB-7ABD-43B7-B0BE-CF1927BF6B47}" dt="2020-06-02T07:35:09.079" v="22814" actId="26606"/>
          <ac:spMkLst>
            <pc:docMk/>
            <pc:sldMk cId="4196707578" sldId="390"/>
            <ac:spMk id="11" creationId="{4E2ED6F9-63C3-4A8D-9BB4-1EA62533B672}"/>
          </ac:spMkLst>
        </pc:spChg>
        <pc:spChg chg="add">
          <ac:chgData name="동혁 임" userId="879f4c796d7a5333" providerId="LiveId" clId="{99A0B7FB-7ABD-43B7-B0BE-CF1927BF6B47}" dt="2020-06-02T07:35:09.079" v="22814" actId="26606"/>
          <ac:spMkLst>
            <pc:docMk/>
            <pc:sldMk cId="4196707578" sldId="390"/>
            <ac:spMk id="13" creationId="{6D72081E-AD41-4FBB-B02B-698A68DBCA5E}"/>
          </ac:spMkLst>
        </pc:spChg>
        <pc:spChg chg="add">
          <ac:chgData name="동혁 임" userId="879f4c796d7a5333" providerId="LiveId" clId="{99A0B7FB-7ABD-43B7-B0BE-CF1927BF6B47}" dt="2020-06-02T07:35:09.079" v="22814" actId="26606"/>
          <ac:spMkLst>
            <pc:docMk/>
            <pc:sldMk cId="4196707578" sldId="390"/>
            <ac:spMk id="15" creationId="{716248AD-805F-41BF-9B57-FC53E5B32F98}"/>
          </ac:spMkLst>
        </pc:spChg>
        <pc:spChg chg="add">
          <ac:chgData name="동혁 임" userId="879f4c796d7a5333" providerId="LiveId" clId="{99A0B7FB-7ABD-43B7-B0BE-CF1927BF6B47}" dt="2020-06-02T07:35:09.079" v="22814" actId="26606"/>
          <ac:spMkLst>
            <pc:docMk/>
            <pc:sldMk cId="4196707578" sldId="390"/>
            <ac:spMk id="17" creationId="{1F82758F-B2B3-4F0A-BB90-4BFFEDD166D6}"/>
          </ac:spMkLst>
        </pc:spChg>
        <pc:picChg chg="add mod">
          <ac:chgData name="동혁 임" userId="879f4c796d7a5333" providerId="LiveId" clId="{99A0B7FB-7ABD-43B7-B0BE-CF1927BF6B47}" dt="2020-06-02T07:35:09.079" v="22814" actId="26606"/>
          <ac:picMkLst>
            <pc:docMk/>
            <pc:sldMk cId="4196707578" sldId="390"/>
            <ac:picMk id="6" creationId="{2ED57BB4-12CF-44F7-97E2-6460C16D10F9}"/>
          </ac:picMkLst>
        </pc:picChg>
      </pc:sldChg>
      <pc:sldChg chg="addSp delSp modSp new mod setBg">
        <pc:chgData name="동혁 임" userId="879f4c796d7a5333" providerId="LiveId" clId="{99A0B7FB-7ABD-43B7-B0BE-CF1927BF6B47}" dt="2020-06-02T07:46:04.671" v="23721" actId="2711"/>
        <pc:sldMkLst>
          <pc:docMk/>
          <pc:sldMk cId="3613119303" sldId="391"/>
        </pc:sldMkLst>
        <pc:spChg chg="mod ord">
          <ac:chgData name="동혁 임" userId="879f4c796d7a5333" providerId="LiveId" clId="{99A0B7FB-7ABD-43B7-B0BE-CF1927BF6B47}" dt="2020-06-02T07:46:04.671" v="23721" actId="2711"/>
          <ac:spMkLst>
            <pc:docMk/>
            <pc:sldMk cId="3613119303" sldId="391"/>
            <ac:spMk id="2" creationId="{984FF369-50C5-45AA-98D9-E202B49A85A9}"/>
          </ac:spMkLst>
        </pc:spChg>
        <pc:spChg chg="del">
          <ac:chgData name="동혁 임" userId="879f4c796d7a5333" providerId="LiveId" clId="{99A0B7FB-7ABD-43B7-B0BE-CF1927BF6B47}" dt="2020-06-02T07:43:53.323" v="23433" actId="931"/>
          <ac:spMkLst>
            <pc:docMk/>
            <pc:sldMk cId="3613119303" sldId="391"/>
            <ac:spMk id="3" creationId="{92DF6C2B-5F85-475A-8836-32F6865F0A79}"/>
          </ac:spMkLst>
        </pc:spChg>
        <pc:spChg chg="mod">
          <ac:chgData name="동혁 임" userId="879f4c796d7a5333" providerId="LiveId" clId="{99A0B7FB-7ABD-43B7-B0BE-CF1927BF6B47}" dt="2020-06-02T07:46:04.671" v="23721" actId="2711"/>
          <ac:spMkLst>
            <pc:docMk/>
            <pc:sldMk cId="3613119303" sldId="391"/>
            <ac:spMk id="4" creationId="{43432936-4B73-4DDA-AD60-E8EBF51FBDEF}"/>
          </ac:spMkLst>
        </pc:spChg>
        <pc:spChg chg="add">
          <ac:chgData name="동혁 임" userId="879f4c796d7a5333" providerId="LiveId" clId="{99A0B7FB-7ABD-43B7-B0BE-CF1927BF6B47}" dt="2020-06-02T07:45:10.348" v="23547" actId="26606"/>
          <ac:spMkLst>
            <pc:docMk/>
            <pc:sldMk cId="3613119303" sldId="391"/>
            <ac:spMk id="8" creationId="{4E2ED6F9-63C3-4A8D-9BB4-1EA62533B672}"/>
          </ac:spMkLst>
        </pc:spChg>
        <pc:spChg chg="add">
          <ac:chgData name="동혁 임" userId="879f4c796d7a5333" providerId="LiveId" clId="{99A0B7FB-7ABD-43B7-B0BE-CF1927BF6B47}" dt="2020-06-02T07:45:10.348" v="23547" actId="26606"/>
          <ac:spMkLst>
            <pc:docMk/>
            <pc:sldMk cId="3613119303" sldId="391"/>
            <ac:spMk id="9" creationId="{6D72081E-AD41-4FBB-B02B-698A68DBCA5E}"/>
          </ac:spMkLst>
        </pc:spChg>
        <pc:spChg chg="add">
          <ac:chgData name="동혁 임" userId="879f4c796d7a5333" providerId="LiveId" clId="{99A0B7FB-7ABD-43B7-B0BE-CF1927BF6B47}" dt="2020-06-02T07:45:10.348" v="23547" actId="26606"/>
          <ac:spMkLst>
            <pc:docMk/>
            <pc:sldMk cId="3613119303" sldId="391"/>
            <ac:spMk id="10" creationId="{716248AD-805F-41BF-9B57-FC53E5B32F98}"/>
          </ac:spMkLst>
        </pc:spChg>
        <pc:spChg chg="add del">
          <ac:chgData name="동혁 임" userId="879f4c796d7a5333" providerId="LiveId" clId="{99A0B7FB-7ABD-43B7-B0BE-CF1927BF6B47}" dt="2020-06-02T07:44:58.044" v="23543" actId="26606"/>
          <ac:spMkLst>
            <pc:docMk/>
            <pc:sldMk cId="3613119303" sldId="391"/>
            <ac:spMk id="11" creationId="{D5997EA8-5EFC-40CD-A85F-C3C3BC5F9EB7}"/>
          </ac:spMkLst>
        </pc:spChg>
        <pc:spChg chg="add">
          <ac:chgData name="동혁 임" userId="879f4c796d7a5333" providerId="LiveId" clId="{99A0B7FB-7ABD-43B7-B0BE-CF1927BF6B47}" dt="2020-06-02T07:45:10.348" v="23547" actId="26606"/>
          <ac:spMkLst>
            <pc:docMk/>
            <pc:sldMk cId="3613119303" sldId="391"/>
            <ac:spMk id="12" creationId="{1F82758F-B2B3-4F0A-BB90-4BFFEDD166D6}"/>
          </ac:spMkLst>
        </pc:spChg>
        <pc:spChg chg="add del">
          <ac:chgData name="동혁 임" userId="879f4c796d7a5333" providerId="LiveId" clId="{99A0B7FB-7ABD-43B7-B0BE-CF1927BF6B47}" dt="2020-06-02T07:44:58.044" v="23543" actId="26606"/>
          <ac:spMkLst>
            <pc:docMk/>
            <pc:sldMk cId="3613119303" sldId="391"/>
            <ac:spMk id="13" creationId="{1CF6A1EC-BD15-42D9-A339-A3970CF7C65A}"/>
          </ac:spMkLst>
        </pc:spChg>
        <pc:spChg chg="add del">
          <ac:chgData name="동혁 임" userId="879f4c796d7a5333" providerId="LiveId" clId="{99A0B7FB-7ABD-43B7-B0BE-CF1927BF6B47}" dt="2020-06-02T07:44:58.044" v="23543" actId="26606"/>
          <ac:spMkLst>
            <pc:docMk/>
            <pc:sldMk cId="3613119303" sldId="391"/>
            <ac:spMk id="15" creationId="{A720C27D-5C39-492B-BD68-C220C0F838AC}"/>
          </ac:spMkLst>
        </pc:spChg>
        <pc:spChg chg="add del">
          <ac:chgData name="동혁 임" userId="879f4c796d7a5333" providerId="LiveId" clId="{99A0B7FB-7ABD-43B7-B0BE-CF1927BF6B47}" dt="2020-06-02T07:44:58.044" v="23543" actId="26606"/>
          <ac:spMkLst>
            <pc:docMk/>
            <pc:sldMk cId="3613119303" sldId="391"/>
            <ac:spMk id="17" creationId="{A4F3394A-A959-460A-ACF9-5FA682C76940}"/>
          </ac:spMkLst>
        </pc:spChg>
        <pc:picChg chg="add mod modCrop">
          <ac:chgData name="동혁 임" userId="879f4c796d7a5333" providerId="LiveId" clId="{99A0B7FB-7ABD-43B7-B0BE-CF1927BF6B47}" dt="2020-06-02T07:45:54.748" v="23718" actId="18131"/>
          <ac:picMkLst>
            <pc:docMk/>
            <pc:sldMk cId="3613119303" sldId="391"/>
            <ac:picMk id="6" creationId="{295837AF-0371-40D0-AEAB-6809D43F51ED}"/>
          </ac:picMkLst>
        </pc:picChg>
      </pc:sldChg>
      <pc:sldChg chg="addSp delSp modSp new mod setBg">
        <pc:chgData name="동혁 임" userId="879f4c796d7a5333" providerId="LiveId" clId="{99A0B7FB-7ABD-43B7-B0BE-CF1927BF6B47}" dt="2020-06-06T14:03:15.773" v="48572" actId="2711"/>
        <pc:sldMkLst>
          <pc:docMk/>
          <pc:sldMk cId="2731155504" sldId="392"/>
        </pc:sldMkLst>
        <pc:spChg chg="mod">
          <ac:chgData name="동혁 임" userId="879f4c796d7a5333" providerId="LiveId" clId="{99A0B7FB-7ABD-43B7-B0BE-CF1927BF6B47}" dt="2020-06-06T14:03:15.773" v="48572" actId="2711"/>
          <ac:spMkLst>
            <pc:docMk/>
            <pc:sldMk cId="2731155504" sldId="392"/>
            <ac:spMk id="2" creationId="{030E43DB-FA1E-4851-8BE7-F5CD12B462C2}"/>
          </ac:spMkLst>
        </pc:spChg>
        <pc:spChg chg="mod">
          <ac:chgData name="동혁 임" userId="879f4c796d7a5333" providerId="LiveId" clId="{99A0B7FB-7ABD-43B7-B0BE-CF1927BF6B47}" dt="2020-06-06T14:03:15.773" v="48572" actId="2711"/>
          <ac:spMkLst>
            <pc:docMk/>
            <pc:sldMk cId="2731155504" sldId="392"/>
            <ac:spMk id="3" creationId="{13D89AAD-47B7-43F0-A194-A8EB4A52329C}"/>
          </ac:spMkLst>
        </pc:spChg>
        <pc:spChg chg="add del">
          <ac:chgData name="동혁 임" userId="879f4c796d7a5333" providerId="LiveId" clId="{99A0B7FB-7ABD-43B7-B0BE-CF1927BF6B47}" dt="2020-06-06T14:03:09.844" v="48570" actId="26606"/>
          <ac:spMkLst>
            <pc:docMk/>
            <pc:sldMk cId="2731155504" sldId="392"/>
            <ac:spMk id="8" creationId="{FFD48BC7-DC40-47DE-87EE-9F4B6ECB9ABB}"/>
          </ac:spMkLst>
        </pc:spChg>
        <pc:spChg chg="add del">
          <ac:chgData name="동혁 임" userId="879f4c796d7a5333" providerId="LiveId" clId="{99A0B7FB-7ABD-43B7-B0BE-CF1927BF6B47}" dt="2020-06-06T14:03:09.844" v="48570" actId="26606"/>
          <ac:spMkLst>
            <pc:docMk/>
            <pc:sldMk cId="2731155504" sldId="392"/>
            <ac:spMk id="10" creationId="{E502BBC7-2C76-46F3-BC24-5985BC13DB88}"/>
          </ac:spMkLst>
        </pc:spChg>
        <pc:spChg chg="add del">
          <ac:chgData name="동혁 임" userId="879f4c796d7a5333" providerId="LiveId" clId="{99A0B7FB-7ABD-43B7-B0BE-CF1927BF6B47}" dt="2020-06-06T14:03:09.844" v="48570" actId="26606"/>
          <ac:spMkLst>
            <pc:docMk/>
            <pc:sldMk cId="2731155504" sldId="392"/>
            <ac:spMk id="12" creationId="{C7F28D52-2A5F-4D23-81AE-7CB8B591C7AF}"/>
          </ac:spMkLst>
        </pc:spChg>
        <pc:spChg chg="add del">
          <ac:chgData name="동혁 임" userId="879f4c796d7a5333" providerId="LiveId" clId="{99A0B7FB-7ABD-43B7-B0BE-CF1927BF6B47}" dt="2020-06-06T14:03:09.844" v="48570" actId="26606"/>
          <ac:spMkLst>
            <pc:docMk/>
            <pc:sldMk cId="2731155504" sldId="392"/>
            <ac:spMk id="14" creationId="{3629484E-3792-4B3D-89AD-7C8A1ED0E0D4}"/>
          </ac:spMkLst>
        </pc:spChg>
        <pc:spChg chg="add">
          <ac:chgData name="동혁 임" userId="879f4c796d7a5333" providerId="LiveId" clId="{99A0B7FB-7ABD-43B7-B0BE-CF1927BF6B47}" dt="2020-06-06T14:03:09.850" v="48571" actId="26606"/>
          <ac:spMkLst>
            <pc:docMk/>
            <pc:sldMk cId="2731155504" sldId="392"/>
            <ac:spMk id="16" creationId="{1ACA2EA0-FFD3-42EC-9406-B595015ED96E}"/>
          </ac:spMkLst>
        </pc:spChg>
        <pc:spChg chg="add">
          <ac:chgData name="동혁 임" userId="879f4c796d7a5333" providerId="LiveId" clId="{99A0B7FB-7ABD-43B7-B0BE-CF1927BF6B47}" dt="2020-06-06T14:03:09.850" v="48571" actId="26606"/>
          <ac:spMkLst>
            <pc:docMk/>
            <pc:sldMk cId="2731155504" sldId="392"/>
            <ac:spMk id="17" creationId="{D5288BCE-665C-472A-8C43-664BCFA31E43}"/>
          </ac:spMkLst>
        </pc:spChg>
        <pc:spChg chg="add">
          <ac:chgData name="동혁 임" userId="879f4c796d7a5333" providerId="LiveId" clId="{99A0B7FB-7ABD-43B7-B0BE-CF1927BF6B47}" dt="2020-06-06T14:03:09.850" v="48571" actId="26606"/>
          <ac:spMkLst>
            <pc:docMk/>
            <pc:sldMk cId="2731155504" sldId="392"/>
            <ac:spMk id="18" creationId="{46C57131-53A7-4C1A-BEA8-25F06A06AD29}"/>
          </ac:spMkLst>
        </pc:spChg>
      </pc:sldChg>
      <pc:sldChg chg="addSp delSp modSp new mod setBg">
        <pc:chgData name="동혁 임" userId="879f4c796d7a5333" providerId="LiveId" clId="{99A0B7FB-7ABD-43B7-B0BE-CF1927BF6B47}" dt="2020-06-07T02:27:50.551" v="49105" actId="6549"/>
        <pc:sldMkLst>
          <pc:docMk/>
          <pc:sldMk cId="3567813517" sldId="393"/>
        </pc:sldMkLst>
        <pc:spChg chg="mod">
          <ac:chgData name="동혁 임" userId="879f4c796d7a5333" providerId="LiveId" clId="{99A0B7FB-7ABD-43B7-B0BE-CF1927BF6B47}" dt="2020-06-06T14:03:23.766" v="48573" actId="2711"/>
          <ac:spMkLst>
            <pc:docMk/>
            <pc:sldMk cId="3567813517" sldId="393"/>
            <ac:spMk id="2" creationId="{2D3040BF-6601-45B7-BDCD-166C5F667FB0}"/>
          </ac:spMkLst>
        </pc:spChg>
        <pc:spChg chg="del">
          <ac:chgData name="동혁 임" userId="879f4c796d7a5333" providerId="LiveId" clId="{99A0B7FB-7ABD-43B7-B0BE-CF1927BF6B47}" dt="2020-06-05T01:16:53.453" v="26603" actId="931"/>
          <ac:spMkLst>
            <pc:docMk/>
            <pc:sldMk cId="3567813517" sldId="393"/>
            <ac:spMk id="3" creationId="{B5341679-0CF4-45A9-894A-F02DFD7FAEC2}"/>
          </ac:spMkLst>
        </pc:spChg>
        <pc:spChg chg="mod">
          <ac:chgData name="동혁 임" userId="879f4c796d7a5333" providerId="LiveId" clId="{99A0B7FB-7ABD-43B7-B0BE-CF1927BF6B47}" dt="2020-06-07T02:27:50.551" v="49105" actId="6549"/>
          <ac:spMkLst>
            <pc:docMk/>
            <pc:sldMk cId="3567813517" sldId="393"/>
            <ac:spMk id="4" creationId="{5CDA9462-3FD1-4E1E-BC4E-2253C3E6935F}"/>
          </ac:spMkLst>
        </pc:spChg>
        <pc:spChg chg="add">
          <ac:chgData name="동혁 임" userId="879f4c796d7a5333" providerId="LiveId" clId="{99A0B7FB-7ABD-43B7-B0BE-CF1927BF6B47}" dt="2020-06-05T01:18:04.810" v="27019" actId="26606"/>
          <ac:spMkLst>
            <pc:docMk/>
            <pc:sldMk cId="3567813517" sldId="393"/>
            <ac:spMk id="11" creationId="{4E2ED6F9-63C3-4A8D-9BB4-1EA62533B672}"/>
          </ac:spMkLst>
        </pc:spChg>
        <pc:spChg chg="add">
          <ac:chgData name="동혁 임" userId="879f4c796d7a5333" providerId="LiveId" clId="{99A0B7FB-7ABD-43B7-B0BE-CF1927BF6B47}" dt="2020-06-05T01:18:04.810" v="27019" actId="26606"/>
          <ac:spMkLst>
            <pc:docMk/>
            <pc:sldMk cId="3567813517" sldId="393"/>
            <ac:spMk id="13" creationId="{6D72081E-AD41-4FBB-B02B-698A68DBCA5E}"/>
          </ac:spMkLst>
        </pc:spChg>
        <pc:spChg chg="add">
          <ac:chgData name="동혁 임" userId="879f4c796d7a5333" providerId="LiveId" clId="{99A0B7FB-7ABD-43B7-B0BE-CF1927BF6B47}" dt="2020-06-05T01:18:04.810" v="27019" actId="26606"/>
          <ac:spMkLst>
            <pc:docMk/>
            <pc:sldMk cId="3567813517" sldId="393"/>
            <ac:spMk id="15" creationId="{716248AD-805F-41BF-9B57-FC53E5B32F98}"/>
          </ac:spMkLst>
        </pc:spChg>
        <pc:spChg chg="add">
          <ac:chgData name="동혁 임" userId="879f4c796d7a5333" providerId="LiveId" clId="{99A0B7FB-7ABD-43B7-B0BE-CF1927BF6B47}" dt="2020-06-05T01:18:04.810" v="27019" actId="26606"/>
          <ac:spMkLst>
            <pc:docMk/>
            <pc:sldMk cId="3567813517" sldId="393"/>
            <ac:spMk id="17" creationId="{1F82758F-B2B3-4F0A-BB90-4BFFEDD166D6}"/>
          </ac:spMkLst>
        </pc:spChg>
        <pc:picChg chg="add mod modCrop">
          <ac:chgData name="동혁 임" userId="879f4c796d7a5333" providerId="LiveId" clId="{99A0B7FB-7ABD-43B7-B0BE-CF1927BF6B47}" dt="2020-06-05T01:18:53.580" v="27098" actId="18131"/>
          <ac:picMkLst>
            <pc:docMk/>
            <pc:sldMk cId="3567813517" sldId="393"/>
            <ac:picMk id="6" creationId="{C4836F98-F7E5-4339-B8F3-BF85F4B4798F}"/>
          </ac:picMkLst>
        </pc:picChg>
      </pc:sldChg>
      <pc:sldChg chg="addSp delSp modSp new mod setBg">
        <pc:chgData name="동혁 임" userId="879f4c796d7a5333" providerId="LiveId" clId="{99A0B7FB-7ABD-43B7-B0BE-CF1927BF6B47}" dt="2020-06-07T13:58:40.865" v="68538" actId="20577"/>
        <pc:sldMkLst>
          <pc:docMk/>
          <pc:sldMk cId="3850195081" sldId="394"/>
        </pc:sldMkLst>
        <pc:spChg chg="mod">
          <ac:chgData name="동혁 임" userId="879f4c796d7a5333" providerId="LiveId" clId="{99A0B7FB-7ABD-43B7-B0BE-CF1927BF6B47}" dt="2020-06-05T02:10:11.904" v="27978" actId="2711"/>
          <ac:spMkLst>
            <pc:docMk/>
            <pc:sldMk cId="3850195081" sldId="394"/>
            <ac:spMk id="2" creationId="{92C16D84-DA2B-4A94-B1F9-715A25B6E23E}"/>
          </ac:spMkLst>
        </pc:spChg>
        <pc:spChg chg="del mod">
          <ac:chgData name="동혁 임" userId="879f4c796d7a5333" providerId="LiveId" clId="{99A0B7FB-7ABD-43B7-B0BE-CF1927BF6B47}" dt="2020-06-05T02:07:13.714" v="27721" actId="26606"/>
          <ac:spMkLst>
            <pc:docMk/>
            <pc:sldMk cId="3850195081" sldId="394"/>
            <ac:spMk id="3" creationId="{7DC42F8D-785A-4CF9-A353-AEC1300B163D}"/>
          </ac:spMkLst>
        </pc:spChg>
        <pc:spChg chg="add del">
          <ac:chgData name="동혁 임" userId="879f4c796d7a5333" providerId="LiveId" clId="{99A0B7FB-7ABD-43B7-B0BE-CF1927BF6B47}" dt="2020-06-05T02:09:00.743" v="27930" actId="26606"/>
          <ac:spMkLst>
            <pc:docMk/>
            <pc:sldMk cId="3850195081" sldId="394"/>
            <ac:spMk id="9" creationId="{46C2E80F-49A6-4372-B103-219D417A55ED}"/>
          </ac:spMkLst>
        </pc:spChg>
        <pc:spChg chg="add">
          <ac:chgData name="동혁 임" userId="879f4c796d7a5333" providerId="LiveId" clId="{99A0B7FB-7ABD-43B7-B0BE-CF1927BF6B47}" dt="2020-06-05T02:09:50.439" v="27977" actId="26606"/>
          <ac:spMkLst>
            <pc:docMk/>
            <pc:sldMk cId="3850195081" sldId="394"/>
            <ac:spMk id="10" creationId="{53B021B3-DE93-4AB7-8A18-CF5F1CED88B8}"/>
          </ac:spMkLst>
        </pc:spChg>
        <pc:spChg chg="add">
          <ac:chgData name="동혁 임" userId="879f4c796d7a5333" providerId="LiveId" clId="{99A0B7FB-7ABD-43B7-B0BE-CF1927BF6B47}" dt="2020-06-05T02:09:50.439" v="27977" actId="26606"/>
          <ac:spMkLst>
            <pc:docMk/>
            <pc:sldMk cId="3850195081" sldId="394"/>
            <ac:spMk id="12" creationId="{52D502E5-F6B4-4D58-B4AE-FC466FF15EE8}"/>
          </ac:spMkLst>
        </pc:spChg>
        <pc:spChg chg="add">
          <ac:chgData name="동혁 임" userId="879f4c796d7a5333" providerId="LiveId" clId="{99A0B7FB-7ABD-43B7-B0BE-CF1927BF6B47}" dt="2020-06-05T02:09:50.439" v="27977" actId="26606"/>
          <ac:spMkLst>
            <pc:docMk/>
            <pc:sldMk cId="3850195081" sldId="394"/>
            <ac:spMk id="14" creationId="{9DECDBF4-02B6-4BB4-B65B-B8107AD6A9E8}"/>
          </ac:spMkLst>
        </pc:spChg>
        <pc:graphicFrameChg chg="add mod modGraphic">
          <ac:chgData name="동혁 임" userId="879f4c796d7a5333" providerId="LiveId" clId="{99A0B7FB-7ABD-43B7-B0BE-CF1927BF6B47}" dt="2020-06-07T13:58:40.865" v="68538" actId="20577"/>
          <ac:graphicFrameMkLst>
            <pc:docMk/>
            <pc:sldMk cId="3850195081" sldId="394"/>
            <ac:graphicFrameMk id="5" creationId="{7E2D0525-4215-4147-BF3E-23BCD44D0F1F}"/>
          </ac:graphicFrameMkLst>
        </pc:graphicFrameChg>
      </pc:sldChg>
      <pc:sldChg chg="addSp modSp new mod setBg">
        <pc:chgData name="동혁 임" userId="879f4c796d7a5333" providerId="LiveId" clId="{99A0B7FB-7ABD-43B7-B0BE-CF1927BF6B47}" dt="2020-06-05T03:16:59.480" v="28353" actId="20577"/>
        <pc:sldMkLst>
          <pc:docMk/>
          <pc:sldMk cId="258599706" sldId="395"/>
        </pc:sldMkLst>
        <pc:spChg chg="mod">
          <ac:chgData name="동혁 임" userId="879f4c796d7a5333" providerId="LiveId" clId="{99A0B7FB-7ABD-43B7-B0BE-CF1927BF6B47}" dt="2020-06-05T03:16:59.480" v="28353" actId="20577"/>
          <ac:spMkLst>
            <pc:docMk/>
            <pc:sldMk cId="258599706" sldId="395"/>
            <ac:spMk id="2" creationId="{965AD6F2-8664-41D7-9304-8AA28EDC0B93}"/>
          </ac:spMkLst>
        </pc:spChg>
        <pc:spChg chg="mod">
          <ac:chgData name="동혁 임" userId="879f4c796d7a5333" providerId="LiveId" clId="{99A0B7FB-7ABD-43B7-B0BE-CF1927BF6B47}" dt="2020-06-05T02:41:21.848" v="28133" actId="2711"/>
          <ac:spMkLst>
            <pc:docMk/>
            <pc:sldMk cId="258599706" sldId="395"/>
            <ac:spMk id="3" creationId="{8EF10923-B0BD-43D2-8780-0149C6E482B0}"/>
          </ac:spMkLst>
        </pc:spChg>
        <pc:spChg chg="add">
          <ac:chgData name="동혁 임" userId="879f4c796d7a5333" providerId="LiveId" clId="{99A0B7FB-7ABD-43B7-B0BE-CF1927BF6B47}" dt="2020-06-05T02:41:12.454" v="28132" actId="26606"/>
          <ac:spMkLst>
            <pc:docMk/>
            <pc:sldMk cId="258599706" sldId="395"/>
            <ac:spMk id="8" creationId="{1ACA2EA0-FFD3-42EC-9406-B595015ED96E}"/>
          </ac:spMkLst>
        </pc:spChg>
        <pc:spChg chg="add">
          <ac:chgData name="동혁 임" userId="879f4c796d7a5333" providerId="LiveId" clId="{99A0B7FB-7ABD-43B7-B0BE-CF1927BF6B47}" dt="2020-06-05T02:41:12.454" v="28132" actId="26606"/>
          <ac:spMkLst>
            <pc:docMk/>
            <pc:sldMk cId="258599706" sldId="395"/>
            <ac:spMk id="10" creationId="{D5288BCE-665C-472A-8C43-664BCFA31E43}"/>
          </ac:spMkLst>
        </pc:spChg>
        <pc:spChg chg="add">
          <ac:chgData name="동혁 임" userId="879f4c796d7a5333" providerId="LiveId" clId="{99A0B7FB-7ABD-43B7-B0BE-CF1927BF6B47}" dt="2020-06-05T02:41:12.454" v="28132" actId="26606"/>
          <ac:spMkLst>
            <pc:docMk/>
            <pc:sldMk cId="258599706" sldId="395"/>
            <ac:spMk id="12" creationId="{46C57131-53A7-4C1A-BEA8-25F06A06AD29}"/>
          </ac:spMkLst>
        </pc:spChg>
      </pc:sldChg>
      <pc:sldChg chg="addSp delSp modSp new mod setBg">
        <pc:chgData name="동혁 임" userId="879f4c796d7a5333" providerId="LiveId" clId="{99A0B7FB-7ABD-43B7-B0BE-CF1927BF6B47}" dt="2020-06-05T03:24:34.060" v="29651" actId="6549"/>
        <pc:sldMkLst>
          <pc:docMk/>
          <pc:sldMk cId="4252249026" sldId="396"/>
        </pc:sldMkLst>
        <pc:spChg chg="mod ord">
          <ac:chgData name="동혁 임" userId="879f4c796d7a5333" providerId="LiveId" clId="{99A0B7FB-7ABD-43B7-B0BE-CF1927BF6B47}" dt="2020-06-05T03:18:15.041" v="28681" actId="2711"/>
          <ac:spMkLst>
            <pc:docMk/>
            <pc:sldMk cId="4252249026" sldId="396"/>
            <ac:spMk id="2" creationId="{7F149B84-84BD-4213-AFC4-E0EC2EABAC6A}"/>
          </ac:spMkLst>
        </pc:spChg>
        <pc:spChg chg="del">
          <ac:chgData name="동혁 임" userId="879f4c796d7a5333" providerId="LiveId" clId="{99A0B7FB-7ABD-43B7-B0BE-CF1927BF6B47}" dt="2020-06-05T03:17:11.989" v="28354" actId="931"/>
          <ac:spMkLst>
            <pc:docMk/>
            <pc:sldMk cId="4252249026" sldId="396"/>
            <ac:spMk id="3" creationId="{DF7674A1-BE19-4E02-AE71-3CC2D95B91D3}"/>
          </ac:spMkLst>
        </pc:spChg>
        <pc:spChg chg="mod">
          <ac:chgData name="동혁 임" userId="879f4c796d7a5333" providerId="LiveId" clId="{99A0B7FB-7ABD-43B7-B0BE-CF1927BF6B47}" dt="2020-06-05T03:24:34.060" v="29651" actId="6549"/>
          <ac:spMkLst>
            <pc:docMk/>
            <pc:sldMk cId="4252249026" sldId="396"/>
            <ac:spMk id="4" creationId="{3418E96B-5D53-4473-80BF-D2D5D853F49C}"/>
          </ac:spMkLst>
        </pc:spChg>
        <pc:spChg chg="add">
          <ac:chgData name="동혁 임" userId="879f4c796d7a5333" providerId="LiveId" clId="{99A0B7FB-7ABD-43B7-B0BE-CF1927BF6B47}" dt="2020-06-05T03:18:08.293" v="28680" actId="26606"/>
          <ac:spMkLst>
            <pc:docMk/>
            <pc:sldMk cId="4252249026" sldId="396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5T03:18:08.293" v="28680" actId="26606"/>
          <ac:spMkLst>
            <pc:docMk/>
            <pc:sldMk cId="4252249026" sldId="396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5T03:18:08.293" v="28680" actId="26606"/>
          <ac:spMkLst>
            <pc:docMk/>
            <pc:sldMk cId="4252249026" sldId="396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5T03:18:08.293" v="28680" actId="26606"/>
          <ac:spMkLst>
            <pc:docMk/>
            <pc:sldMk cId="4252249026" sldId="396"/>
            <ac:spMk id="17" creationId="{281E2DF8-F6D8-4E5C-B76E-E082FD8C1FBD}"/>
          </ac:spMkLst>
        </pc:spChg>
        <pc:picChg chg="add mod modCrop">
          <ac:chgData name="동혁 임" userId="879f4c796d7a5333" providerId="LiveId" clId="{99A0B7FB-7ABD-43B7-B0BE-CF1927BF6B47}" dt="2020-06-05T03:19:24.570" v="28827" actId="18131"/>
          <ac:picMkLst>
            <pc:docMk/>
            <pc:sldMk cId="4252249026" sldId="396"/>
            <ac:picMk id="6" creationId="{ADAE47A9-950F-4275-A755-CCE7F528A7D1}"/>
          </ac:picMkLst>
        </pc:picChg>
      </pc:sldChg>
      <pc:sldChg chg="addSp delSp modSp add mod setBg delDesignElem">
        <pc:chgData name="동혁 임" userId="879f4c796d7a5333" providerId="LiveId" clId="{99A0B7FB-7ABD-43B7-B0BE-CF1927BF6B47}" dt="2020-06-07T13:28:53.576" v="68505" actId="5793"/>
        <pc:sldMkLst>
          <pc:docMk/>
          <pc:sldMk cId="141555550" sldId="397"/>
        </pc:sldMkLst>
        <pc:spChg chg="mod ord">
          <ac:chgData name="동혁 임" userId="879f4c796d7a5333" providerId="LiveId" clId="{99A0B7FB-7ABD-43B7-B0BE-CF1927BF6B47}" dt="2020-06-07T13:28:49.769" v="68502" actId="2711"/>
          <ac:spMkLst>
            <pc:docMk/>
            <pc:sldMk cId="141555550" sldId="397"/>
            <ac:spMk id="4" creationId="{F3074928-E5CF-43B4-9203-C35C807939B9}"/>
          </ac:spMkLst>
        </pc:spChg>
        <pc:spChg chg="mod">
          <ac:chgData name="동혁 임" userId="879f4c796d7a5333" providerId="LiveId" clId="{99A0B7FB-7ABD-43B7-B0BE-CF1927BF6B47}" dt="2020-06-07T13:28:53.576" v="68505" actId="5793"/>
          <ac:spMkLst>
            <pc:docMk/>
            <pc:sldMk cId="141555550" sldId="397"/>
            <ac:spMk id="6" creationId="{1E2A8BFF-D6AB-4EDA-9581-5A391082B812}"/>
          </ac:spMkLst>
        </pc:spChg>
        <pc:spChg chg="add del">
          <ac:chgData name="동혁 임" userId="879f4c796d7a5333" providerId="LiveId" clId="{99A0B7FB-7ABD-43B7-B0BE-CF1927BF6B47}" dt="2020-06-07T13:25:08.626" v="67580" actId="26606"/>
          <ac:spMkLst>
            <pc:docMk/>
            <pc:sldMk cId="141555550" sldId="397"/>
            <ac:spMk id="29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3:25:08.626" v="67580" actId="26606"/>
          <ac:spMkLst>
            <pc:docMk/>
            <pc:sldMk cId="141555550" sldId="397"/>
            <ac:spMk id="31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3:25:08.626" v="67580" actId="26606"/>
          <ac:spMkLst>
            <pc:docMk/>
            <pc:sldMk cId="141555550" sldId="397"/>
            <ac:spMk id="33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3:25:08.626" v="67580" actId="26606"/>
          <ac:spMkLst>
            <pc:docMk/>
            <pc:sldMk cId="141555550" sldId="397"/>
            <ac:spMk id="35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3:25:08.618" v="67579" actId="26606"/>
          <ac:spMkLst>
            <pc:docMk/>
            <pc:sldMk cId="141555550" sldId="397"/>
            <ac:spMk id="40" creationId="{231BF440-39FA-4087-84CC-2EEC0BBDAF29}"/>
          </ac:spMkLst>
        </pc:spChg>
        <pc:spChg chg="add del">
          <ac:chgData name="동혁 임" userId="879f4c796d7a5333" providerId="LiveId" clId="{99A0B7FB-7ABD-43B7-B0BE-CF1927BF6B47}" dt="2020-06-07T13:25:08.618" v="67579" actId="26606"/>
          <ac:spMkLst>
            <pc:docMk/>
            <pc:sldMk cId="141555550" sldId="397"/>
            <ac:spMk id="42" creationId="{F04E4CBA-303B-48BD-8451-C2701CB0EEBF}"/>
          </ac:spMkLst>
        </pc:spChg>
        <pc:spChg chg="add del">
          <ac:chgData name="동혁 임" userId="879f4c796d7a5333" providerId="LiveId" clId="{99A0B7FB-7ABD-43B7-B0BE-CF1927BF6B47}" dt="2020-06-07T13:25:08.618" v="67579" actId="26606"/>
          <ac:spMkLst>
            <pc:docMk/>
            <pc:sldMk cId="141555550" sldId="397"/>
            <ac:spMk id="44" creationId="{F6CA58B3-AFCC-4A40-9882-50D5080879B0}"/>
          </ac:spMkLst>
        </pc:spChg>
        <pc:spChg chg="add del">
          <ac:chgData name="동혁 임" userId="879f4c796d7a5333" providerId="LiveId" clId="{99A0B7FB-7ABD-43B7-B0BE-CF1927BF6B47}" dt="2020-06-07T13:25:08.618" v="67579" actId="26606"/>
          <ac:spMkLst>
            <pc:docMk/>
            <pc:sldMk cId="141555550" sldId="397"/>
            <ac:spMk id="46" creationId="{75C56826-D4E5-42ED-8529-079651CB3005}"/>
          </ac:spMkLst>
        </pc:spChg>
        <pc:spChg chg="add del">
          <ac:chgData name="동혁 임" userId="879f4c796d7a5333" providerId="LiveId" clId="{99A0B7FB-7ABD-43B7-B0BE-CF1927BF6B47}" dt="2020-06-07T13:25:08.618" v="67579" actId="26606"/>
          <ac:spMkLst>
            <pc:docMk/>
            <pc:sldMk cId="141555550" sldId="397"/>
            <ac:spMk id="48" creationId="{82095FCE-EF05-4443-B97A-85DEE3A5CA17}"/>
          </ac:spMkLst>
        </pc:spChg>
        <pc:spChg chg="add del">
          <ac:chgData name="동혁 임" userId="879f4c796d7a5333" providerId="LiveId" clId="{99A0B7FB-7ABD-43B7-B0BE-CF1927BF6B47}" dt="2020-06-07T13:25:08.618" v="67579" actId="26606"/>
          <ac:spMkLst>
            <pc:docMk/>
            <pc:sldMk cId="141555550" sldId="397"/>
            <ac:spMk id="50" creationId="{CA00AE6B-AA30-4CF8-BA6F-339B780AD76C}"/>
          </ac:spMkLst>
        </pc:spChg>
        <pc:spChg chg="add del">
          <ac:chgData name="동혁 임" userId="879f4c796d7a5333" providerId="LiveId" clId="{99A0B7FB-7ABD-43B7-B0BE-CF1927BF6B47}" dt="2020-06-07T13:26:52.002" v="67914" actId="26606"/>
          <ac:spMkLst>
            <pc:docMk/>
            <pc:sldMk cId="141555550" sldId="397"/>
            <ac:spMk id="52" creationId="{DB90EDA9-2517-46EC-B6D4-3918D04786C1}"/>
          </ac:spMkLst>
        </pc:spChg>
        <pc:spChg chg="add del">
          <ac:chgData name="동혁 임" userId="879f4c796d7a5333" providerId="LiveId" clId="{99A0B7FB-7ABD-43B7-B0BE-CF1927BF6B47}" dt="2020-06-07T13:26:52.002" v="67914" actId="26606"/>
          <ac:spMkLst>
            <pc:docMk/>
            <pc:sldMk cId="141555550" sldId="397"/>
            <ac:spMk id="53" creationId="{D449B1F2-532C-44C7-8AC7-28EA15EE02CB}"/>
          </ac:spMkLst>
        </pc:spChg>
        <pc:spChg chg="add del">
          <ac:chgData name="동혁 임" userId="879f4c796d7a5333" providerId="LiveId" clId="{99A0B7FB-7ABD-43B7-B0BE-CF1927BF6B47}" dt="2020-06-07T13:26:52.002" v="67914" actId="26606"/>
          <ac:spMkLst>
            <pc:docMk/>
            <pc:sldMk cId="141555550" sldId="397"/>
            <ac:spMk id="54" creationId="{EE7D3784-5CF9-4282-9B1C-523957852BF6}"/>
          </ac:spMkLst>
        </pc:spChg>
        <pc:spChg chg="add del">
          <ac:chgData name="동혁 임" userId="879f4c796d7a5333" providerId="LiveId" clId="{99A0B7FB-7ABD-43B7-B0BE-CF1927BF6B47}" dt="2020-06-07T13:26:51.994" v="67913" actId="26606"/>
          <ac:spMkLst>
            <pc:docMk/>
            <pc:sldMk cId="141555550" sldId="397"/>
            <ac:spMk id="59" creationId="{3CE5203E-F2D1-469A-A50E-9C6654211B85}"/>
          </ac:spMkLst>
        </pc:spChg>
        <pc:spChg chg="add del">
          <ac:chgData name="동혁 임" userId="879f4c796d7a5333" providerId="LiveId" clId="{99A0B7FB-7ABD-43B7-B0BE-CF1927BF6B47}" dt="2020-06-07T13:26:51.994" v="67913" actId="26606"/>
          <ac:spMkLst>
            <pc:docMk/>
            <pc:sldMk cId="141555550" sldId="397"/>
            <ac:spMk id="61" creationId="{9080D120-BD54-46E1-BA37-82F5E8089E90}"/>
          </ac:spMkLst>
        </pc:spChg>
        <pc:spChg chg="add del">
          <ac:chgData name="동혁 임" userId="879f4c796d7a5333" providerId="LiveId" clId="{99A0B7FB-7ABD-43B7-B0BE-CF1927BF6B47}" dt="2020-06-07T13:26:51.994" v="67913" actId="26606"/>
          <ac:spMkLst>
            <pc:docMk/>
            <pc:sldMk cId="141555550" sldId="397"/>
            <ac:spMk id="63" creationId="{81D83946-74FA-498A-AC80-9926F041B5C5}"/>
          </ac:spMkLst>
        </pc:spChg>
        <pc:spChg chg="add del">
          <ac:chgData name="동혁 임" userId="879f4c796d7a5333" providerId="LiveId" clId="{99A0B7FB-7ABD-43B7-B0BE-CF1927BF6B47}" dt="2020-06-07T13:26:51.994" v="67913" actId="26606"/>
          <ac:spMkLst>
            <pc:docMk/>
            <pc:sldMk cId="141555550" sldId="397"/>
            <ac:spMk id="65" creationId="{5060D983-8B52-443A-8183-2A1DE05618B5}"/>
          </ac:spMkLst>
        </pc:spChg>
        <pc:spChg chg="add">
          <ac:chgData name="동혁 임" userId="879f4c796d7a5333" providerId="LiveId" clId="{99A0B7FB-7ABD-43B7-B0BE-CF1927BF6B47}" dt="2020-06-07T13:26:52.002" v="67914" actId="26606"/>
          <ac:spMkLst>
            <pc:docMk/>
            <pc:sldMk cId="141555550" sldId="397"/>
            <ac:spMk id="67" creationId="{6D731904-7733-45B0-902C-289497204C19}"/>
          </ac:spMkLst>
        </pc:spChg>
        <pc:spChg chg="add">
          <ac:chgData name="동혁 임" userId="879f4c796d7a5333" providerId="LiveId" clId="{99A0B7FB-7ABD-43B7-B0BE-CF1927BF6B47}" dt="2020-06-07T13:26:52.002" v="67914" actId="26606"/>
          <ac:spMkLst>
            <pc:docMk/>
            <pc:sldMk cId="141555550" sldId="397"/>
            <ac:spMk id="68" creationId="{504E6397-35D7-4AEC-9DA9-B7F6B12B88A5}"/>
          </ac:spMkLst>
        </pc:spChg>
        <pc:spChg chg="add">
          <ac:chgData name="동혁 임" userId="879f4c796d7a5333" providerId="LiveId" clId="{99A0B7FB-7ABD-43B7-B0BE-CF1927BF6B47}" dt="2020-06-07T13:26:52.002" v="67914" actId="26606"/>
          <ac:spMkLst>
            <pc:docMk/>
            <pc:sldMk cId="141555550" sldId="397"/>
            <ac:spMk id="69" creationId="{62C5A04F-2AEB-4631-8314-A8B812E1EC8E}"/>
          </ac:spMkLst>
        </pc:spChg>
        <pc:spChg chg="add">
          <ac:chgData name="동혁 임" userId="879f4c796d7a5333" providerId="LiveId" clId="{99A0B7FB-7ABD-43B7-B0BE-CF1927BF6B47}" dt="2020-06-07T13:26:52.002" v="67914" actId="26606"/>
          <ac:spMkLst>
            <pc:docMk/>
            <pc:sldMk cId="141555550" sldId="397"/>
            <ac:spMk id="70" creationId="{4B2B1C70-BF3F-41BD-871B-63D8F911F77B}"/>
          </ac:spMkLst>
        </pc:spChg>
        <pc:spChg chg="del">
          <ac:chgData name="동혁 임" userId="879f4c796d7a5333" providerId="LiveId" clId="{99A0B7FB-7ABD-43B7-B0BE-CF1927BF6B47}" dt="2020-06-05T03:13:44.091" v="28136"/>
          <ac:spMkLst>
            <pc:docMk/>
            <pc:sldMk cId="141555550" sldId="397"/>
            <ac:spMk id="108" creationId="{0C2F8F76-4F55-4ED5-AC3D-1714C449C867}"/>
          </ac:spMkLst>
        </pc:spChg>
        <pc:spChg chg="del">
          <ac:chgData name="동혁 임" userId="879f4c796d7a5333" providerId="LiveId" clId="{99A0B7FB-7ABD-43B7-B0BE-CF1927BF6B47}" dt="2020-06-05T03:13:44.091" v="28136"/>
          <ac:spMkLst>
            <pc:docMk/>
            <pc:sldMk cId="141555550" sldId="397"/>
            <ac:spMk id="110" creationId="{57F6BDD4-E066-4008-8011-6CC31AEB4556}"/>
          </ac:spMkLst>
        </pc:spChg>
        <pc:spChg chg="del">
          <ac:chgData name="동혁 임" userId="879f4c796d7a5333" providerId="LiveId" clId="{99A0B7FB-7ABD-43B7-B0BE-CF1927BF6B47}" dt="2020-06-05T03:13:44.091" v="28136"/>
          <ac:spMkLst>
            <pc:docMk/>
            <pc:sldMk cId="141555550" sldId="397"/>
            <ac:spMk id="112" creationId="{2711A8FB-68FC-45FC-B01E-38F809E2D439}"/>
          </ac:spMkLst>
        </pc:spChg>
        <pc:spChg chg="del">
          <ac:chgData name="동혁 임" userId="879f4c796d7a5333" providerId="LiveId" clId="{99A0B7FB-7ABD-43B7-B0BE-CF1927BF6B47}" dt="2020-06-05T03:13:44.091" v="28136"/>
          <ac:spMkLst>
            <pc:docMk/>
            <pc:sldMk cId="141555550" sldId="397"/>
            <ac:spMk id="114" creationId="{281E2DF8-F6D8-4E5C-B76E-E082FD8C1FBD}"/>
          </ac:spMkLst>
        </pc:spChg>
        <pc:picChg chg="add mod ord modCrop">
          <ac:chgData name="동혁 임" userId="879f4c796d7a5333" providerId="LiveId" clId="{99A0B7FB-7ABD-43B7-B0BE-CF1927BF6B47}" dt="2020-06-07T13:28:38.272" v="68500" actId="1076"/>
          <ac:picMkLst>
            <pc:docMk/>
            <pc:sldMk cId="141555550" sldId="397"/>
            <ac:picMk id="3" creationId="{EC52E69B-6317-43A1-9DBA-77520EB09EAD}"/>
          </ac:picMkLst>
        </pc:picChg>
        <pc:picChg chg="mod ord">
          <ac:chgData name="동혁 임" userId="879f4c796d7a5333" providerId="LiveId" clId="{99A0B7FB-7ABD-43B7-B0BE-CF1927BF6B47}" dt="2020-06-07T13:26:58.960" v="67916" actId="1076"/>
          <ac:picMkLst>
            <pc:docMk/>
            <pc:sldMk cId="141555550" sldId="397"/>
            <ac:picMk id="24" creationId="{8C2B92BA-DD07-4DAE-B763-130EBF203674}"/>
          </ac:picMkLst>
        </pc:picChg>
      </pc:sldChg>
      <pc:sldChg chg="addSp delSp modSp new mod setBg">
        <pc:chgData name="동혁 임" userId="879f4c796d7a5333" providerId="LiveId" clId="{99A0B7FB-7ABD-43B7-B0BE-CF1927BF6B47}" dt="2020-06-05T03:22:18.128" v="29258" actId="6549"/>
        <pc:sldMkLst>
          <pc:docMk/>
          <pc:sldMk cId="1572611853" sldId="398"/>
        </pc:sldMkLst>
        <pc:spChg chg="mod ord">
          <ac:chgData name="동혁 임" userId="879f4c796d7a5333" providerId="LiveId" clId="{99A0B7FB-7ABD-43B7-B0BE-CF1927BF6B47}" dt="2020-06-05T03:21:19.679" v="29254" actId="2711"/>
          <ac:spMkLst>
            <pc:docMk/>
            <pc:sldMk cId="1572611853" sldId="398"/>
            <ac:spMk id="2" creationId="{93BD1346-124A-45A3-9337-AF600A19B512}"/>
          </ac:spMkLst>
        </pc:spChg>
        <pc:spChg chg="del">
          <ac:chgData name="동혁 임" userId="879f4c796d7a5333" providerId="LiveId" clId="{99A0B7FB-7ABD-43B7-B0BE-CF1927BF6B47}" dt="2020-06-05T03:19:47.920" v="28829" actId="931"/>
          <ac:spMkLst>
            <pc:docMk/>
            <pc:sldMk cId="1572611853" sldId="398"/>
            <ac:spMk id="3" creationId="{956A470F-FED7-415B-93A0-A16D797D019C}"/>
          </ac:spMkLst>
        </pc:spChg>
        <pc:spChg chg="mod">
          <ac:chgData name="동혁 임" userId="879f4c796d7a5333" providerId="LiveId" clId="{99A0B7FB-7ABD-43B7-B0BE-CF1927BF6B47}" dt="2020-06-05T03:22:18.128" v="29258" actId="6549"/>
          <ac:spMkLst>
            <pc:docMk/>
            <pc:sldMk cId="1572611853" sldId="398"/>
            <ac:spMk id="4" creationId="{9DF8074E-046C-4F8D-B7D0-8665F74B993E}"/>
          </ac:spMkLst>
        </pc:spChg>
        <pc:spChg chg="add">
          <ac:chgData name="동혁 임" userId="879f4c796d7a5333" providerId="LiveId" clId="{99A0B7FB-7ABD-43B7-B0BE-CF1927BF6B47}" dt="2020-06-05T03:21:13.652" v="29253" actId="26606"/>
          <ac:spMkLst>
            <pc:docMk/>
            <pc:sldMk cId="1572611853" sldId="398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5T03:21:13.652" v="29253" actId="26606"/>
          <ac:spMkLst>
            <pc:docMk/>
            <pc:sldMk cId="1572611853" sldId="398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5T03:21:13.652" v="29253" actId="26606"/>
          <ac:spMkLst>
            <pc:docMk/>
            <pc:sldMk cId="1572611853" sldId="398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5T03:21:13.652" v="29253" actId="26606"/>
          <ac:spMkLst>
            <pc:docMk/>
            <pc:sldMk cId="1572611853" sldId="398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5T03:21:13.652" v="29253" actId="26606"/>
          <ac:picMkLst>
            <pc:docMk/>
            <pc:sldMk cId="1572611853" sldId="398"/>
            <ac:picMk id="6" creationId="{DCFBC5DB-7112-4CFF-8CBE-F530B8722AFE}"/>
          </ac:picMkLst>
        </pc:picChg>
      </pc:sldChg>
      <pc:sldChg chg="addSp delSp modSp new mod setBg">
        <pc:chgData name="동혁 임" userId="879f4c796d7a5333" providerId="LiveId" clId="{99A0B7FB-7ABD-43B7-B0BE-CF1927BF6B47}" dt="2020-06-05T03:25:19.278" v="29737" actId="20577"/>
        <pc:sldMkLst>
          <pc:docMk/>
          <pc:sldMk cId="2828430501" sldId="399"/>
        </pc:sldMkLst>
        <pc:spChg chg="mod ord">
          <ac:chgData name="동혁 임" userId="879f4c796d7a5333" providerId="LiveId" clId="{99A0B7FB-7ABD-43B7-B0BE-CF1927BF6B47}" dt="2020-06-05T03:25:10.388" v="29733" actId="2711"/>
          <ac:spMkLst>
            <pc:docMk/>
            <pc:sldMk cId="2828430501" sldId="399"/>
            <ac:spMk id="2" creationId="{49101A40-BA70-48E2-81AC-188627C9EE63}"/>
          </ac:spMkLst>
        </pc:spChg>
        <pc:spChg chg="del">
          <ac:chgData name="동혁 임" userId="879f4c796d7a5333" providerId="LiveId" clId="{99A0B7FB-7ABD-43B7-B0BE-CF1927BF6B47}" dt="2020-06-05T03:22:52.355" v="29261" actId="931"/>
          <ac:spMkLst>
            <pc:docMk/>
            <pc:sldMk cId="2828430501" sldId="399"/>
            <ac:spMk id="3" creationId="{6917FCBF-C5CE-4565-A96E-8A471371C8B3}"/>
          </ac:spMkLst>
        </pc:spChg>
        <pc:spChg chg="mod">
          <ac:chgData name="동혁 임" userId="879f4c796d7a5333" providerId="LiveId" clId="{99A0B7FB-7ABD-43B7-B0BE-CF1927BF6B47}" dt="2020-06-05T03:25:19.278" v="29737" actId="20577"/>
          <ac:spMkLst>
            <pc:docMk/>
            <pc:sldMk cId="2828430501" sldId="399"/>
            <ac:spMk id="4" creationId="{2EBA80D7-D862-4F18-9CB0-77F3AE8C4DBD}"/>
          </ac:spMkLst>
        </pc:spChg>
        <pc:spChg chg="add">
          <ac:chgData name="동혁 임" userId="879f4c796d7a5333" providerId="LiveId" clId="{99A0B7FB-7ABD-43B7-B0BE-CF1927BF6B47}" dt="2020-06-05T03:25:06.037" v="29732" actId="26606"/>
          <ac:spMkLst>
            <pc:docMk/>
            <pc:sldMk cId="2828430501" sldId="399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5T03:25:06.037" v="29732" actId="26606"/>
          <ac:spMkLst>
            <pc:docMk/>
            <pc:sldMk cId="2828430501" sldId="399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5T03:25:06.037" v="29732" actId="26606"/>
          <ac:spMkLst>
            <pc:docMk/>
            <pc:sldMk cId="2828430501" sldId="399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5T03:25:06.037" v="29732" actId="26606"/>
          <ac:spMkLst>
            <pc:docMk/>
            <pc:sldMk cId="2828430501" sldId="399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5T03:25:06.037" v="29732" actId="26606"/>
          <ac:picMkLst>
            <pc:docMk/>
            <pc:sldMk cId="2828430501" sldId="399"/>
            <ac:picMk id="6" creationId="{36C993C1-8245-41D9-B74B-5B3069F5BDAD}"/>
          </ac:picMkLst>
        </pc:picChg>
      </pc:sldChg>
      <pc:sldChg chg="addSp delSp modSp new mod setBg">
        <pc:chgData name="동혁 임" userId="879f4c796d7a5333" providerId="LiveId" clId="{99A0B7FB-7ABD-43B7-B0BE-CF1927BF6B47}" dt="2020-06-05T03:26:19.252" v="29992" actId="2711"/>
        <pc:sldMkLst>
          <pc:docMk/>
          <pc:sldMk cId="3129511184" sldId="400"/>
        </pc:sldMkLst>
        <pc:spChg chg="mod ord">
          <ac:chgData name="동혁 임" userId="879f4c796d7a5333" providerId="LiveId" clId="{99A0B7FB-7ABD-43B7-B0BE-CF1927BF6B47}" dt="2020-06-05T03:26:19.252" v="29992" actId="2711"/>
          <ac:spMkLst>
            <pc:docMk/>
            <pc:sldMk cId="3129511184" sldId="400"/>
            <ac:spMk id="2" creationId="{969178F6-E506-4D0A-A317-50F069A2D838}"/>
          </ac:spMkLst>
        </pc:spChg>
        <pc:spChg chg="del">
          <ac:chgData name="동혁 임" userId="879f4c796d7a5333" providerId="LiveId" clId="{99A0B7FB-7ABD-43B7-B0BE-CF1927BF6B47}" dt="2020-06-05T03:25:29.594" v="29740" actId="931"/>
          <ac:spMkLst>
            <pc:docMk/>
            <pc:sldMk cId="3129511184" sldId="400"/>
            <ac:spMk id="3" creationId="{C95533CE-157E-465D-B47E-8A98C3D26CE7}"/>
          </ac:spMkLst>
        </pc:spChg>
        <pc:spChg chg="mod">
          <ac:chgData name="동혁 임" userId="879f4c796d7a5333" providerId="LiveId" clId="{99A0B7FB-7ABD-43B7-B0BE-CF1927BF6B47}" dt="2020-06-05T03:26:19.252" v="29992" actId="2711"/>
          <ac:spMkLst>
            <pc:docMk/>
            <pc:sldMk cId="3129511184" sldId="400"/>
            <ac:spMk id="4" creationId="{669F903F-5E85-45CD-87C1-808F6BA77688}"/>
          </ac:spMkLst>
        </pc:spChg>
        <pc:spChg chg="add">
          <ac:chgData name="동혁 임" userId="879f4c796d7a5333" providerId="LiveId" clId="{99A0B7FB-7ABD-43B7-B0BE-CF1927BF6B47}" dt="2020-06-05T03:26:15.466" v="29991" actId="26606"/>
          <ac:spMkLst>
            <pc:docMk/>
            <pc:sldMk cId="3129511184" sldId="400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5T03:26:15.466" v="29991" actId="26606"/>
          <ac:spMkLst>
            <pc:docMk/>
            <pc:sldMk cId="3129511184" sldId="400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5T03:26:15.466" v="29991" actId="26606"/>
          <ac:spMkLst>
            <pc:docMk/>
            <pc:sldMk cId="3129511184" sldId="400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5T03:26:15.466" v="29991" actId="26606"/>
          <ac:spMkLst>
            <pc:docMk/>
            <pc:sldMk cId="3129511184" sldId="400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5T03:26:15.466" v="29991" actId="26606"/>
          <ac:picMkLst>
            <pc:docMk/>
            <pc:sldMk cId="3129511184" sldId="400"/>
            <ac:picMk id="6" creationId="{B1891A85-0AF3-415A-9A8F-F07E34C0A937}"/>
          </ac:picMkLst>
        </pc:picChg>
      </pc:sldChg>
      <pc:sldChg chg="addSp delSp modSp new mod setBg">
        <pc:chgData name="동혁 임" userId="879f4c796d7a5333" providerId="LiveId" clId="{99A0B7FB-7ABD-43B7-B0BE-CF1927BF6B47}" dt="2020-06-05T03:28:04.716" v="30308" actId="2711"/>
        <pc:sldMkLst>
          <pc:docMk/>
          <pc:sldMk cId="1698190000" sldId="401"/>
        </pc:sldMkLst>
        <pc:spChg chg="mod ord">
          <ac:chgData name="동혁 임" userId="879f4c796d7a5333" providerId="LiveId" clId="{99A0B7FB-7ABD-43B7-B0BE-CF1927BF6B47}" dt="2020-06-05T03:28:04.716" v="30308" actId="2711"/>
          <ac:spMkLst>
            <pc:docMk/>
            <pc:sldMk cId="1698190000" sldId="401"/>
            <ac:spMk id="2" creationId="{3EC90759-BCF9-4D25-9DCD-F5AD76141402}"/>
          </ac:spMkLst>
        </pc:spChg>
        <pc:spChg chg="del">
          <ac:chgData name="동혁 임" userId="879f4c796d7a5333" providerId="LiveId" clId="{99A0B7FB-7ABD-43B7-B0BE-CF1927BF6B47}" dt="2020-06-05T03:26:40.788" v="29995" actId="931"/>
          <ac:spMkLst>
            <pc:docMk/>
            <pc:sldMk cId="1698190000" sldId="401"/>
            <ac:spMk id="3" creationId="{C9BB4370-EC27-476B-86F8-18536E931ECB}"/>
          </ac:spMkLst>
        </pc:spChg>
        <pc:spChg chg="mod">
          <ac:chgData name="동혁 임" userId="879f4c796d7a5333" providerId="LiveId" clId="{99A0B7FB-7ABD-43B7-B0BE-CF1927BF6B47}" dt="2020-06-05T03:28:04.716" v="30308" actId="2711"/>
          <ac:spMkLst>
            <pc:docMk/>
            <pc:sldMk cId="1698190000" sldId="401"/>
            <ac:spMk id="4" creationId="{707E75D7-74A5-49D9-A15C-D045BD6B3DAE}"/>
          </ac:spMkLst>
        </pc:spChg>
        <pc:spChg chg="add">
          <ac:chgData name="동혁 임" userId="879f4c796d7a5333" providerId="LiveId" clId="{99A0B7FB-7ABD-43B7-B0BE-CF1927BF6B47}" dt="2020-06-05T03:27:32.947" v="30259" actId="26606"/>
          <ac:spMkLst>
            <pc:docMk/>
            <pc:sldMk cId="1698190000" sldId="401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5T03:27:32.947" v="30259" actId="26606"/>
          <ac:spMkLst>
            <pc:docMk/>
            <pc:sldMk cId="1698190000" sldId="401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5T03:27:32.947" v="30259" actId="26606"/>
          <ac:spMkLst>
            <pc:docMk/>
            <pc:sldMk cId="1698190000" sldId="401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5T03:27:32.947" v="30259" actId="26606"/>
          <ac:spMkLst>
            <pc:docMk/>
            <pc:sldMk cId="1698190000" sldId="401"/>
            <ac:spMk id="17" creationId="{281E2DF8-F6D8-4E5C-B76E-E082FD8C1FBD}"/>
          </ac:spMkLst>
        </pc:spChg>
        <pc:picChg chg="add mod modCrop">
          <ac:chgData name="동혁 임" userId="879f4c796d7a5333" providerId="LiveId" clId="{99A0B7FB-7ABD-43B7-B0BE-CF1927BF6B47}" dt="2020-06-05T03:27:58.280" v="30307" actId="18131"/>
          <ac:picMkLst>
            <pc:docMk/>
            <pc:sldMk cId="1698190000" sldId="401"/>
            <ac:picMk id="6" creationId="{AC1B4181-12F4-4D05-B15A-68877FFCD957}"/>
          </ac:picMkLst>
        </pc:picChg>
      </pc:sldChg>
      <pc:sldChg chg="addSp delSp modSp new mod setBg">
        <pc:chgData name="동혁 임" userId="879f4c796d7a5333" providerId="LiveId" clId="{99A0B7FB-7ABD-43B7-B0BE-CF1927BF6B47}" dt="2020-06-05T03:30:05.195" v="30743" actId="2711"/>
        <pc:sldMkLst>
          <pc:docMk/>
          <pc:sldMk cId="2720406447" sldId="402"/>
        </pc:sldMkLst>
        <pc:spChg chg="mod ord">
          <ac:chgData name="동혁 임" userId="879f4c796d7a5333" providerId="LiveId" clId="{99A0B7FB-7ABD-43B7-B0BE-CF1927BF6B47}" dt="2020-06-05T03:30:05.195" v="30743" actId="2711"/>
          <ac:spMkLst>
            <pc:docMk/>
            <pc:sldMk cId="2720406447" sldId="402"/>
            <ac:spMk id="2" creationId="{C8E12DBD-058B-494C-84A5-C06DABE7A8F1}"/>
          </ac:spMkLst>
        </pc:spChg>
        <pc:spChg chg="del">
          <ac:chgData name="동혁 임" userId="879f4c796d7a5333" providerId="LiveId" clId="{99A0B7FB-7ABD-43B7-B0BE-CF1927BF6B47}" dt="2020-06-05T03:28:55.107" v="30311" actId="931"/>
          <ac:spMkLst>
            <pc:docMk/>
            <pc:sldMk cId="2720406447" sldId="402"/>
            <ac:spMk id="3" creationId="{31A07C23-0DA5-4CEB-9E69-B6B7E4ADAA9C}"/>
          </ac:spMkLst>
        </pc:spChg>
        <pc:spChg chg="mod">
          <ac:chgData name="동혁 임" userId="879f4c796d7a5333" providerId="LiveId" clId="{99A0B7FB-7ABD-43B7-B0BE-CF1927BF6B47}" dt="2020-06-05T03:30:05.195" v="30743" actId="2711"/>
          <ac:spMkLst>
            <pc:docMk/>
            <pc:sldMk cId="2720406447" sldId="402"/>
            <ac:spMk id="4" creationId="{4C86888D-8947-4843-9A56-12879BE63F4E}"/>
          </ac:spMkLst>
        </pc:spChg>
        <pc:spChg chg="add">
          <ac:chgData name="동혁 임" userId="879f4c796d7a5333" providerId="LiveId" clId="{99A0B7FB-7ABD-43B7-B0BE-CF1927BF6B47}" dt="2020-06-05T03:30:02.131" v="30742" actId="26606"/>
          <ac:spMkLst>
            <pc:docMk/>
            <pc:sldMk cId="2720406447" sldId="402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5T03:30:02.131" v="30742" actId="26606"/>
          <ac:spMkLst>
            <pc:docMk/>
            <pc:sldMk cId="2720406447" sldId="402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5T03:30:02.131" v="30742" actId="26606"/>
          <ac:spMkLst>
            <pc:docMk/>
            <pc:sldMk cId="2720406447" sldId="402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5T03:30:02.131" v="30742" actId="26606"/>
          <ac:spMkLst>
            <pc:docMk/>
            <pc:sldMk cId="2720406447" sldId="402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5T03:30:02.131" v="30742" actId="26606"/>
          <ac:picMkLst>
            <pc:docMk/>
            <pc:sldMk cId="2720406447" sldId="402"/>
            <ac:picMk id="6" creationId="{8491BD1E-29D9-4F72-81EB-850CEB5DD26E}"/>
          </ac:picMkLst>
        </pc:picChg>
      </pc:sldChg>
      <pc:sldChg chg="addSp delSp modSp new mod setBg">
        <pc:chgData name="동혁 임" userId="879f4c796d7a5333" providerId="LiveId" clId="{99A0B7FB-7ABD-43B7-B0BE-CF1927BF6B47}" dt="2020-06-05T03:31:09.852" v="31067" actId="2711"/>
        <pc:sldMkLst>
          <pc:docMk/>
          <pc:sldMk cId="3231593383" sldId="403"/>
        </pc:sldMkLst>
        <pc:spChg chg="mod ord">
          <ac:chgData name="동혁 임" userId="879f4c796d7a5333" providerId="LiveId" clId="{99A0B7FB-7ABD-43B7-B0BE-CF1927BF6B47}" dt="2020-06-05T03:31:09.852" v="31067" actId="2711"/>
          <ac:spMkLst>
            <pc:docMk/>
            <pc:sldMk cId="3231593383" sldId="403"/>
            <ac:spMk id="2" creationId="{30C5C017-4143-4DD1-B24C-646226581BAF}"/>
          </ac:spMkLst>
        </pc:spChg>
        <pc:spChg chg="del">
          <ac:chgData name="동혁 임" userId="879f4c796d7a5333" providerId="LiveId" clId="{99A0B7FB-7ABD-43B7-B0BE-CF1927BF6B47}" dt="2020-06-05T03:30:15.786" v="30745" actId="931"/>
          <ac:spMkLst>
            <pc:docMk/>
            <pc:sldMk cId="3231593383" sldId="403"/>
            <ac:spMk id="3" creationId="{D710328D-F961-4680-9532-2AB52CCFE1F2}"/>
          </ac:spMkLst>
        </pc:spChg>
        <pc:spChg chg="mod">
          <ac:chgData name="동혁 임" userId="879f4c796d7a5333" providerId="LiveId" clId="{99A0B7FB-7ABD-43B7-B0BE-CF1927BF6B47}" dt="2020-06-05T03:31:09.852" v="31067" actId="2711"/>
          <ac:spMkLst>
            <pc:docMk/>
            <pc:sldMk cId="3231593383" sldId="403"/>
            <ac:spMk id="4" creationId="{E0EA5EFE-D708-4615-8F24-8A70F14CF3AF}"/>
          </ac:spMkLst>
        </pc:spChg>
        <pc:spChg chg="add">
          <ac:chgData name="동혁 임" userId="879f4c796d7a5333" providerId="LiveId" clId="{99A0B7FB-7ABD-43B7-B0BE-CF1927BF6B47}" dt="2020-06-05T03:31:05.992" v="31066" actId="26606"/>
          <ac:spMkLst>
            <pc:docMk/>
            <pc:sldMk cId="3231593383" sldId="403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5T03:31:05.992" v="31066" actId="26606"/>
          <ac:spMkLst>
            <pc:docMk/>
            <pc:sldMk cId="3231593383" sldId="403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5T03:31:05.992" v="31066" actId="26606"/>
          <ac:spMkLst>
            <pc:docMk/>
            <pc:sldMk cId="3231593383" sldId="403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5T03:31:05.992" v="31066" actId="26606"/>
          <ac:spMkLst>
            <pc:docMk/>
            <pc:sldMk cId="3231593383" sldId="403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5T03:31:05.992" v="31066" actId="26606"/>
          <ac:picMkLst>
            <pc:docMk/>
            <pc:sldMk cId="3231593383" sldId="403"/>
            <ac:picMk id="6" creationId="{4D1FA44D-16CD-4BC7-96E3-8CCF83218315}"/>
          </ac:picMkLst>
        </pc:picChg>
      </pc:sldChg>
      <pc:sldChg chg="addSp delSp modSp new mod setBg">
        <pc:chgData name="동혁 임" userId="879f4c796d7a5333" providerId="LiveId" clId="{99A0B7FB-7ABD-43B7-B0BE-CF1927BF6B47}" dt="2020-06-05T03:33:16.775" v="31352" actId="18131"/>
        <pc:sldMkLst>
          <pc:docMk/>
          <pc:sldMk cId="110988833" sldId="404"/>
        </pc:sldMkLst>
        <pc:spChg chg="mod ord">
          <ac:chgData name="동혁 임" userId="879f4c796d7a5333" providerId="LiveId" clId="{99A0B7FB-7ABD-43B7-B0BE-CF1927BF6B47}" dt="2020-06-05T03:33:00.250" v="31272" actId="2711"/>
          <ac:spMkLst>
            <pc:docMk/>
            <pc:sldMk cId="110988833" sldId="404"/>
            <ac:spMk id="2" creationId="{AD94069D-036E-4E19-966D-F7D1EBBB2CC8}"/>
          </ac:spMkLst>
        </pc:spChg>
        <pc:spChg chg="del">
          <ac:chgData name="동혁 임" userId="879f4c796d7a5333" providerId="LiveId" clId="{99A0B7FB-7ABD-43B7-B0BE-CF1927BF6B47}" dt="2020-06-05T03:32:12.125" v="31070" actId="931"/>
          <ac:spMkLst>
            <pc:docMk/>
            <pc:sldMk cId="110988833" sldId="404"/>
            <ac:spMk id="3" creationId="{6778EBA8-EB59-44EF-AC2A-DDCDFBF202A0}"/>
          </ac:spMkLst>
        </pc:spChg>
        <pc:spChg chg="mod">
          <ac:chgData name="동혁 임" userId="879f4c796d7a5333" providerId="LiveId" clId="{99A0B7FB-7ABD-43B7-B0BE-CF1927BF6B47}" dt="2020-06-05T03:33:00.250" v="31272" actId="2711"/>
          <ac:spMkLst>
            <pc:docMk/>
            <pc:sldMk cId="110988833" sldId="404"/>
            <ac:spMk id="4" creationId="{8619E6EF-3A4A-43F5-BDC0-5D419287D20B}"/>
          </ac:spMkLst>
        </pc:spChg>
        <pc:spChg chg="add">
          <ac:chgData name="동혁 임" userId="879f4c796d7a5333" providerId="LiveId" clId="{99A0B7FB-7ABD-43B7-B0BE-CF1927BF6B47}" dt="2020-06-05T03:32:44.761" v="31271" actId="26606"/>
          <ac:spMkLst>
            <pc:docMk/>
            <pc:sldMk cId="110988833" sldId="404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5T03:32:44.761" v="31271" actId="26606"/>
          <ac:spMkLst>
            <pc:docMk/>
            <pc:sldMk cId="110988833" sldId="404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5T03:32:44.761" v="31271" actId="26606"/>
          <ac:spMkLst>
            <pc:docMk/>
            <pc:sldMk cId="110988833" sldId="404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5T03:32:44.761" v="31271" actId="26606"/>
          <ac:spMkLst>
            <pc:docMk/>
            <pc:sldMk cId="110988833" sldId="404"/>
            <ac:spMk id="17" creationId="{281E2DF8-F6D8-4E5C-B76E-E082FD8C1FBD}"/>
          </ac:spMkLst>
        </pc:spChg>
        <pc:picChg chg="add mod modCrop">
          <ac:chgData name="동혁 임" userId="879f4c796d7a5333" providerId="LiveId" clId="{99A0B7FB-7ABD-43B7-B0BE-CF1927BF6B47}" dt="2020-06-05T03:33:16.775" v="31352" actId="18131"/>
          <ac:picMkLst>
            <pc:docMk/>
            <pc:sldMk cId="110988833" sldId="404"/>
            <ac:picMk id="6" creationId="{2003E040-00CB-4EEE-8266-993B9C7F24A9}"/>
          </ac:picMkLst>
        </pc:picChg>
      </pc:sldChg>
      <pc:sldChg chg="addSp delSp modSp new mod setBg">
        <pc:chgData name="동혁 임" userId="879f4c796d7a5333" providerId="LiveId" clId="{99A0B7FB-7ABD-43B7-B0BE-CF1927BF6B47}" dt="2020-06-05T03:35:03.352" v="31735" actId="18131"/>
        <pc:sldMkLst>
          <pc:docMk/>
          <pc:sldMk cId="2310895533" sldId="405"/>
        </pc:sldMkLst>
        <pc:spChg chg="mod ord">
          <ac:chgData name="동혁 임" userId="879f4c796d7a5333" providerId="LiveId" clId="{99A0B7FB-7ABD-43B7-B0BE-CF1927BF6B47}" dt="2020-06-05T03:34:49.716" v="31681" actId="2711"/>
          <ac:spMkLst>
            <pc:docMk/>
            <pc:sldMk cId="2310895533" sldId="405"/>
            <ac:spMk id="2" creationId="{26CFB80C-C797-42E8-B5F3-BD0B6096D824}"/>
          </ac:spMkLst>
        </pc:spChg>
        <pc:spChg chg="del">
          <ac:chgData name="동혁 임" userId="879f4c796d7a5333" providerId="LiveId" clId="{99A0B7FB-7ABD-43B7-B0BE-CF1927BF6B47}" dt="2020-06-05T03:33:37.995" v="31354" actId="931"/>
          <ac:spMkLst>
            <pc:docMk/>
            <pc:sldMk cId="2310895533" sldId="405"/>
            <ac:spMk id="3" creationId="{EE338C9D-2B0C-449B-BC28-F58452A0F4BD}"/>
          </ac:spMkLst>
        </pc:spChg>
        <pc:spChg chg="mod">
          <ac:chgData name="동혁 임" userId="879f4c796d7a5333" providerId="LiveId" clId="{99A0B7FB-7ABD-43B7-B0BE-CF1927BF6B47}" dt="2020-06-05T03:34:49.716" v="31681" actId="2711"/>
          <ac:spMkLst>
            <pc:docMk/>
            <pc:sldMk cId="2310895533" sldId="405"/>
            <ac:spMk id="4" creationId="{C22D19C8-8EEB-49C5-A7BB-631EA1D9232C}"/>
          </ac:spMkLst>
        </pc:spChg>
        <pc:spChg chg="add">
          <ac:chgData name="동혁 임" userId="879f4c796d7a5333" providerId="LiveId" clId="{99A0B7FB-7ABD-43B7-B0BE-CF1927BF6B47}" dt="2020-06-05T03:34:45.880" v="31680" actId="26606"/>
          <ac:spMkLst>
            <pc:docMk/>
            <pc:sldMk cId="2310895533" sldId="405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5T03:34:45.880" v="31680" actId="26606"/>
          <ac:spMkLst>
            <pc:docMk/>
            <pc:sldMk cId="2310895533" sldId="405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5T03:34:45.880" v="31680" actId="26606"/>
          <ac:spMkLst>
            <pc:docMk/>
            <pc:sldMk cId="2310895533" sldId="405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5T03:34:45.880" v="31680" actId="26606"/>
          <ac:spMkLst>
            <pc:docMk/>
            <pc:sldMk cId="2310895533" sldId="405"/>
            <ac:spMk id="17" creationId="{281E2DF8-F6D8-4E5C-B76E-E082FD8C1FBD}"/>
          </ac:spMkLst>
        </pc:spChg>
        <pc:picChg chg="add mod modCrop">
          <ac:chgData name="동혁 임" userId="879f4c796d7a5333" providerId="LiveId" clId="{99A0B7FB-7ABD-43B7-B0BE-CF1927BF6B47}" dt="2020-06-05T03:35:03.352" v="31735" actId="18131"/>
          <ac:picMkLst>
            <pc:docMk/>
            <pc:sldMk cId="2310895533" sldId="405"/>
            <ac:picMk id="6" creationId="{D39365F1-D3B5-434B-91FE-1BA3787DA6F1}"/>
          </ac:picMkLst>
        </pc:picChg>
      </pc:sldChg>
      <pc:sldChg chg="addSp delSp modSp new mod setBg">
        <pc:chgData name="동혁 임" userId="879f4c796d7a5333" providerId="LiveId" clId="{99A0B7FB-7ABD-43B7-B0BE-CF1927BF6B47}" dt="2020-06-05T03:39:26.027" v="32176" actId="6549"/>
        <pc:sldMkLst>
          <pc:docMk/>
          <pc:sldMk cId="4129041577" sldId="406"/>
        </pc:sldMkLst>
        <pc:spChg chg="mod ord">
          <ac:chgData name="동혁 임" userId="879f4c796d7a5333" providerId="LiveId" clId="{99A0B7FB-7ABD-43B7-B0BE-CF1927BF6B47}" dt="2020-06-05T03:39:01.345" v="32057" actId="2711"/>
          <ac:spMkLst>
            <pc:docMk/>
            <pc:sldMk cId="4129041577" sldId="406"/>
            <ac:spMk id="2" creationId="{4039C38B-8C26-4CC0-8B93-2DF8A54E6A09}"/>
          </ac:spMkLst>
        </pc:spChg>
        <pc:spChg chg="del">
          <ac:chgData name="동혁 임" userId="879f4c796d7a5333" providerId="LiveId" clId="{99A0B7FB-7ABD-43B7-B0BE-CF1927BF6B47}" dt="2020-06-05T03:35:15.170" v="31737" actId="931"/>
          <ac:spMkLst>
            <pc:docMk/>
            <pc:sldMk cId="4129041577" sldId="406"/>
            <ac:spMk id="3" creationId="{AE97C714-3CF2-492B-823C-1C739E1BA7D8}"/>
          </ac:spMkLst>
        </pc:spChg>
        <pc:spChg chg="mod ord">
          <ac:chgData name="동혁 임" userId="879f4c796d7a5333" providerId="LiveId" clId="{99A0B7FB-7ABD-43B7-B0BE-CF1927BF6B47}" dt="2020-06-05T03:39:26.027" v="32176" actId="6549"/>
          <ac:spMkLst>
            <pc:docMk/>
            <pc:sldMk cId="4129041577" sldId="406"/>
            <ac:spMk id="4" creationId="{CF69A7BF-8870-417B-B0CF-27DD603A7A18}"/>
          </ac:spMkLst>
        </pc:spChg>
        <pc:spChg chg="add del">
          <ac:chgData name="동혁 임" userId="879f4c796d7a5333" providerId="LiveId" clId="{99A0B7FB-7ABD-43B7-B0BE-CF1927BF6B47}" dt="2020-06-05T03:36:44.060" v="31998" actId="26606"/>
          <ac:spMkLst>
            <pc:docMk/>
            <pc:sldMk cId="4129041577" sldId="406"/>
            <ac:spMk id="13" creationId="{632DF175-2DD8-4694-B4BB-045DCFCE730A}"/>
          </ac:spMkLst>
        </pc:spChg>
        <pc:spChg chg="add del">
          <ac:chgData name="동혁 임" userId="879f4c796d7a5333" providerId="LiveId" clId="{99A0B7FB-7ABD-43B7-B0BE-CF1927BF6B47}" dt="2020-06-05T03:36:44.060" v="31998" actId="26606"/>
          <ac:spMkLst>
            <pc:docMk/>
            <pc:sldMk cId="4129041577" sldId="406"/>
            <ac:spMk id="15" creationId="{9080D120-BD54-46E1-BA37-82F5E8089E90}"/>
          </ac:spMkLst>
        </pc:spChg>
        <pc:spChg chg="add del">
          <ac:chgData name="동혁 임" userId="879f4c796d7a5333" providerId="LiveId" clId="{99A0B7FB-7ABD-43B7-B0BE-CF1927BF6B47}" dt="2020-06-05T03:36:44.060" v="31998" actId="26606"/>
          <ac:spMkLst>
            <pc:docMk/>
            <pc:sldMk cId="4129041577" sldId="406"/>
            <ac:spMk id="17" creationId="{81D83946-74FA-498A-AC80-9926F041B5C5}"/>
          </ac:spMkLst>
        </pc:spChg>
        <pc:spChg chg="add del">
          <ac:chgData name="동혁 임" userId="879f4c796d7a5333" providerId="LiveId" clId="{99A0B7FB-7ABD-43B7-B0BE-CF1927BF6B47}" dt="2020-06-05T03:36:44.060" v="31998" actId="26606"/>
          <ac:spMkLst>
            <pc:docMk/>
            <pc:sldMk cId="4129041577" sldId="406"/>
            <ac:spMk id="19" creationId="{5060D983-8B52-443A-8183-2A1DE05618B5}"/>
          </ac:spMkLst>
        </pc:spChg>
        <pc:spChg chg="add del">
          <ac:chgData name="동혁 임" userId="879f4c796d7a5333" providerId="LiveId" clId="{99A0B7FB-7ABD-43B7-B0BE-CF1927BF6B47}" dt="2020-06-05T03:36:44.875" v="32000" actId="26606"/>
          <ac:spMkLst>
            <pc:docMk/>
            <pc:sldMk cId="4129041577" sldId="406"/>
            <ac:spMk id="21" creationId="{3A0D40CB-6D38-453A-B547-06466642698F}"/>
          </ac:spMkLst>
        </pc:spChg>
        <pc:spChg chg="add del">
          <ac:chgData name="동혁 임" userId="879f4c796d7a5333" providerId="LiveId" clId="{99A0B7FB-7ABD-43B7-B0BE-CF1927BF6B47}" dt="2020-06-05T03:36:44.875" v="32000" actId="26606"/>
          <ac:spMkLst>
            <pc:docMk/>
            <pc:sldMk cId="4129041577" sldId="406"/>
            <ac:spMk id="22" creationId="{73698F52-1278-47FC-AC8B-E0A516204735}"/>
          </ac:spMkLst>
        </pc:spChg>
        <pc:spChg chg="add del">
          <ac:chgData name="동혁 임" userId="879f4c796d7a5333" providerId="LiveId" clId="{99A0B7FB-7ABD-43B7-B0BE-CF1927BF6B47}" dt="2020-06-05T03:36:44.875" v="32000" actId="26606"/>
          <ac:spMkLst>
            <pc:docMk/>
            <pc:sldMk cId="4129041577" sldId="406"/>
            <ac:spMk id="23" creationId="{0D3F55AA-45AA-4023-BCB4-372B22732C78}"/>
          </ac:spMkLst>
        </pc:spChg>
        <pc:spChg chg="add del">
          <ac:chgData name="동혁 임" userId="879f4c796d7a5333" providerId="LiveId" clId="{99A0B7FB-7ABD-43B7-B0BE-CF1927BF6B47}" dt="2020-06-05T03:36:52.578" v="32002" actId="26606"/>
          <ac:spMkLst>
            <pc:docMk/>
            <pc:sldMk cId="4129041577" sldId="406"/>
            <ac:spMk id="25" creationId="{632DF175-2DD8-4694-B4BB-045DCFCE730A}"/>
          </ac:spMkLst>
        </pc:spChg>
        <pc:spChg chg="add del">
          <ac:chgData name="동혁 임" userId="879f4c796d7a5333" providerId="LiveId" clId="{99A0B7FB-7ABD-43B7-B0BE-CF1927BF6B47}" dt="2020-06-05T03:36:52.578" v="32002" actId="26606"/>
          <ac:spMkLst>
            <pc:docMk/>
            <pc:sldMk cId="4129041577" sldId="406"/>
            <ac:spMk id="26" creationId="{9080D120-BD54-46E1-BA37-82F5E8089E90}"/>
          </ac:spMkLst>
        </pc:spChg>
        <pc:spChg chg="add del">
          <ac:chgData name="동혁 임" userId="879f4c796d7a5333" providerId="LiveId" clId="{99A0B7FB-7ABD-43B7-B0BE-CF1927BF6B47}" dt="2020-06-05T03:36:52.578" v="32002" actId="26606"/>
          <ac:spMkLst>
            <pc:docMk/>
            <pc:sldMk cId="4129041577" sldId="406"/>
            <ac:spMk id="27" creationId="{81D83946-74FA-498A-AC80-9926F041B5C5}"/>
          </ac:spMkLst>
        </pc:spChg>
        <pc:spChg chg="add del">
          <ac:chgData name="동혁 임" userId="879f4c796d7a5333" providerId="LiveId" clId="{99A0B7FB-7ABD-43B7-B0BE-CF1927BF6B47}" dt="2020-06-05T03:36:52.578" v="32002" actId="26606"/>
          <ac:spMkLst>
            <pc:docMk/>
            <pc:sldMk cId="4129041577" sldId="406"/>
            <ac:spMk id="28" creationId="{5060D983-8B52-443A-8183-2A1DE05618B5}"/>
          </ac:spMkLst>
        </pc:spChg>
        <pc:spChg chg="add del">
          <ac:chgData name="동혁 임" userId="879f4c796d7a5333" providerId="LiveId" clId="{99A0B7FB-7ABD-43B7-B0BE-CF1927BF6B47}" dt="2020-06-05T03:36:55.978" v="32004" actId="26606"/>
          <ac:spMkLst>
            <pc:docMk/>
            <pc:sldMk cId="4129041577" sldId="406"/>
            <ac:spMk id="30" creationId="{633D240C-2220-494F-90F6-2A8A57C05CE0}"/>
          </ac:spMkLst>
        </pc:spChg>
        <pc:spChg chg="add del">
          <ac:chgData name="동혁 임" userId="879f4c796d7a5333" providerId="LiveId" clId="{99A0B7FB-7ABD-43B7-B0BE-CF1927BF6B47}" dt="2020-06-05T03:36:55.978" v="32004" actId="26606"/>
          <ac:spMkLst>
            <pc:docMk/>
            <pc:sldMk cId="4129041577" sldId="406"/>
            <ac:spMk id="31" creationId="{82F8B5D5-EDD3-466C-9CFA-C8A8B1C7F6B8}"/>
          </ac:spMkLst>
        </pc:spChg>
        <pc:spChg chg="add del">
          <ac:chgData name="동혁 임" userId="879f4c796d7a5333" providerId="LiveId" clId="{99A0B7FB-7ABD-43B7-B0BE-CF1927BF6B47}" dt="2020-06-05T03:36:55.978" v="32004" actId="26606"/>
          <ac:spMkLst>
            <pc:docMk/>
            <pc:sldMk cId="4129041577" sldId="406"/>
            <ac:spMk id="32" creationId="{9FC6858B-B383-4FB7-AAFA-9CBB9215D4BC}"/>
          </ac:spMkLst>
        </pc:spChg>
        <pc:spChg chg="add del">
          <ac:chgData name="동혁 임" userId="879f4c796d7a5333" providerId="LiveId" clId="{99A0B7FB-7ABD-43B7-B0BE-CF1927BF6B47}" dt="2020-06-05T03:36:56.522" v="32006" actId="26606"/>
          <ac:spMkLst>
            <pc:docMk/>
            <pc:sldMk cId="4129041577" sldId="406"/>
            <ac:spMk id="34" creationId="{3CE5203E-F2D1-469A-A50E-9C6654211B85}"/>
          </ac:spMkLst>
        </pc:spChg>
        <pc:spChg chg="add del">
          <ac:chgData name="동혁 임" userId="879f4c796d7a5333" providerId="LiveId" clId="{99A0B7FB-7ABD-43B7-B0BE-CF1927BF6B47}" dt="2020-06-05T03:36:56.522" v="32006" actId="26606"/>
          <ac:spMkLst>
            <pc:docMk/>
            <pc:sldMk cId="4129041577" sldId="406"/>
            <ac:spMk id="35" creationId="{9080D120-BD54-46E1-BA37-82F5E8089E90}"/>
          </ac:spMkLst>
        </pc:spChg>
        <pc:spChg chg="add del">
          <ac:chgData name="동혁 임" userId="879f4c796d7a5333" providerId="LiveId" clId="{99A0B7FB-7ABD-43B7-B0BE-CF1927BF6B47}" dt="2020-06-05T03:36:56.522" v="32006" actId="26606"/>
          <ac:spMkLst>
            <pc:docMk/>
            <pc:sldMk cId="4129041577" sldId="406"/>
            <ac:spMk id="36" creationId="{81D83946-74FA-498A-AC80-9926F041B5C5}"/>
          </ac:spMkLst>
        </pc:spChg>
        <pc:spChg chg="add del">
          <ac:chgData name="동혁 임" userId="879f4c796d7a5333" providerId="LiveId" clId="{99A0B7FB-7ABD-43B7-B0BE-CF1927BF6B47}" dt="2020-06-05T03:36:56.522" v="32006" actId="26606"/>
          <ac:spMkLst>
            <pc:docMk/>
            <pc:sldMk cId="4129041577" sldId="406"/>
            <ac:spMk id="37" creationId="{5060D983-8B52-443A-8183-2A1DE05618B5}"/>
          </ac:spMkLst>
        </pc:spChg>
        <pc:spChg chg="add del">
          <ac:chgData name="동혁 임" userId="879f4c796d7a5333" providerId="LiveId" clId="{99A0B7FB-7ABD-43B7-B0BE-CF1927BF6B47}" dt="2020-06-05T03:36:57.050" v="32008" actId="26606"/>
          <ac:spMkLst>
            <pc:docMk/>
            <pc:sldMk cId="4129041577" sldId="406"/>
            <ac:spMk id="39" creationId="{F4F2FC05-7D27-410F-BDA9-ADF4831368C7}"/>
          </ac:spMkLst>
        </pc:spChg>
        <pc:spChg chg="add del">
          <ac:chgData name="동혁 임" userId="879f4c796d7a5333" providerId="LiveId" clId="{99A0B7FB-7ABD-43B7-B0BE-CF1927BF6B47}" dt="2020-06-05T03:36:57.050" v="32008" actId="26606"/>
          <ac:spMkLst>
            <pc:docMk/>
            <pc:sldMk cId="4129041577" sldId="406"/>
            <ac:spMk id="40" creationId="{9080D120-BD54-46E1-BA37-82F5E8089E90}"/>
          </ac:spMkLst>
        </pc:spChg>
        <pc:spChg chg="add del">
          <ac:chgData name="동혁 임" userId="879f4c796d7a5333" providerId="LiveId" clId="{99A0B7FB-7ABD-43B7-B0BE-CF1927BF6B47}" dt="2020-06-05T03:36:57.050" v="32008" actId="26606"/>
          <ac:spMkLst>
            <pc:docMk/>
            <pc:sldMk cId="4129041577" sldId="406"/>
            <ac:spMk id="41" creationId="{81D83946-74FA-498A-AC80-9926F041B5C5}"/>
          </ac:spMkLst>
        </pc:spChg>
        <pc:spChg chg="add del">
          <ac:chgData name="동혁 임" userId="879f4c796d7a5333" providerId="LiveId" clId="{99A0B7FB-7ABD-43B7-B0BE-CF1927BF6B47}" dt="2020-06-05T03:36:57.050" v="32008" actId="26606"/>
          <ac:spMkLst>
            <pc:docMk/>
            <pc:sldMk cId="4129041577" sldId="406"/>
            <ac:spMk id="42" creationId="{5060D983-8B52-443A-8183-2A1DE05618B5}"/>
          </ac:spMkLst>
        </pc:spChg>
        <pc:spChg chg="add">
          <ac:chgData name="동혁 임" userId="879f4c796d7a5333" providerId="LiveId" clId="{99A0B7FB-7ABD-43B7-B0BE-CF1927BF6B47}" dt="2020-06-05T03:36:57.057" v="32009" actId="26606"/>
          <ac:spMkLst>
            <pc:docMk/>
            <pc:sldMk cId="4129041577" sldId="406"/>
            <ac:spMk id="44" creationId="{3CE5203E-F2D1-469A-A50E-9C6654211B85}"/>
          </ac:spMkLst>
        </pc:spChg>
        <pc:spChg chg="add">
          <ac:chgData name="동혁 임" userId="879f4c796d7a5333" providerId="LiveId" clId="{99A0B7FB-7ABD-43B7-B0BE-CF1927BF6B47}" dt="2020-06-05T03:36:57.057" v="32009" actId="26606"/>
          <ac:spMkLst>
            <pc:docMk/>
            <pc:sldMk cId="4129041577" sldId="406"/>
            <ac:spMk id="45" creationId="{9080D120-BD54-46E1-BA37-82F5E8089E90}"/>
          </ac:spMkLst>
        </pc:spChg>
        <pc:spChg chg="add">
          <ac:chgData name="동혁 임" userId="879f4c796d7a5333" providerId="LiveId" clId="{99A0B7FB-7ABD-43B7-B0BE-CF1927BF6B47}" dt="2020-06-05T03:36:57.057" v="32009" actId="26606"/>
          <ac:spMkLst>
            <pc:docMk/>
            <pc:sldMk cId="4129041577" sldId="406"/>
            <ac:spMk id="46" creationId="{81D83946-74FA-498A-AC80-9926F041B5C5}"/>
          </ac:spMkLst>
        </pc:spChg>
        <pc:spChg chg="add">
          <ac:chgData name="동혁 임" userId="879f4c796d7a5333" providerId="LiveId" clId="{99A0B7FB-7ABD-43B7-B0BE-CF1927BF6B47}" dt="2020-06-05T03:36:57.057" v="32009" actId="26606"/>
          <ac:spMkLst>
            <pc:docMk/>
            <pc:sldMk cId="4129041577" sldId="406"/>
            <ac:spMk id="47" creationId="{5060D983-8B52-443A-8183-2A1DE05618B5}"/>
          </ac:spMkLst>
        </pc:spChg>
        <pc:picChg chg="add mod ord modCrop">
          <ac:chgData name="동혁 임" userId="879f4c796d7a5333" providerId="LiveId" clId="{99A0B7FB-7ABD-43B7-B0BE-CF1927BF6B47}" dt="2020-06-05T03:38:34.317" v="32056" actId="14100"/>
          <ac:picMkLst>
            <pc:docMk/>
            <pc:sldMk cId="4129041577" sldId="406"/>
            <ac:picMk id="6" creationId="{1B7A5756-939C-4C8C-AD45-1BDF5E798407}"/>
          </ac:picMkLst>
        </pc:picChg>
        <pc:picChg chg="add mod ord modCrop">
          <ac:chgData name="동혁 임" userId="879f4c796d7a5333" providerId="LiveId" clId="{99A0B7FB-7ABD-43B7-B0BE-CF1927BF6B47}" dt="2020-06-05T03:37:24.118" v="32019" actId="18131"/>
          <ac:picMkLst>
            <pc:docMk/>
            <pc:sldMk cId="4129041577" sldId="406"/>
            <ac:picMk id="8" creationId="{745C3045-E614-41A0-B4A8-7B7375AEF19E}"/>
          </ac:picMkLst>
        </pc:picChg>
      </pc:sldChg>
      <pc:sldChg chg="addSp delSp modSp new del mod">
        <pc:chgData name="동혁 임" userId="879f4c796d7a5333" providerId="LiveId" clId="{99A0B7FB-7ABD-43B7-B0BE-CF1927BF6B47}" dt="2020-06-06T03:44:13.768" v="32838" actId="47"/>
        <pc:sldMkLst>
          <pc:docMk/>
          <pc:sldMk cId="2573185622" sldId="407"/>
        </pc:sldMkLst>
        <pc:spChg chg="mod">
          <ac:chgData name="동혁 임" userId="879f4c796d7a5333" providerId="LiveId" clId="{99A0B7FB-7ABD-43B7-B0BE-CF1927BF6B47}" dt="2020-06-06T03:41:28.328" v="32335"/>
          <ac:spMkLst>
            <pc:docMk/>
            <pc:sldMk cId="2573185622" sldId="407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28:53.569" v="32239" actId="931"/>
          <ac:spMkLst>
            <pc:docMk/>
            <pc:sldMk cId="2573185622" sldId="407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28:55.148" v="32240" actId="27614"/>
          <ac:picMkLst>
            <pc:docMk/>
            <pc:sldMk cId="2573185622" sldId="407"/>
            <ac:picMk id="6" creationId="{901C3AAB-8C2A-4035-9C10-BA8FD76F9EE0}"/>
          </ac:picMkLst>
        </pc:picChg>
      </pc:sldChg>
      <pc:sldChg chg="addSp delSp modSp add mod setBg">
        <pc:chgData name="동혁 임" userId="879f4c796d7a5333" providerId="LiveId" clId="{99A0B7FB-7ABD-43B7-B0BE-CF1927BF6B47}" dt="2020-06-06T03:44:00.720" v="32837" actId="2711"/>
        <pc:sldMkLst>
          <pc:docMk/>
          <pc:sldMk cId="1841732520" sldId="408"/>
        </pc:sldMkLst>
        <pc:spChg chg="mod ord">
          <ac:chgData name="동혁 임" userId="879f4c796d7a5333" providerId="LiveId" clId="{99A0B7FB-7ABD-43B7-B0BE-CF1927BF6B47}" dt="2020-06-06T03:44:00.720" v="32837" actId="2711"/>
          <ac:spMkLst>
            <pc:docMk/>
            <pc:sldMk cId="1841732520" sldId="408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28:57.812" v="32241" actId="931"/>
          <ac:spMkLst>
            <pc:docMk/>
            <pc:sldMk cId="1841732520" sldId="408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03:44:00.720" v="32837" actId="2711"/>
          <ac:spMkLst>
            <pc:docMk/>
            <pc:sldMk cId="1841732520" sldId="408"/>
            <ac:spMk id="4" creationId="{BB6FF604-B639-4CE9-ABC5-F19019757096}"/>
          </ac:spMkLst>
        </pc:spChg>
        <pc:spChg chg="add del">
          <ac:chgData name="동혁 임" userId="879f4c796d7a5333" providerId="LiveId" clId="{99A0B7FB-7ABD-43B7-B0BE-CF1927BF6B47}" dt="2020-06-06T03:43:07.823" v="32817" actId="26606"/>
          <ac:spMkLst>
            <pc:docMk/>
            <pc:sldMk cId="1841732520" sldId="408"/>
            <ac:spMk id="11" creationId="{1ECAB1E8-8195-4748-BE71-FF806D86892E}"/>
          </ac:spMkLst>
        </pc:spChg>
        <pc:spChg chg="add del">
          <ac:chgData name="동혁 임" userId="879f4c796d7a5333" providerId="LiveId" clId="{99A0B7FB-7ABD-43B7-B0BE-CF1927BF6B47}" dt="2020-06-06T03:43:07.823" v="32817" actId="26606"/>
          <ac:spMkLst>
            <pc:docMk/>
            <pc:sldMk cId="1841732520" sldId="408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6T03:43:07.823" v="32817" actId="26606"/>
          <ac:spMkLst>
            <pc:docMk/>
            <pc:sldMk cId="1841732520" sldId="408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6T03:43:07.823" v="32817" actId="26606"/>
          <ac:spMkLst>
            <pc:docMk/>
            <pc:sldMk cId="1841732520" sldId="408"/>
            <ac:spMk id="17" creationId="{2A865FE3-5FC9-4049-87CF-30019C46C0F5}"/>
          </ac:spMkLst>
        </pc:spChg>
        <pc:spChg chg="add del">
          <ac:chgData name="동혁 임" userId="879f4c796d7a5333" providerId="LiveId" clId="{99A0B7FB-7ABD-43B7-B0BE-CF1927BF6B47}" dt="2020-06-06T03:43:18.980" v="32819" actId="26606"/>
          <ac:spMkLst>
            <pc:docMk/>
            <pc:sldMk cId="1841732520" sldId="408"/>
            <ac:spMk id="19" creationId="{0C2F8F76-4F55-4ED5-AC3D-1714C449C867}"/>
          </ac:spMkLst>
        </pc:spChg>
        <pc:spChg chg="add del">
          <ac:chgData name="동혁 임" userId="879f4c796d7a5333" providerId="LiveId" clId="{99A0B7FB-7ABD-43B7-B0BE-CF1927BF6B47}" dt="2020-06-06T03:43:18.980" v="32819" actId="26606"/>
          <ac:spMkLst>
            <pc:docMk/>
            <pc:sldMk cId="1841732520" sldId="408"/>
            <ac:spMk id="20" creationId="{57F6BDD4-E066-4008-8011-6CC31AEB4556}"/>
          </ac:spMkLst>
        </pc:spChg>
        <pc:spChg chg="add del">
          <ac:chgData name="동혁 임" userId="879f4c796d7a5333" providerId="LiveId" clId="{99A0B7FB-7ABD-43B7-B0BE-CF1927BF6B47}" dt="2020-06-06T03:43:18.980" v="32819" actId="26606"/>
          <ac:spMkLst>
            <pc:docMk/>
            <pc:sldMk cId="1841732520" sldId="408"/>
            <ac:spMk id="21" creationId="{2711A8FB-68FC-45FC-B01E-38F809E2D439}"/>
          </ac:spMkLst>
        </pc:spChg>
        <pc:spChg chg="add del">
          <ac:chgData name="동혁 임" userId="879f4c796d7a5333" providerId="LiveId" clId="{99A0B7FB-7ABD-43B7-B0BE-CF1927BF6B47}" dt="2020-06-06T03:43:18.980" v="32819" actId="26606"/>
          <ac:spMkLst>
            <pc:docMk/>
            <pc:sldMk cId="1841732520" sldId="408"/>
            <ac:spMk id="22" creationId="{281E2DF8-F6D8-4E5C-B76E-E082FD8C1FBD}"/>
          </ac:spMkLst>
        </pc:spChg>
        <pc:spChg chg="add">
          <ac:chgData name="동혁 임" userId="879f4c796d7a5333" providerId="LiveId" clId="{99A0B7FB-7ABD-43B7-B0BE-CF1927BF6B47}" dt="2020-06-06T03:43:18.989" v="32820" actId="26606"/>
          <ac:spMkLst>
            <pc:docMk/>
            <pc:sldMk cId="1841732520" sldId="408"/>
            <ac:spMk id="24" creationId="{84ECDE7A-6944-466D-8FFE-149A29BA6BAE}"/>
          </ac:spMkLst>
        </pc:spChg>
        <pc:spChg chg="add">
          <ac:chgData name="동혁 임" userId="879f4c796d7a5333" providerId="LiveId" clId="{99A0B7FB-7ABD-43B7-B0BE-CF1927BF6B47}" dt="2020-06-06T03:43:18.989" v="32820" actId="26606"/>
          <ac:spMkLst>
            <pc:docMk/>
            <pc:sldMk cId="1841732520" sldId="408"/>
            <ac:spMk id="25" creationId="{B3420082-9415-44EC-802E-C77D71D59C57}"/>
          </ac:spMkLst>
        </pc:spChg>
        <pc:spChg chg="add">
          <ac:chgData name="동혁 임" userId="879f4c796d7a5333" providerId="LiveId" clId="{99A0B7FB-7ABD-43B7-B0BE-CF1927BF6B47}" dt="2020-06-06T03:43:18.989" v="32820" actId="26606"/>
          <ac:spMkLst>
            <pc:docMk/>
            <pc:sldMk cId="1841732520" sldId="408"/>
            <ac:spMk id="26" creationId="{55A52C45-1FCB-4636-A80F-2849B8226C01}"/>
          </ac:spMkLst>
        </pc:spChg>
        <pc:spChg chg="add">
          <ac:chgData name="동혁 임" userId="879f4c796d7a5333" providerId="LiveId" clId="{99A0B7FB-7ABD-43B7-B0BE-CF1927BF6B47}" dt="2020-06-06T03:43:18.989" v="32820" actId="26606"/>
          <ac:spMkLst>
            <pc:docMk/>
            <pc:sldMk cId="1841732520" sldId="408"/>
            <ac:spMk id="27" creationId="{768EB4DD-3704-43AD-92B3-C4E0C6EA92CB}"/>
          </ac:spMkLst>
        </pc:spChg>
        <pc:picChg chg="add mod ord modCrop">
          <ac:chgData name="동혁 임" userId="879f4c796d7a5333" providerId="LiveId" clId="{99A0B7FB-7ABD-43B7-B0BE-CF1927BF6B47}" dt="2020-06-06T03:43:42.352" v="32836" actId="732"/>
          <ac:picMkLst>
            <pc:docMk/>
            <pc:sldMk cId="1841732520" sldId="408"/>
            <ac:picMk id="6" creationId="{13F49E83-50E6-4505-B659-3A4EA70F1CCD}"/>
          </ac:picMkLst>
        </pc:picChg>
      </pc:sldChg>
      <pc:sldChg chg="addSp delSp modSp add del mod">
        <pc:chgData name="동혁 임" userId="879f4c796d7a5333" providerId="LiveId" clId="{99A0B7FB-7ABD-43B7-B0BE-CF1927BF6B47}" dt="2020-06-06T03:44:17.116" v="32839" actId="47"/>
        <pc:sldMkLst>
          <pc:docMk/>
          <pc:sldMk cId="145104708" sldId="409"/>
        </pc:sldMkLst>
        <pc:spChg chg="del">
          <ac:chgData name="동혁 임" userId="879f4c796d7a5333" providerId="LiveId" clId="{99A0B7FB-7ABD-43B7-B0BE-CF1927BF6B47}" dt="2020-06-06T03:29:01.066" v="32243" actId="931"/>
          <ac:spMkLst>
            <pc:docMk/>
            <pc:sldMk cId="145104708" sldId="409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29:02.312" v="32244" actId="27614"/>
          <ac:picMkLst>
            <pc:docMk/>
            <pc:sldMk cId="145104708" sldId="409"/>
            <ac:picMk id="6" creationId="{C31F6B06-B1BD-4970-9287-3E0D74BBE3F6}"/>
          </ac:picMkLst>
        </pc:picChg>
      </pc:sldChg>
      <pc:sldChg chg="addSp delSp modSp add mod setBg">
        <pc:chgData name="동혁 임" userId="879f4c796d7a5333" providerId="LiveId" clId="{99A0B7FB-7ABD-43B7-B0BE-CF1927BF6B47}" dt="2020-06-06T03:48:03.533" v="33646" actId="27636"/>
        <pc:sldMkLst>
          <pc:docMk/>
          <pc:sldMk cId="2782405086" sldId="410"/>
        </pc:sldMkLst>
        <pc:spChg chg="mod ord">
          <ac:chgData name="동혁 임" userId="879f4c796d7a5333" providerId="LiveId" clId="{99A0B7FB-7ABD-43B7-B0BE-CF1927BF6B47}" dt="2020-06-06T03:48:03.497" v="33645" actId="2711"/>
          <ac:spMkLst>
            <pc:docMk/>
            <pc:sldMk cId="2782405086" sldId="410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29:10.258" v="32245" actId="931"/>
          <ac:spMkLst>
            <pc:docMk/>
            <pc:sldMk cId="2782405086" sldId="410"/>
            <ac:spMk id="3" creationId="{6B4B261B-E461-41AF-95D0-5DC432F1D7D5}"/>
          </ac:spMkLst>
        </pc:spChg>
        <pc:spChg chg="mod ord">
          <ac:chgData name="동혁 임" userId="879f4c796d7a5333" providerId="LiveId" clId="{99A0B7FB-7ABD-43B7-B0BE-CF1927BF6B47}" dt="2020-06-06T03:48:03.533" v="33646" actId="27636"/>
          <ac:spMkLst>
            <pc:docMk/>
            <pc:sldMk cId="2782405086" sldId="410"/>
            <ac:spMk id="4" creationId="{BB6FF604-B639-4CE9-ABC5-F19019757096}"/>
          </ac:spMkLst>
        </pc:spChg>
        <pc:spChg chg="add del">
          <ac:chgData name="동혁 임" userId="879f4c796d7a5333" providerId="LiveId" clId="{99A0B7FB-7ABD-43B7-B0BE-CF1927BF6B47}" dt="2020-06-06T03:46:12.942" v="33218" actId="26606"/>
          <ac:spMkLst>
            <pc:docMk/>
            <pc:sldMk cId="2782405086" sldId="410"/>
            <ac:spMk id="11" creationId="{0C2F8F76-4F55-4ED5-AC3D-1714C449C867}"/>
          </ac:spMkLst>
        </pc:spChg>
        <pc:spChg chg="add del">
          <ac:chgData name="동혁 임" userId="879f4c796d7a5333" providerId="LiveId" clId="{99A0B7FB-7ABD-43B7-B0BE-CF1927BF6B47}" dt="2020-06-06T03:46:12.942" v="33218" actId="26606"/>
          <ac:spMkLst>
            <pc:docMk/>
            <pc:sldMk cId="2782405086" sldId="410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6T03:46:12.942" v="33218" actId="26606"/>
          <ac:spMkLst>
            <pc:docMk/>
            <pc:sldMk cId="2782405086" sldId="410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6T03:46:12.942" v="33218" actId="26606"/>
          <ac:spMkLst>
            <pc:docMk/>
            <pc:sldMk cId="2782405086" sldId="410"/>
            <ac:spMk id="17" creationId="{281E2DF8-F6D8-4E5C-B76E-E082FD8C1FBD}"/>
          </ac:spMkLst>
        </pc:spChg>
        <pc:spChg chg="add">
          <ac:chgData name="동혁 임" userId="879f4c796d7a5333" providerId="LiveId" clId="{99A0B7FB-7ABD-43B7-B0BE-CF1927BF6B47}" dt="2020-06-06T03:46:12.942" v="33218" actId="26606"/>
          <ac:spMkLst>
            <pc:docMk/>
            <pc:sldMk cId="2782405086" sldId="410"/>
            <ac:spMk id="22" creationId="{5BA49487-3FDB-4FB7-9D50-2B4F9454DA91}"/>
          </ac:spMkLst>
        </pc:spChg>
        <pc:spChg chg="add">
          <ac:chgData name="동혁 임" userId="879f4c796d7a5333" providerId="LiveId" clId="{99A0B7FB-7ABD-43B7-B0BE-CF1927BF6B47}" dt="2020-06-06T03:46:12.942" v="33218" actId="26606"/>
          <ac:spMkLst>
            <pc:docMk/>
            <pc:sldMk cId="2782405086" sldId="410"/>
            <ac:spMk id="24" creationId="{1C938212-FA12-4FF1-87C8-ACDE99D06F69}"/>
          </ac:spMkLst>
        </pc:spChg>
        <pc:spChg chg="add">
          <ac:chgData name="동혁 임" userId="879f4c796d7a5333" providerId="LiveId" clId="{99A0B7FB-7ABD-43B7-B0BE-CF1927BF6B47}" dt="2020-06-06T03:46:12.942" v="33218" actId="26606"/>
          <ac:spMkLst>
            <pc:docMk/>
            <pc:sldMk cId="2782405086" sldId="410"/>
            <ac:spMk id="26" creationId="{369F152D-E540-4B48-BA11-2ADF043C6111}"/>
          </ac:spMkLst>
        </pc:spChg>
        <pc:spChg chg="add">
          <ac:chgData name="동혁 임" userId="879f4c796d7a5333" providerId="LiveId" clId="{99A0B7FB-7ABD-43B7-B0BE-CF1927BF6B47}" dt="2020-06-06T03:46:12.942" v="33218" actId="26606"/>
          <ac:spMkLst>
            <pc:docMk/>
            <pc:sldMk cId="2782405086" sldId="410"/>
            <ac:spMk id="28" creationId="{0C059F7E-04C4-4C46-9B3E-E5CE267E347D}"/>
          </ac:spMkLst>
        </pc:spChg>
        <pc:picChg chg="add mod ord">
          <ac:chgData name="동혁 임" userId="879f4c796d7a5333" providerId="LiveId" clId="{99A0B7FB-7ABD-43B7-B0BE-CF1927BF6B47}" dt="2020-06-06T03:46:31.643" v="33221" actId="1076"/>
          <ac:picMkLst>
            <pc:docMk/>
            <pc:sldMk cId="2782405086" sldId="410"/>
            <ac:picMk id="6" creationId="{CC2A460C-C296-435B-9955-45BAEBE8CB7B}"/>
          </ac:picMkLst>
        </pc:picChg>
        <pc:picChg chg="add mod">
          <ac:chgData name="동혁 임" userId="879f4c796d7a5333" providerId="LiveId" clId="{99A0B7FB-7ABD-43B7-B0BE-CF1927BF6B47}" dt="2020-06-06T03:46:49.432" v="33226" actId="1076"/>
          <ac:picMkLst>
            <pc:docMk/>
            <pc:sldMk cId="2782405086" sldId="410"/>
            <ac:picMk id="8" creationId="{E30BE513-1B93-47F1-AB14-84ECE5447DB8}"/>
          </ac:picMkLst>
        </pc:picChg>
        <pc:picChg chg="add mod">
          <ac:chgData name="동혁 임" userId="879f4c796d7a5333" providerId="LiveId" clId="{99A0B7FB-7ABD-43B7-B0BE-CF1927BF6B47}" dt="2020-06-06T03:46:45.515" v="33225" actId="1076"/>
          <ac:picMkLst>
            <pc:docMk/>
            <pc:sldMk cId="2782405086" sldId="410"/>
            <ac:picMk id="10" creationId="{4A66EE40-E01B-44BC-87DF-A30E3F600883}"/>
          </ac:picMkLst>
        </pc:picChg>
      </pc:sldChg>
      <pc:sldChg chg="addSp delSp modSp add del mod">
        <pc:chgData name="동혁 임" userId="879f4c796d7a5333" providerId="LiveId" clId="{99A0B7FB-7ABD-43B7-B0BE-CF1927BF6B47}" dt="2020-06-06T03:48:16.193" v="33647" actId="47"/>
        <pc:sldMkLst>
          <pc:docMk/>
          <pc:sldMk cId="3627130246" sldId="411"/>
        </pc:sldMkLst>
        <pc:spChg chg="del">
          <ac:chgData name="동혁 임" userId="879f4c796d7a5333" providerId="LiveId" clId="{99A0B7FB-7ABD-43B7-B0BE-CF1927BF6B47}" dt="2020-06-06T03:29:14.331" v="32247" actId="931"/>
          <ac:spMkLst>
            <pc:docMk/>
            <pc:sldMk cId="3627130246" sldId="411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29:15.318" v="32248" actId="27614"/>
          <ac:picMkLst>
            <pc:docMk/>
            <pc:sldMk cId="3627130246" sldId="411"/>
            <ac:picMk id="6" creationId="{6100EAC7-4B8F-41E3-9E29-860DF9FC7327}"/>
          </ac:picMkLst>
        </pc:picChg>
      </pc:sldChg>
      <pc:sldChg chg="addSp delSp modSp add del mod">
        <pc:chgData name="동혁 임" userId="879f4c796d7a5333" providerId="LiveId" clId="{99A0B7FB-7ABD-43B7-B0BE-CF1927BF6B47}" dt="2020-06-06T03:48:17.389" v="33648" actId="47"/>
        <pc:sldMkLst>
          <pc:docMk/>
          <pc:sldMk cId="970893368" sldId="412"/>
        </pc:sldMkLst>
        <pc:spChg chg="del">
          <ac:chgData name="동혁 임" userId="879f4c796d7a5333" providerId="LiveId" clId="{99A0B7FB-7ABD-43B7-B0BE-CF1927BF6B47}" dt="2020-06-06T03:29:27.124" v="32249" actId="931"/>
          <ac:spMkLst>
            <pc:docMk/>
            <pc:sldMk cId="970893368" sldId="412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29:28.401" v="32250" actId="27614"/>
          <ac:picMkLst>
            <pc:docMk/>
            <pc:sldMk cId="970893368" sldId="412"/>
            <ac:picMk id="6" creationId="{6326779F-5B1F-4F15-8DDE-465019C60FA3}"/>
          </ac:picMkLst>
        </pc:picChg>
      </pc:sldChg>
      <pc:sldChg chg="addSp delSp modSp add mod setBg">
        <pc:chgData name="동혁 임" userId="879f4c796d7a5333" providerId="LiveId" clId="{99A0B7FB-7ABD-43B7-B0BE-CF1927BF6B47}" dt="2020-06-06T03:49:24.408" v="33837" actId="2711"/>
        <pc:sldMkLst>
          <pc:docMk/>
          <pc:sldMk cId="2850366378" sldId="413"/>
        </pc:sldMkLst>
        <pc:spChg chg="mod">
          <ac:chgData name="동혁 임" userId="879f4c796d7a5333" providerId="LiveId" clId="{99A0B7FB-7ABD-43B7-B0BE-CF1927BF6B47}" dt="2020-06-06T03:49:24.408" v="33837" actId="2711"/>
          <ac:spMkLst>
            <pc:docMk/>
            <pc:sldMk cId="2850366378" sldId="413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29:39.724" v="32251" actId="931"/>
          <ac:spMkLst>
            <pc:docMk/>
            <pc:sldMk cId="2850366378" sldId="413"/>
            <ac:spMk id="3" creationId="{6B4B261B-E461-41AF-95D0-5DC432F1D7D5}"/>
          </ac:spMkLst>
        </pc:spChg>
        <pc:spChg chg="mod ord">
          <ac:chgData name="동혁 임" userId="879f4c796d7a5333" providerId="LiveId" clId="{99A0B7FB-7ABD-43B7-B0BE-CF1927BF6B47}" dt="2020-06-06T03:49:24.408" v="33837" actId="2711"/>
          <ac:spMkLst>
            <pc:docMk/>
            <pc:sldMk cId="2850366378" sldId="413"/>
            <ac:spMk id="4" creationId="{BB6FF604-B639-4CE9-ABC5-F19019757096}"/>
          </ac:spMkLst>
        </pc:spChg>
        <pc:spChg chg="add del">
          <ac:chgData name="동혁 임" userId="879f4c796d7a5333" providerId="LiveId" clId="{99A0B7FB-7ABD-43B7-B0BE-CF1927BF6B47}" dt="2020-06-06T03:49:03.805" v="33812" actId="26606"/>
          <ac:spMkLst>
            <pc:docMk/>
            <pc:sldMk cId="2850366378" sldId="413"/>
            <ac:spMk id="15" creationId="{5BA49487-3FDB-4FB7-9D50-2B4F9454DA91}"/>
          </ac:spMkLst>
        </pc:spChg>
        <pc:spChg chg="add del">
          <ac:chgData name="동혁 임" userId="879f4c796d7a5333" providerId="LiveId" clId="{99A0B7FB-7ABD-43B7-B0BE-CF1927BF6B47}" dt="2020-06-06T03:49:03.805" v="33812" actId="26606"/>
          <ac:spMkLst>
            <pc:docMk/>
            <pc:sldMk cId="2850366378" sldId="413"/>
            <ac:spMk id="17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3:49:03.805" v="33812" actId="26606"/>
          <ac:spMkLst>
            <pc:docMk/>
            <pc:sldMk cId="2850366378" sldId="413"/>
            <ac:spMk id="19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3:49:03.805" v="33812" actId="26606"/>
          <ac:spMkLst>
            <pc:docMk/>
            <pc:sldMk cId="2850366378" sldId="413"/>
            <ac:spMk id="21" creationId="{0C059F7E-04C4-4C46-9B3E-E5CE267E347D}"/>
          </ac:spMkLst>
        </pc:spChg>
        <pc:spChg chg="add del">
          <ac:chgData name="동혁 임" userId="879f4c796d7a5333" providerId="LiveId" clId="{99A0B7FB-7ABD-43B7-B0BE-CF1927BF6B47}" dt="2020-06-06T03:49:04.393" v="33814" actId="26606"/>
          <ac:spMkLst>
            <pc:docMk/>
            <pc:sldMk cId="2850366378" sldId="413"/>
            <ac:spMk id="23" creationId="{2DDE3054-7688-403A-8800-8FA4F1B54962}"/>
          </ac:spMkLst>
        </pc:spChg>
        <pc:spChg chg="add del">
          <ac:chgData name="동혁 임" userId="879f4c796d7a5333" providerId="LiveId" clId="{99A0B7FB-7ABD-43B7-B0BE-CF1927BF6B47}" dt="2020-06-06T03:49:04.393" v="33814" actId="26606"/>
          <ac:spMkLst>
            <pc:docMk/>
            <pc:sldMk cId="2850366378" sldId="413"/>
            <ac:spMk id="24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3:49:04.393" v="33814" actId="26606"/>
          <ac:spMkLst>
            <pc:docMk/>
            <pc:sldMk cId="2850366378" sldId="413"/>
            <ac:spMk id="25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3:49:04.393" v="33814" actId="26606"/>
          <ac:spMkLst>
            <pc:docMk/>
            <pc:sldMk cId="2850366378" sldId="413"/>
            <ac:spMk id="26" creationId="{0C059F7E-04C4-4C46-9B3E-E5CE267E347D}"/>
          </ac:spMkLst>
        </pc:spChg>
        <pc:spChg chg="add del">
          <ac:chgData name="동혁 임" userId="879f4c796d7a5333" providerId="LiveId" clId="{99A0B7FB-7ABD-43B7-B0BE-CF1927BF6B47}" dt="2020-06-06T03:49:04.857" v="33816" actId="26606"/>
          <ac:spMkLst>
            <pc:docMk/>
            <pc:sldMk cId="2850366378" sldId="413"/>
            <ac:spMk id="28" creationId="{5BA49487-3FDB-4FB7-9D50-2B4F9454DA91}"/>
          </ac:spMkLst>
        </pc:spChg>
        <pc:spChg chg="add del">
          <ac:chgData name="동혁 임" userId="879f4c796d7a5333" providerId="LiveId" clId="{99A0B7FB-7ABD-43B7-B0BE-CF1927BF6B47}" dt="2020-06-06T03:49:04.857" v="33816" actId="26606"/>
          <ac:spMkLst>
            <pc:docMk/>
            <pc:sldMk cId="2850366378" sldId="413"/>
            <ac:spMk id="29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3:49:04.857" v="33816" actId="26606"/>
          <ac:spMkLst>
            <pc:docMk/>
            <pc:sldMk cId="2850366378" sldId="413"/>
            <ac:spMk id="30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3:49:04.857" v="33816" actId="26606"/>
          <ac:spMkLst>
            <pc:docMk/>
            <pc:sldMk cId="2850366378" sldId="413"/>
            <ac:spMk id="31" creationId="{0C059F7E-04C4-4C46-9B3E-E5CE267E347D}"/>
          </ac:spMkLst>
        </pc:spChg>
        <pc:spChg chg="add del">
          <ac:chgData name="동혁 임" userId="879f4c796d7a5333" providerId="LiveId" clId="{99A0B7FB-7ABD-43B7-B0BE-CF1927BF6B47}" dt="2020-06-06T03:49:05.789" v="33818" actId="26606"/>
          <ac:spMkLst>
            <pc:docMk/>
            <pc:sldMk cId="2850366378" sldId="413"/>
            <ac:spMk id="33" creationId="{2DDE3054-7688-403A-8800-8FA4F1B54962}"/>
          </ac:spMkLst>
        </pc:spChg>
        <pc:spChg chg="add del">
          <ac:chgData name="동혁 임" userId="879f4c796d7a5333" providerId="LiveId" clId="{99A0B7FB-7ABD-43B7-B0BE-CF1927BF6B47}" dt="2020-06-06T03:49:05.789" v="33818" actId="26606"/>
          <ac:spMkLst>
            <pc:docMk/>
            <pc:sldMk cId="2850366378" sldId="413"/>
            <ac:spMk id="34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3:49:05.789" v="33818" actId="26606"/>
          <ac:spMkLst>
            <pc:docMk/>
            <pc:sldMk cId="2850366378" sldId="413"/>
            <ac:spMk id="35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3:49:05.789" v="33818" actId="26606"/>
          <ac:spMkLst>
            <pc:docMk/>
            <pc:sldMk cId="2850366378" sldId="413"/>
            <ac:spMk id="36" creationId="{0C059F7E-04C4-4C46-9B3E-E5CE267E347D}"/>
          </ac:spMkLst>
        </pc:spChg>
        <pc:spChg chg="add">
          <ac:chgData name="동혁 임" userId="879f4c796d7a5333" providerId="LiveId" clId="{99A0B7FB-7ABD-43B7-B0BE-CF1927BF6B47}" dt="2020-06-06T03:49:05.797" v="33819" actId="26606"/>
          <ac:spMkLst>
            <pc:docMk/>
            <pc:sldMk cId="2850366378" sldId="413"/>
            <ac:spMk id="38" creationId="{5BA49487-3FDB-4FB7-9D50-2B4F9454DA91}"/>
          </ac:spMkLst>
        </pc:spChg>
        <pc:spChg chg="add">
          <ac:chgData name="동혁 임" userId="879f4c796d7a5333" providerId="LiveId" clId="{99A0B7FB-7ABD-43B7-B0BE-CF1927BF6B47}" dt="2020-06-06T03:49:05.797" v="33819" actId="26606"/>
          <ac:spMkLst>
            <pc:docMk/>
            <pc:sldMk cId="2850366378" sldId="413"/>
            <ac:spMk id="39" creationId="{1C938212-FA12-4FF1-87C8-ACDE99D06F69}"/>
          </ac:spMkLst>
        </pc:spChg>
        <pc:spChg chg="add">
          <ac:chgData name="동혁 임" userId="879f4c796d7a5333" providerId="LiveId" clId="{99A0B7FB-7ABD-43B7-B0BE-CF1927BF6B47}" dt="2020-06-06T03:49:05.797" v="33819" actId="26606"/>
          <ac:spMkLst>
            <pc:docMk/>
            <pc:sldMk cId="2850366378" sldId="413"/>
            <ac:spMk id="40" creationId="{369F152D-E540-4B48-BA11-2ADF043C6111}"/>
          </ac:spMkLst>
        </pc:spChg>
        <pc:spChg chg="add">
          <ac:chgData name="동혁 임" userId="879f4c796d7a5333" providerId="LiveId" clId="{99A0B7FB-7ABD-43B7-B0BE-CF1927BF6B47}" dt="2020-06-06T03:49:05.797" v="33819" actId="26606"/>
          <ac:spMkLst>
            <pc:docMk/>
            <pc:sldMk cId="2850366378" sldId="413"/>
            <ac:spMk id="41" creationId="{0C059F7E-04C4-4C46-9B3E-E5CE267E347D}"/>
          </ac:spMkLst>
        </pc:spChg>
        <pc:picChg chg="add mod ord">
          <ac:chgData name="동혁 임" userId="879f4c796d7a5333" providerId="LiveId" clId="{99A0B7FB-7ABD-43B7-B0BE-CF1927BF6B47}" dt="2020-06-06T03:49:05.797" v="33819" actId="26606"/>
          <ac:picMkLst>
            <pc:docMk/>
            <pc:sldMk cId="2850366378" sldId="413"/>
            <ac:picMk id="6" creationId="{83179442-724E-4700-B8E3-E0B5BF726CF5}"/>
          </ac:picMkLst>
        </pc:picChg>
        <pc:picChg chg="add mod">
          <ac:chgData name="동혁 임" userId="879f4c796d7a5333" providerId="LiveId" clId="{99A0B7FB-7ABD-43B7-B0BE-CF1927BF6B47}" dt="2020-06-06T03:49:05.797" v="33819" actId="26606"/>
          <ac:picMkLst>
            <pc:docMk/>
            <pc:sldMk cId="2850366378" sldId="413"/>
            <ac:picMk id="8" creationId="{66426CDB-814D-448B-BE7A-EBEE750C7039}"/>
          </ac:picMkLst>
        </pc:picChg>
        <pc:picChg chg="add mod">
          <ac:chgData name="동혁 임" userId="879f4c796d7a5333" providerId="LiveId" clId="{99A0B7FB-7ABD-43B7-B0BE-CF1927BF6B47}" dt="2020-06-06T03:49:05.797" v="33819" actId="26606"/>
          <ac:picMkLst>
            <pc:docMk/>
            <pc:sldMk cId="2850366378" sldId="413"/>
            <ac:picMk id="10" creationId="{743AF878-795B-4F02-A485-EEB21F045F2E}"/>
          </ac:picMkLst>
        </pc:picChg>
      </pc:sldChg>
      <pc:sldChg chg="addSp delSp modSp add del mod">
        <pc:chgData name="동혁 임" userId="879f4c796d7a5333" providerId="LiveId" clId="{99A0B7FB-7ABD-43B7-B0BE-CF1927BF6B47}" dt="2020-06-06T03:49:46.050" v="33838" actId="47"/>
        <pc:sldMkLst>
          <pc:docMk/>
          <pc:sldMk cId="3671009893" sldId="414"/>
        </pc:sldMkLst>
        <pc:spChg chg="del">
          <ac:chgData name="동혁 임" userId="879f4c796d7a5333" providerId="LiveId" clId="{99A0B7FB-7ABD-43B7-B0BE-CF1927BF6B47}" dt="2020-06-06T03:29:42.332" v="32253" actId="931"/>
          <ac:spMkLst>
            <pc:docMk/>
            <pc:sldMk cId="3671009893" sldId="414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29:43.544" v="32254" actId="27614"/>
          <ac:picMkLst>
            <pc:docMk/>
            <pc:sldMk cId="3671009893" sldId="414"/>
            <ac:picMk id="6" creationId="{FBAC4E13-5934-4A21-96BA-61279287A82D}"/>
          </ac:picMkLst>
        </pc:picChg>
      </pc:sldChg>
      <pc:sldChg chg="addSp delSp modSp add del mod">
        <pc:chgData name="동혁 임" userId="879f4c796d7a5333" providerId="LiveId" clId="{99A0B7FB-7ABD-43B7-B0BE-CF1927BF6B47}" dt="2020-06-06T03:49:47.753" v="33839" actId="47"/>
        <pc:sldMkLst>
          <pc:docMk/>
          <pc:sldMk cId="1834994400" sldId="415"/>
        </pc:sldMkLst>
        <pc:spChg chg="del">
          <ac:chgData name="동혁 임" userId="879f4c796d7a5333" providerId="LiveId" clId="{99A0B7FB-7ABD-43B7-B0BE-CF1927BF6B47}" dt="2020-06-06T03:29:45.397" v="32255" actId="931"/>
          <ac:spMkLst>
            <pc:docMk/>
            <pc:sldMk cId="1834994400" sldId="415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29:46.340" v="32256" actId="27614"/>
          <ac:picMkLst>
            <pc:docMk/>
            <pc:sldMk cId="1834994400" sldId="415"/>
            <ac:picMk id="6" creationId="{23856067-D3B4-4B58-8B72-790C72B2463A}"/>
          </ac:picMkLst>
        </pc:picChg>
      </pc:sldChg>
      <pc:sldChg chg="addSp delSp modSp add del mod">
        <pc:chgData name="동혁 임" userId="879f4c796d7a5333" providerId="LiveId" clId="{99A0B7FB-7ABD-43B7-B0BE-CF1927BF6B47}" dt="2020-06-06T03:49:57.534" v="33840" actId="47"/>
        <pc:sldMkLst>
          <pc:docMk/>
          <pc:sldMk cId="837797858" sldId="416"/>
        </pc:sldMkLst>
        <pc:spChg chg="add del">
          <ac:chgData name="동혁 임" userId="879f4c796d7a5333" providerId="LiveId" clId="{99A0B7FB-7ABD-43B7-B0BE-CF1927BF6B47}" dt="2020-06-06T03:30:45.607" v="32262" actId="931"/>
          <ac:spMkLst>
            <pc:docMk/>
            <pc:sldMk cId="837797858" sldId="416"/>
            <ac:spMk id="3" creationId="{6B4B261B-E461-41AF-95D0-5DC432F1D7D5}"/>
          </ac:spMkLst>
        </pc:spChg>
        <pc:picChg chg="add del mod">
          <ac:chgData name="동혁 임" userId="879f4c796d7a5333" providerId="LiveId" clId="{99A0B7FB-7ABD-43B7-B0BE-CF1927BF6B47}" dt="2020-06-06T03:29:51.262" v="32261" actId="931"/>
          <ac:picMkLst>
            <pc:docMk/>
            <pc:sldMk cId="837797858" sldId="416"/>
            <ac:picMk id="6" creationId="{A31C1195-2802-46AE-B223-CEAEFD0E0627}"/>
          </ac:picMkLst>
        </pc:picChg>
        <pc:picChg chg="add mod">
          <ac:chgData name="동혁 임" userId="879f4c796d7a5333" providerId="LiveId" clId="{99A0B7FB-7ABD-43B7-B0BE-CF1927BF6B47}" dt="2020-06-06T03:30:46.598" v="32263" actId="27614"/>
          <ac:picMkLst>
            <pc:docMk/>
            <pc:sldMk cId="837797858" sldId="416"/>
            <ac:picMk id="8" creationId="{A98DEEB0-0961-47BE-A67C-0842F2107834}"/>
          </ac:picMkLst>
        </pc:picChg>
      </pc:sldChg>
      <pc:sldChg chg="addSp delSp modSp add mod setBg">
        <pc:chgData name="동혁 임" userId="879f4c796d7a5333" providerId="LiveId" clId="{99A0B7FB-7ABD-43B7-B0BE-CF1927BF6B47}" dt="2020-06-06T03:51:22.135" v="34306" actId="2711"/>
        <pc:sldMkLst>
          <pc:docMk/>
          <pc:sldMk cId="2230259586" sldId="417"/>
        </pc:sldMkLst>
        <pc:spChg chg="mod ord">
          <ac:chgData name="동혁 임" userId="879f4c796d7a5333" providerId="LiveId" clId="{99A0B7FB-7ABD-43B7-B0BE-CF1927BF6B47}" dt="2020-06-06T03:51:22.135" v="34306" actId="2711"/>
          <ac:spMkLst>
            <pc:docMk/>
            <pc:sldMk cId="2230259586" sldId="417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0:48.723" v="32264" actId="931"/>
          <ac:spMkLst>
            <pc:docMk/>
            <pc:sldMk cId="2230259586" sldId="417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03:51:22.135" v="34306" actId="2711"/>
          <ac:spMkLst>
            <pc:docMk/>
            <pc:sldMk cId="2230259586" sldId="417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03:50:43.925" v="34073" actId="26606"/>
          <ac:spMkLst>
            <pc:docMk/>
            <pc:sldMk cId="2230259586" sldId="417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03:50:43.925" v="34073" actId="26606"/>
          <ac:spMkLst>
            <pc:docMk/>
            <pc:sldMk cId="2230259586" sldId="417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03:50:43.925" v="34073" actId="26606"/>
          <ac:spMkLst>
            <pc:docMk/>
            <pc:sldMk cId="2230259586" sldId="417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03:50:43.925" v="34073" actId="26606"/>
          <ac:spMkLst>
            <pc:docMk/>
            <pc:sldMk cId="2230259586" sldId="417"/>
            <ac:spMk id="17" creationId="{281E2DF8-F6D8-4E5C-B76E-E082FD8C1FBD}"/>
          </ac:spMkLst>
        </pc:spChg>
        <pc:picChg chg="add mod modCrop">
          <ac:chgData name="동혁 임" userId="879f4c796d7a5333" providerId="LiveId" clId="{99A0B7FB-7ABD-43B7-B0BE-CF1927BF6B47}" dt="2020-06-06T03:50:57.660" v="34168" actId="18131"/>
          <ac:picMkLst>
            <pc:docMk/>
            <pc:sldMk cId="2230259586" sldId="417"/>
            <ac:picMk id="6" creationId="{98DC12D6-75C0-40B3-8A54-9F9E395C336C}"/>
          </ac:picMkLst>
        </pc:picChg>
      </pc:sldChg>
      <pc:sldChg chg="addSp delSp modSp add mod setBg">
        <pc:chgData name="동혁 임" userId="879f4c796d7a5333" providerId="LiveId" clId="{99A0B7FB-7ABD-43B7-B0BE-CF1927BF6B47}" dt="2020-06-06T04:01:50.225" v="35178" actId="2711"/>
        <pc:sldMkLst>
          <pc:docMk/>
          <pc:sldMk cId="3658340870" sldId="418"/>
        </pc:sldMkLst>
        <pc:spChg chg="mod ord">
          <ac:chgData name="동혁 임" userId="879f4c796d7a5333" providerId="LiveId" clId="{99A0B7FB-7ABD-43B7-B0BE-CF1927BF6B47}" dt="2020-06-06T04:01:50.225" v="35178" actId="2711"/>
          <ac:spMkLst>
            <pc:docMk/>
            <pc:sldMk cId="3658340870" sldId="418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0:53.583" v="32266" actId="931"/>
          <ac:spMkLst>
            <pc:docMk/>
            <pc:sldMk cId="3658340870" sldId="418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04:01:50.225" v="35178" actId="2711"/>
          <ac:spMkLst>
            <pc:docMk/>
            <pc:sldMk cId="3658340870" sldId="418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03:53:34.570" v="35152" actId="26606"/>
          <ac:spMkLst>
            <pc:docMk/>
            <pc:sldMk cId="3658340870" sldId="418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03:53:34.570" v="35152" actId="26606"/>
          <ac:spMkLst>
            <pc:docMk/>
            <pc:sldMk cId="3658340870" sldId="418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03:53:34.570" v="35152" actId="26606"/>
          <ac:spMkLst>
            <pc:docMk/>
            <pc:sldMk cId="3658340870" sldId="418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03:53:34.570" v="35152" actId="26606"/>
          <ac:spMkLst>
            <pc:docMk/>
            <pc:sldMk cId="3658340870" sldId="418"/>
            <ac:spMk id="17" creationId="{281E2DF8-F6D8-4E5C-B76E-E082FD8C1FBD}"/>
          </ac:spMkLst>
        </pc:spChg>
        <pc:picChg chg="add mod modCrop">
          <ac:chgData name="동혁 임" userId="879f4c796d7a5333" providerId="LiveId" clId="{99A0B7FB-7ABD-43B7-B0BE-CF1927BF6B47}" dt="2020-06-06T03:53:50.289" v="35177" actId="18131"/>
          <ac:picMkLst>
            <pc:docMk/>
            <pc:sldMk cId="3658340870" sldId="418"/>
            <ac:picMk id="6" creationId="{BDDC9CF5-EFBA-48B7-A191-FAF5A8C08CE8}"/>
          </ac:picMkLst>
        </pc:picChg>
      </pc:sldChg>
      <pc:sldChg chg="addSp delSp modSp add mod setBg">
        <pc:chgData name="동혁 임" userId="879f4c796d7a5333" providerId="LiveId" clId="{99A0B7FB-7ABD-43B7-B0BE-CF1927BF6B47}" dt="2020-06-06T04:44:23.997" v="35192" actId="21"/>
        <pc:sldMkLst>
          <pc:docMk/>
          <pc:sldMk cId="3000694255" sldId="419"/>
        </pc:sldMkLst>
        <pc:spChg chg="mod ord">
          <ac:chgData name="동혁 임" userId="879f4c796d7a5333" providerId="LiveId" clId="{99A0B7FB-7ABD-43B7-B0BE-CF1927BF6B47}" dt="2020-06-06T04:44:23.997" v="35192" actId="21"/>
          <ac:spMkLst>
            <pc:docMk/>
            <pc:sldMk cId="3000694255" sldId="419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0:57.442" v="32268" actId="931"/>
          <ac:spMkLst>
            <pc:docMk/>
            <pc:sldMk cId="3000694255" sldId="419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04:01:56.162" v="35179" actId="2711"/>
          <ac:spMkLst>
            <pc:docMk/>
            <pc:sldMk cId="3000694255" sldId="419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03:53:36.536" v="35153" actId="26606"/>
          <ac:spMkLst>
            <pc:docMk/>
            <pc:sldMk cId="3000694255" sldId="419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03:53:36.536" v="35153" actId="26606"/>
          <ac:spMkLst>
            <pc:docMk/>
            <pc:sldMk cId="3000694255" sldId="419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03:53:36.536" v="35153" actId="26606"/>
          <ac:spMkLst>
            <pc:docMk/>
            <pc:sldMk cId="3000694255" sldId="419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03:53:36.536" v="35153" actId="26606"/>
          <ac:spMkLst>
            <pc:docMk/>
            <pc:sldMk cId="3000694255" sldId="419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03:53:36.536" v="35153" actId="26606"/>
          <ac:picMkLst>
            <pc:docMk/>
            <pc:sldMk cId="3000694255" sldId="419"/>
            <ac:picMk id="6" creationId="{FF96D1AD-C580-4AD7-9E4D-00CB43F4AA8B}"/>
          </ac:picMkLst>
        </pc:picChg>
      </pc:sldChg>
      <pc:sldChg chg="addSp delSp modSp add del mod setBg">
        <pc:chgData name="동혁 임" userId="879f4c796d7a5333" providerId="LiveId" clId="{99A0B7FB-7ABD-43B7-B0BE-CF1927BF6B47}" dt="2020-06-06T05:42:05.640" v="36654" actId="47"/>
        <pc:sldMkLst>
          <pc:docMk/>
          <pc:sldMk cId="1499599435" sldId="420"/>
        </pc:sldMkLst>
        <pc:spChg chg="mod ord">
          <ac:chgData name="동혁 임" userId="879f4c796d7a5333" providerId="LiveId" clId="{99A0B7FB-7ABD-43B7-B0BE-CF1927BF6B47}" dt="2020-06-06T04:46:44.817" v="35602" actId="26606"/>
          <ac:spMkLst>
            <pc:docMk/>
            <pc:sldMk cId="1499599435" sldId="420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03.106" v="32270" actId="931"/>
          <ac:spMkLst>
            <pc:docMk/>
            <pc:sldMk cId="1499599435" sldId="420"/>
            <ac:spMk id="3" creationId="{6B4B261B-E461-41AF-95D0-5DC432F1D7D5}"/>
          </ac:spMkLst>
        </pc:spChg>
        <pc:spChg chg="add del mod ord">
          <ac:chgData name="동혁 임" userId="879f4c796d7a5333" providerId="LiveId" clId="{99A0B7FB-7ABD-43B7-B0BE-CF1927BF6B47}" dt="2020-06-06T04:46:44.817" v="35602" actId="26606"/>
          <ac:spMkLst>
            <pc:docMk/>
            <pc:sldMk cId="1499599435" sldId="420"/>
            <ac:spMk id="4" creationId="{BB6FF604-B639-4CE9-ABC5-F19019757096}"/>
          </ac:spMkLst>
        </pc:spChg>
        <pc:spChg chg="add del">
          <ac:chgData name="동혁 임" userId="879f4c796d7a5333" providerId="LiveId" clId="{99A0B7FB-7ABD-43B7-B0BE-CF1927BF6B47}" dt="2020-06-06T04:45:05.883" v="35207" actId="26606"/>
          <ac:spMkLst>
            <pc:docMk/>
            <pc:sldMk cId="1499599435" sldId="420"/>
            <ac:spMk id="21" creationId="{A5A17FC0-D416-4C8B-A9E6-5924D352B986}"/>
          </ac:spMkLst>
        </pc:spChg>
        <pc:spChg chg="add del">
          <ac:chgData name="동혁 임" userId="879f4c796d7a5333" providerId="LiveId" clId="{99A0B7FB-7ABD-43B7-B0BE-CF1927BF6B47}" dt="2020-06-06T04:45:06.931" v="35209" actId="26606"/>
          <ac:spMkLst>
            <pc:docMk/>
            <pc:sldMk cId="1499599435" sldId="420"/>
            <ac:spMk id="33" creationId="{73DE2CFE-42F2-48F0-8706-5264E012B10C}"/>
          </ac:spMkLst>
        </pc:spChg>
        <pc:spChg chg="add del">
          <ac:chgData name="동혁 임" userId="879f4c796d7a5333" providerId="LiveId" clId="{99A0B7FB-7ABD-43B7-B0BE-CF1927BF6B47}" dt="2020-06-06T04:46:44.813" v="35601" actId="26606"/>
          <ac:spMkLst>
            <pc:docMk/>
            <pc:sldMk cId="1499599435" sldId="420"/>
            <ac:spMk id="34" creationId="{0EFD753D-6A49-46DD-9E82-AA6E2C62B461}"/>
          </ac:spMkLst>
        </pc:spChg>
        <pc:spChg chg="add del">
          <ac:chgData name="동혁 임" userId="879f4c796d7a5333" providerId="LiveId" clId="{99A0B7FB-7ABD-43B7-B0BE-CF1927BF6B47}" dt="2020-06-06T04:46:44.813" v="35601" actId="26606"/>
          <ac:spMkLst>
            <pc:docMk/>
            <pc:sldMk cId="1499599435" sldId="420"/>
            <ac:spMk id="35" creationId="{138A5824-1F4A-4EE7-BC13-5BB48FC0809B}"/>
          </ac:spMkLst>
        </pc:spChg>
        <pc:spChg chg="add del">
          <ac:chgData name="동혁 임" userId="879f4c796d7a5333" providerId="LiveId" clId="{99A0B7FB-7ABD-43B7-B0BE-CF1927BF6B47}" dt="2020-06-06T04:46:41.703" v="35595" actId="26606"/>
          <ac:spMkLst>
            <pc:docMk/>
            <pc:sldMk cId="1499599435" sldId="420"/>
            <ac:spMk id="45" creationId="{0EFD753D-6A49-46DD-9E82-AA6E2C62B461}"/>
          </ac:spMkLst>
        </pc:spChg>
        <pc:spChg chg="add del">
          <ac:chgData name="동혁 임" userId="879f4c796d7a5333" providerId="LiveId" clId="{99A0B7FB-7ABD-43B7-B0BE-CF1927BF6B47}" dt="2020-06-06T04:46:41.703" v="35595" actId="26606"/>
          <ac:spMkLst>
            <pc:docMk/>
            <pc:sldMk cId="1499599435" sldId="420"/>
            <ac:spMk id="46" creationId="{138A5824-1F4A-4EE7-BC13-5BB48FC0809B}"/>
          </ac:spMkLst>
        </pc:spChg>
        <pc:picChg chg="add mod ord">
          <ac:chgData name="동혁 임" userId="879f4c796d7a5333" providerId="LiveId" clId="{99A0B7FB-7ABD-43B7-B0BE-CF1927BF6B47}" dt="2020-06-06T04:46:44.817" v="35602" actId="26606"/>
          <ac:picMkLst>
            <pc:docMk/>
            <pc:sldMk cId="1499599435" sldId="420"/>
            <ac:picMk id="6" creationId="{4FC7581B-E588-4CEC-9F45-46FC24692B8C}"/>
          </ac:picMkLst>
        </pc:picChg>
        <pc:picChg chg="add del mod ord">
          <ac:chgData name="동혁 임" userId="879f4c796d7a5333" providerId="LiveId" clId="{99A0B7FB-7ABD-43B7-B0BE-CF1927BF6B47}" dt="2020-06-06T04:45:07.279" v="35211" actId="931"/>
          <ac:picMkLst>
            <pc:docMk/>
            <pc:sldMk cId="1499599435" sldId="420"/>
            <ac:picMk id="8" creationId="{B749402D-5293-453C-894C-C351279D33F6}"/>
          </ac:picMkLst>
        </pc:picChg>
        <pc:picChg chg="add del mod ord">
          <ac:chgData name="동혁 임" userId="879f4c796d7a5333" providerId="LiveId" clId="{99A0B7FB-7ABD-43B7-B0BE-CF1927BF6B47}" dt="2020-06-06T04:45:07.279" v="35211" actId="931"/>
          <ac:picMkLst>
            <pc:docMk/>
            <pc:sldMk cId="1499599435" sldId="420"/>
            <ac:picMk id="10" creationId="{6CCCD5B6-020F-4C60-9A82-5E16BC52A485}"/>
          </ac:picMkLst>
        </pc:picChg>
        <pc:picChg chg="add del mod ord">
          <ac:chgData name="동혁 임" userId="879f4c796d7a5333" providerId="LiveId" clId="{99A0B7FB-7ABD-43B7-B0BE-CF1927BF6B47}" dt="2020-06-06T04:45:07.279" v="35211" actId="931"/>
          <ac:picMkLst>
            <pc:docMk/>
            <pc:sldMk cId="1499599435" sldId="420"/>
            <ac:picMk id="12" creationId="{F5C374B6-8D8A-4DAF-8682-66DD82F3ADE9}"/>
          </ac:picMkLst>
        </pc:picChg>
        <pc:picChg chg="add del mod">
          <ac:chgData name="동혁 임" userId="879f4c796d7a5333" providerId="LiveId" clId="{99A0B7FB-7ABD-43B7-B0BE-CF1927BF6B47}" dt="2020-06-06T04:45:07.279" v="35211" actId="931"/>
          <ac:picMkLst>
            <pc:docMk/>
            <pc:sldMk cId="1499599435" sldId="420"/>
            <ac:picMk id="14" creationId="{6B18B6D2-9744-4A0A-A800-960ABF87592F}"/>
          </ac:picMkLst>
        </pc:picChg>
        <pc:picChg chg="add del mod">
          <ac:chgData name="동혁 임" userId="879f4c796d7a5333" providerId="LiveId" clId="{99A0B7FB-7ABD-43B7-B0BE-CF1927BF6B47}" dt="2020-06-06T04:45:07.279" v="35211" actId="931"/>
          <ac:picMkLst>
            <pc:docMk/>
            <pc:sldMk cId="1499599435" sldId="420"/>
            <ac:picMk id="16" creationId="{616A7506-1212-4674-8274-DF43FD73D154}"/>
          </ac:picMkLst>
        </pc:picChg>
        <pc:picChg chg="add mod ord">
          <ac:chgData name="동혁 임" userId="879f4c796d7a5333" providerId="LiveId" clId="{99A0B7FB-7ABD-43B7-B0BE-CF1927BF6B47}" dt="2020-06-06T04:46:44.817" v="35602" actId="26606"/>
          <ac:picMkLst>
            <pc:docMk/>
            <pc:sldMk cId="1499599435" sldId="420"/>
            <ac:picMk id="18" creationId="{A931A529-04B2-4B7D-9C83-DCAE12A04FE9}"/>
          </ac:picMkLst>
        </pc:picChg>
        <pc:picChg chg="add mod ord">
          <ac:chgData name="동혁 임" userId="879f4c796d7a5333" providerId="LiveId" clId="{99A0B7FB-7ABD-43B7-B0BE-CF1927BF6B47}" dt="2020-06-06T04:46:44.817" v="35602" actId="26606"/>
          <ac:picMkLst>
            <pc:docMk/>
            <pc:sldMk cId="1499599435" sldId="420"/>
            <ac:picMk id="20" creationId="{F77F2A48-F5C1-48FA-9159-524211B9DBD9}"/>
          </ac:picMkLst>
        </pc:picChg>
        <pc:picChg chg="add mod ord">
          <ac:chgData name="동혁 임" userId="879f4c796d7a5333" providerId="LiveId" clId="{99A0B7FB-7ABD-43B7-B0BE-CF1927BF6B47}" dt="2020-06-06T04:46:44.817" v="35602" actId="26606"/>
          <ac:picMkLst>
            <pc:docMk/>
            <pc:sldMk cId="1499599435" sldId="420"/>
            <ac:picMk id="24" creationId="{DA35D924-44FF-4146-8B5E-5770EF4A6341}"/>
          </ac:picMkLst>
        </pc:picChg>
        <pc:picChg chg="add mod ord">
          <ac:chgData name="동혁 임" userId="879f4c796d7a5333" providerId="LiveId" clId="{99A0B7FB-7ABD-43B7-B0BE-CF1927BF6B47}" dt="2020-06-06T04:46:44.817" v="35602" actId="26606"/>
          <ac:picMkLst>
            <pc:docMk/>
            <pc:sldMk cId="1499599435" sldId="420"/>
            <ac:picMk id="28" creationId="{F3CCB340-4EAE-40C2-ADEA-AB6E4E91AFBF}"/>
          </ac:picMkLst>
        </pc:picChg>
        <pc:picChg chg="add mod ord">
          <ac:chgData name="동혁 임" userId="879f4c796d7a5333" providerId="LiveId" clId="{99A0B7FB-7ABD-43B7-B0BE-CF1927BF6B47}" dt="2020-06-06T04:46:44.817" v="35602" actId="26606"/>
          <ac:picMkLst>
            <pc:docMk/>
            <pc:sldMk cId="1499599435" sldId="420"/>
            <ac:picMk id="32" creationId="{F805B3E3-F6FD-41A0-A20C-FE279A48BA46}"/>
          </ac:picMkLst>
        </pc:picChg>
        <pc:cxnChg chg="add del">
          <ac:chgData name="동혁 임" userId="879f4c796d7a5333" providerId="LiveId" clId="{99A0B7FB-7ABD-43B7-B0BE-CF1927BF6B47}" dt="2020-06-06T04:45:05.883" v="35207" actId="26606"/>
          <ac:cxnSpMkLst>
            <pc:docMk/>
            <pc:sldMk cId="1499599435" sldId="420"/>
            <ac:cxnSpMk id="23" creationId="{982DC870-E8E5-4050-B10C-CC24FC67E50A}"/>
          </ac:cxnSpMkLst>
        </pc:cxnChg>
        <pc:cxnChg chg="add del">
          <ac:chgData name="동혁 임" userId="879f4c796d7a5333" providerId="LiveId" clId="{99A0B7FB-7ABD-43B7-B0BE-CF1927BF6B47}" dt="2020-06-06T04:45:05.883" v="35207" actId="26606"/>
          <ac:cxnSpMkLst>
            <pc:docMk/>
            <pc:sldMk cId="1499599435" sldId="420"/>
            <ac:cxnSpMk id="25" creationId="{FF76A74F-C283-4DED-BD4D-086753B7CB00}"/>
          </ac:cxnSpMkLst>
        </pc:cxnChg>
        <pc:cxnChg chg="add del">
          <ac:chgData name="동혁 임" userId="879f4c796d7a5333" providerId="LiveId" clId="{99A0B7FB-7ABD-43B7-B0BE-CF1927BF6B47}" dt="2020-06-06T04:45:05.883" v="35207" actId="26606"/>
          <ac:cxnSpMkLst>
            <pc:docMk/>
            <pc:sldMk cId="1499599435" sldId="420"/>
            <ac:cxnSpMk id="27" creationId="{3B2791FB-B2F7-4BBE-B8D8-74C37FF9E85C}"/>
          </ac:cxnSpMkLst>
        </pc:cxnChg>
        <pc:cxnChg chg="add del">
          <ac:chgData name="동혁 임" userId="879f4c796d7a5333" providerId="LiveId" clId="{99A0B7FB-7ABD-43B7-B0BE-CF1927BF6B47}" dt="2020-06-06T04:45:05.883" v="35207" actId="26606"/>
          <ac:cxnSpMkLst>
            <pc:docMk/>
            <pc:sldMk cId="1499599435" sldId="420"/>
            <ac:cxnSpMk id="29" creationId="{9891B5DE-6811-4844-BB18-472A3F360EE5}"/>
          </ac:cxnSpMkLst>
        </pc:cxnChg>
        <pc:cxnChg chg="add del">
          <ac:chgData name="동혁 임" userId="879f4c796d7a5333" providerId="LiveId" clId="{99A0B7FB-7ABD-43B7-B0BE-CF1927BF6B47}" dt="2020-06-06T04:45:05.883" v="35207" actId="26606"/>
          <ac:cxnSpMkLst>
            <pc:docMk/>
            <pc:sldMk cId="1499599435" sldId="420"/>
            <ac:cxnSpMk id="31" creationId="{77A9CA3A-7216-41E0-B3CD-058077FD396D}"/>
          </ac:cxnSpMkLst>
        </pc:cxnChg>
        <pc:cxnChg chg="add del">
          <ac:chgData name="동혁 임" userId="879f4c796d7a5333" providerId="LiveId" clId="{99A0B7FB-7ABD-43B7-B0BE-CF1927BF6B47}" dt="2020-06-06T04:46:41.263" v="35593" actId="26606"/>
          <ac:cxnSpMkLst>
            <pc:docMk/>
            <pc:sldMk cId="1499599435" sldId="420"/>
            <ac:cxnSpMk id="37" creationId="{822A5670-0F7B-4199-AEAB-33FBA9CEA44D}"/>
          </ac:cxnSpMkLst>
        </pc:cxnChg>
        <pc:cxnChg chg="add del">
          <ac:chgData name="동혁 임" userId="879f4c796d7a5333" providerId="LiveId" clId="{99A0B7FB-7ABD-43B7-B0BE-CF1927BF6B47}" dt="2020-06-06T04:46:41.263" v="35593" actId="26606"/>
          <ac:cxnSpMkLst>
            <pc:docMk/>
            <pc:sldMk cId="1499599435" sldId="420"/>
            <ac:cxnSpMk id="39" creationId="{8BB1744D-A7DF-4B65-B6E3-DCF12BB2D869}"/>
          </ac:cxnSpMkLst>
        </pc:cxnChg>
        <pc:cxnChg chg="add del">
          <ac:chgData name="동혁 임" userId="879f4c796d7a5333" providerId="LiveId" clId="{99A0B7FB-7ABD-43B7-B0BE-CF1927BF6B47}" dt="2020-06-06T04:46:41.263" v="35593" actId="26606"/>
          <ac:cxnSpMkLst>
            <pc:docMk/>
            <pc:sldMk cId="1499599435" sldId="420"/>
            <ac:cxnSpMk id="41" creationId="{882DD753-EA38-4E86-91FB-05041A44A28E}"/>
          </ac:cxnSpMkLst>
        </pc:cxnChg>
        <pc:cxnChg chg="add del">
          <ac:chgData name="동혁 임" userId="879f4c796d7a5333" providerId="LiveId" clId="{99A0B7FB-7ABD-43B7-B0BE-CF1927BF6B47}" dt="2020-06-06T04:46:41.263" v="35593" actId="26606"/>
          <ac:cxnSpMkLst>
            <pc:docMk/>
            <pc:sldMk cId="1499599435" sldId="420"/>
            <ac:cxnSpMk id="43" creationId="{6DA63E78-7704-45EF-B5D3-EADDF5D82674}"/>
          </ac:cxnSpMkLst>
        </pc:cxnChg>
        <pc:cxnChg chg="add del">
          <ac:chgData name="동혁 임" userId="879f4c796d7a5333" providerId="LiveId" clId="{99A0B7FB-7ABD-43B7-B0BE-CF1927BF6B47}" dt="2020-06-06T04:46:42.056" v="35597" actId="26606"/>
          <ac:cxnSpMkLst>
            <pc:docMk/>
            <pc:sldMk cId="1499599435" sldId="420"/>
            <ac:cxnSpMk id="48" creationId="{822A5670-0F7B-4199-AEAB-33FBA9CEA44D}"/>
          </ac:cxnSpMkLst>
        </pc:cxnChg>
        <pc:cxnChg chg="add del">
          <ac:chgData name="동혁 임" userId="879f4c796d7a5333" providerId="LiveId" clId="{99A0B7FB-7ABD-43B7-B0BE-CF1927BF6B47}" dt="2020-06-06T04:46:42.056" v="35597" actId="26606"/>
          <ac:cxnSpMkLst>
            <pc:docMk/>
            <pc:sldMk cId="1499599435" sldId="420"/>
            <ac:cxnSpMk id="49" creationId="{8BB1744D-A7DF-4B65-B6E3-DCF12BB2D869}"/>
          </ac:cxnSpMkLst>
        </pc:cxnChg>
        <pc:cxnChg chg="add del">
          <ac:chgData name="동혁 임" userId="879f4c796d7a5333" providerId="LiveId" clId="{99A0B7FB-7ABD-43B7-B0BE-CF1927BF6B47}" dt="2020-06-06T04:46:42.056" v="35597" actId="26606"/>
          <ac:cxnSpMkLst>
            <pc:docMk/>
            <pc:sldMk cId="1499599435" sldId="420"/>
            <ac:cxnSpMk id="50" creationId="{882DD753-EA38-4E86-91FB-05041A44A28E}"/>
          </ac:cxnSpMkLst>
        </pc:cxnChg>
        <pc:cxnChg chg="add del">
          <ac:chgData name="동혁 임" userId="879f4c796d7a5333" providerId="LiveId" clId="{99A0B7FB-7ABD-43B7-B0BE-CF1927BF6B47}" dt="2020-06-06T04:46:42.056" v="35597" actId="26606"/>
          <ac:cxnSpMkLst>
            <pc:docMk/>
            <pc:sldMk cId="1499599435" sldId="420"/>
            <ac:cxnSpMk id="51" creationId="{6DA63E78-7704-45EF-B5D3-EADDF5D82674}"/>
          </ac:cxnSpMkLst>
        </pc:cxnChg>
      </pc:sldChg>
      <pc:sldChg chg="addSp delSp modSp add del mod setBg">
        <pc:chgData name="동혁 임" userId="879f4c796d7a5333" providerId="LiveId" clId="{99A0B7FB-7ABD-43B7-B0BE-CF1927BF6B47}" dt="2020-06-06T05:42:06.629" v="36655" actId="47"/>
        <pc:sldMkLst>
          <pc:docMk/>
          <pc:sldMk cId="4159654210" sldId="421"/>
        </pc:sldMkLst>
        <pc:spChg chg="mod">
          <ac:chgData name="동혁 임" userId="879f4c796d7a5333" providerId="LiveId" clId="{99A0B7FB-7ABD-43B7-B0BE-CF1927BF6B47}" dt="2020-06-06T04:46:52.081" v="35603" actId="26606"/>
          <ac:spMkLst>
            <pc:docMk/>
            <pc:sldMk cId="4159654210" sldId="421"/>
            <ac:spMk id="2" creationId="{E5F919FE-3E1B-44B6-9BF5-B858D6ED2085}"/>
          </ac:spMkLst>
        </pc:spChg>
        <pc:spChg chg="del mod">
          <ac:chgData name="동혁 임" userId="879f4c796d7a5333" providerId="LiveId" clId="{99A0B7FB-7ABD-43B7-B0BE-CF1927BF6B47}" dt="2020-06-06T03:31:07.161" v="32273" actId="931"/>
          <ac:spMkLst>
            <pc:docMk/>
            <pc:sldMk cId="4159654210" sldId="421"/>
            <ac:spMk id="3" creationId="{6B4B261B-E461-41AF-95D0-5DC432F1D7D5}"/>
          </ac:spMkLst>
        </pc:spChg>
        <pc:spChg chg="del">
          <ac:chgData name="동혁 임" userId="879f4c796d7a5333" providerId="LiveId" clId="{99A0B7FB-7ABD-43B7-B0BE-CF1927BF6B47}" dt="2020-06-06T04:44:17.333" v="35182" actId="931"/>
          <ac:spMkLst>
            <pc:docMk/>
            <pc:sldMk cId="4159654210" sldId="421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04:46:52.081" v="35603" actId="26606"/>
          <ac:spMkLst>
            <pc:docMk/>
            <pc:sldMk cId="4159654210" sldId="421"/>
            <ac:spMk id="18" creationId="{771ABEF4-90AE-4799-8D50-36AE49F6DE4E}"/>
          </ac:spMkLst>
        </pc:spChg>
        <pc:picChg chg="add mod">
          <ac:chgData name="동혁 임" userId="879f4c796d7a5333" providerId="LiveId" clId="{99A0B7FB-7ABD-43B7-B0BE-CF1927BF6B47}" dt="2020-06-06T04:46:52.081" v="35603" actId="26606"/>
          <ac:picMkLst>
            <pc:docMk/>
            <pc:sldMk cId="4159654210" sldId="421"/>
            <ac:picMk id="6" creationId="{B5A29BDC-8BCC-4A4E-A848-AAFDB3428EAC}"/>
          </ac:picMkLst>
        </pc:picChg>
        <pc:picChg chg="add mod">
          <ac:chgData name="동혁 임" userId="879f4c796d7a5333" providerId="LiveId" clId="{99A0B7FB-7ABD-43B7-B0BE-CF1927BF6B47}" dt="2020-06-06T04:46:52.081" v="35603" actId="26606"/>
          <ac:picMkLst>
            <pc:docMk/>
            <pc:sldMk cId="4159654210" sldId="421"/>
            <ac:picMk id="8" creationId="{FE07565E-FB6B-4A11-9BD1-7348824E8D7B}"/>
          </ac:picMkLst>
        </pc:picChg>
        <pc:picChg chg="add mod ord">
          <ac:chgData name="동혁 임" userId="879f4c796d7a5333" providerId="LiveId" clId="{99A0B7FB-7ABD-43B7-B0BE-CF1927BF6B47}" dt="2020-06-06T04:46:52.081" v="35603" actId="26606"/>
          <ac:picMkLst>
            <pc:docMk/>
            <pc:sldMk cId="4159654210" sldId="421"/>
            <ac:picMk id="10" creationId="{CAA8E91F-9F54-407C-A542-DC24A6D5FF89}"/>
          </ac:picMkLst>
        </pc:picChg>
        <pc:picChg chg="add mod ord">
          <ac:chgData name="동혁 임" userId="879f4c796d7a5333" providerId="LiveId" clId="{99A0B7FB-7ABD-43B7-B0BE-CF1927BF6B47}" dt="2020-06-06T04:46:52.081" v="35603" actId="26606"/>
          <ac:picMkLst>
            <pc:docMk/>
            <pc:sldMk cId="4159654210" sldId="421"/>
            <ac:picMk id="12" creationId="{5E00373E-8FC7-4A25-9C6F-391579C2510E}"/>
          </ac:picMkLst>
        </pc:picChg>
        <pc:picChg chg="add mod">
          <ac:chgData name="동혁 임" userId="879f4c796d7a5333" providerId="LiveId" clId="{99A0B7FB-7ABD-43B7-B0BE-CF1927BF6B47}" dt="2020-06-06T04:46:52.081" v="35603" actId="26606"/>
          <ac:picMkLst>
            <pc:docMk/>
            <pc:sldMk cId="4159654210" sldId="421"/>
            <ac:picMk id="14" creationId="{EFB3F85F-C66A-4408-8F23-543EC766AA7D}"/>
          </ac:picMkLst>
        </pc:picChg>
      </pc:sldChg>
      <pc:sldChg chg="addSp delSp modSp add del mod">
        <pc:chgData name="동혁 임" userId="879f4c796d7a5333" providerId="LiveId" clId="{99A0B7FB-7ABD-43B7-B0BE-CF1927BF6B47}" dt="2020-06-06T07:56:32.757" v="36656" actId="47"/>
        <pc:sldMkLst>
          <pc:docMk/>
          <pc:sldMk cId="2702392360" sldId="422"/>
        </pc:sldMkLst>
        <pc:spChg chg="del">
          <ac:chgData name="동혁 임" userId="879f4c796d7a5333" providerId="LiveId" clId="{99A0B7FB-7ABD-43B7-B0BE-CF1927BF6B47}" dt="2020-06-06T03:31:10.465" v="32275" actId="931"/>
          <ac:spMkLst>
            <pc:docMk/>
            <pc:sldMk cId="2702392360" sldId="422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31:11.491" v="32276" actId="27614"/>
          <ac:picMkLst>
            <pc:docMk/>
            <pc:sldMk cId="2702392360" sldId="422"/>
            <ac:picMk id="6" creationId="{16EA3C18-9C8E-474C-B7E2-27092E7BDDEA}"/>
          </ac:picMkLst>
        </pc:picChg>
      </pc:sldChg>
      <pc:sldChg chg="addSp delSp modSp add del mod">
        <pc:chgData name="동혁 임" userId="879f4c796d7a5333" providerId="LiveId" clId="{99A0B7FB-7ABD-43B7-B0BE-CF1927BF6B47}" dt="2020-06-06T07:56:33.773" v="36657" actId="47"/>
        <pc:sldMkLst>
          <pc:docMk/>
          <pc:sldMk cId="2284791194" sldId="423"/>
        </pc:sldMkLst>
        <pc:spChg chg="del">
          <ac:chgData name="동혁 임" userId="879f4c796d7a5333" providerId="LiveId" clId="{99A0B7FB-7ABD-43B7-B0BE-CF1927BF6B47}" dt="2020-06-06T03:31:14.691" v="32277" actId="931"/>
          <ac:spMkLst>
            <pc:docMk/>
            <pc:sldMk cId="2284791194" sldId="423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31:15.788" v="32278" actId="27614"/>
          <ac:picMkLst>
            <pc:docMk/>
            <pc:sldMk cId="2284791194" sldId="423"/>
            <ac:picMk id="6" creationId="{F6BAA84B-26B6-4A72-832A-4A2D5181A938}"/>
          </ac:picMkLst>
        </pc:picChg>
      </pc:sldChg>
      <pc:sldChg chg="addSp delSp modSp add del mod">
        <pc:chgData name="동혁 임" userId="879f4c796d7a5333" providerId="LiveId" clId="{99A0B7FB-7ABD-43B7-B0BE-CF1927BF6B47}" dt="2020-06-06T07:56:34.608" v="36658" actId="47"/>
        <pc:sldMkLst>
          <pc:docMk/>
          <pc:sldMk cId="4087041617" sldId="424"/>
        </pc:sldMkLst>
        <pc:spChg chg="del">
          <ac:chgData name="동혁 임" userId="879f4c796d7a5333" providerId="LiveId" clId="{99A0B7FB-7ABD-43B7-B0BE-CF1927BF6B47}" dt="2020-06-06T03:31:18.321" v="32279" actId="931"/>
          <ac:spMkLst>
            <pc:docMk/>
            <pc:sldMk cId="4087041617" sldId="424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31:19.612" v="32280" actId="27614"/>
          <ac:picMkLst>
            <pc:docMk/>
            <pc:sldMk cId="4087041617" sldId="424"/>
            <ac:picMk id="6" creationId="{EB67AB6F-1BBE-489A-8B86-1E847F2025FF}"/>
          </ac:picMkLst>
        </pc:picChg>
      </pc:sldChg>
      <pc:sldChg chg="addSp delSp modSp add del mod">
        <pc:chgData name="동혁 임" userId="879f4c796d7a5333" providerId="LiveId" clId="{99A0B7FB-7ABD-43B7-B0BE-CF1927BF6B47}" dt="2020-06-06T07:56:35.421" v="36659" actId="47"/>
        <pc:sldMkLst>
          <pc:docMk/>
          <pc:sldMk cId="1296847753" sldId="425"/>
        </pc:sldMkLst>
        <pc:spChg chg="del">
          <ac:chgData name="동혁 임" userId="879f4c796d7a5333" providerId="LiveId" clId="{99A0B7FB-7ABD-43B7-B0BE-CF1927BF6B47}" dt="2020-06-06T03:31:21.130" v="32281" actId="931"/>
          <ac:spMkLst>
            <pc:docMk/>
            <pc:sldMk cId="1296847753" sldId="425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31:22.130" v="32282" actId="27614"/>
          <ac:picMkLst>
            <pc:docMk/>
            <pc:sldMk cId="1296847753" sldId="425"/>
            <ac:picMk id="6" creationId="{EB30A823-0CAA-4658-8B72-B4E85A3FD189}"/>
          </ac:picMkLst>
        </pc:picChg>
      </pc:sldChg>
      <pc:sldChg chg="addSp delSp modSp add del mod">
        <pc:chgData name="동혁 임" userId="879f4c796d7a5333" providerId="LiveId" clId="{99A0B7FB-7ABD-43B7-B0BE-CF1927BF6B47}" dt="2020-06-06T09:11:23.677" v="39442" actId="47"/>
        <pc:sldMkLst>
          <pc:docMk/>
          <pc:sldMk cId="2365257155" sldId="426"/>
        </pc:sldMkLst>
        <pc:spChg chg="mod">
          <ac:chgData name="동혁 임" userId="879f4c796d7a5333" providerId="LiveId" clId="{99A0B7FB-7ABD-43B7-B0BE-CF1927BF6B47}" dt="2020-06-06T07:56:52.178" v="36660"/>
          <ac:spMkLst>
            <pc:docMk/>
            <pc:sldMk cId="2365257155" sldId="426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24.556" v="32283" actId="931"/>
          <ac:spMkLst>
            <pc:docMk/>
            <pc:sldMk cId="2365257155" sldId="426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09:11:21.307" v="39441" actId="20577"/>
          <ac:spMkLst>
            <pc:docMk/>
            <pc:sldMk cId="2365257155" sldId="426"/>
            <ac:spMk id="4" creationId="{BB6FF604-B639-4CE9-ABC5-F19019757096}"/>
          </ac:spMkLst>
        </pc:spChg>
        <pc:picChg chg="add mod">
          <ac:chgData name="동혁 임" userId="879f4c796d7a5333" providerId="LiveId" clId="{99A0B7FB-7ABD-43B7-B0BE-CF1927BF6B47}" dt="2020-06-06T03:31:24.556" v="32283" actId="931"/>
          <ac:picMkLst>
            <pc:docMk/>
            <pc:sldMk cId="2365257155" sldId="426"/>
            <ac:picMk id="6" creationId="{38E7203D-DF12-470A-ADC4-5BBB24E56205}"/>
          </ac:picMkLst>
        </pc:picChg>
      </pc:sldChg>
      <pc:sldChg chg="addSp delSp modSp add mod setBg">
        <pc:chgData name="동혁 임" userId="879f4c796d7a5333" providerId="LiveId" clId="{99A0B7FB-7ABD-43B7-B0BE-CF1927BF6B47}" dt="2020-06-06T09:12:06.007" v="39601" actId="20577"/>
        <pc:sldMkLst>
          <pc:docMk/>
          <pc:sldMk cId="2242291574" sldId="427"/>
        </pc:sldMkLst>
        <pc:spChg chg="mod ord">
          <ac:chgData name="동혁 임" userId="879f4c796d7a5333" providerId="LiveId" clId="{99A0B7FB-7ABD-43B7-B0BE-CF1927BF6B47}" dt="2020-06-06T08:51:33.132" v="39334" actId="2711"/>
          <ac:spMkLst>
            <pc:docMk/>
            <pc:sldMk cId="2242291574" sldId="427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27.829" v="32284" actId="931"/>
          <ac:spMkLst>
            <pc:docMk/>
            <pc:sldMk cId="2242291574" sldId="427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09:12:06.007" v="39601" actId="20577"/>
          <ac:spMkLst>
            <pc:docMk/>
            <pc:sldMk cId="2242291574" sldId="427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08:51:29.455" v="39333" actId="26606"/>
          <ac:spMkLst>
            <pc:docMk/>
            <pc:sldMk cId="2242291574" sldId="427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08:51:29.455" v="39333" actId="26606"/>
          <ac:spMkLst>
            <pc:docMk/>
            <pc:sldMk cId="2242291574" sldId="427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08:51:29.455" v="39333" actId="26606"/>
          <ac:spMkLst>
            <pc:docMk/>
            <pc:sldMk cId="2242291574" sldId="427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08:51:29.455" v="39333" actId="26606"/>
          <ac:spMkLst>
            <pc:docMk/>
            <pc:sldMk cId="2242291574" sldId="427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08:51:29.455" v="39333" actId="26606"/>
          <ac:picMkLst>
            <pc:docMk/>
            <pc:sldMk cId="2242291574" sldId="427"/>
            <ac:picMk id="6" creationId="{C1815DF6-812F-418F-9AED-D718A8FC405A}"/>
          </ac:picMkLst>
        </pc:picChg>
      </pc:sldChg>
      <pc:sldChg chg="addSp delSp modSp add del mod">
        <pc:chgData name="동혁 임" userId="879f4c796d7a5333" providerId="LiveId" clId="{99A0B7FB-7ABD-43B7-B0BE-CF1927BF6B47}" dt="2020-06-06T09:12:08.047" v="39602" actId="47"/>
        <pc:sldMkLst>
          <pc:docMk/>
          <pc:sldMk cId="3445227963" sldId="428"/>
        </pc:sldMkLst>
        <pc:spChg chg="mod">
          <ac:chgData name="동혁 임" userId="879f4c796d7a5333" providerId="LiveId" clId="{99A0B7FB-7ABD-43B7-B0BE-CF1927BF6B47}" dt="2020-06-06T07:56:57.611" v="36662"/>
          <ac:spMkLst>
            <pc:docMk/>
            <pc:sldMk cId="3445227963" sldId="428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30.644" v="32286" actId="931"/>
          <ac:spMkLst>
            <pc:docMk/>
            <pc:sldMk cId="3445227963" sldId="428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31:31.631" v="32287" actId="27614"/>
          <ac:picMkLst>
            <pc:docMk/>
            <pc:sldMk cId="3445227963" sldId="428"/>
            <ac:picMk id="6" creationId="{7F33D25D-C961-4070-B0DC-B383BF186964}"/>
          </ac:picMkLst>
        </pc:picChg>
      </pc:sldChg>
      <pc:sldChg chg="addSp delSp modSp add mod setBg">
        <pc:chgData name="동혁 임" userId="879f4c796d7a5333" providerId="LiveId" clId="{99A0B7FB-7ABD-43B7-B0BE-CF1927BF6B47}" dt="2020-06-06T12:57:50.198" v="40317" actId="5793"/>
        <pc:sldMkLst>
          <pc:docMk/>
          <pc:sldMk cId="2560072493" sldId="429"/>
        </pc:sldMkLst>
        <pc:spChg chg="mod">
          <ac:chgData name="동혁 임" userId="879f4c796d7a5333" providerId="LiveId" clId="{99A0B7FB-7ABD-43B7-B0BE-CF1927BF6B47}" dt="2020-06-06T12:56:43.078" v="39955" actId="2711"/>
          <ac:spMkLst>
            <pc:docMk/>
            <pc:sldMk cId="2560072493" sldId="429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39.989" v="32288" actId="931"/>
          <ac:spMkLst>
            <pc:docMk/>
            <pc:sldMk cId="2560072493" sldId="429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2:57:50.198" v="40317" actId="5793"/>
          <ac:spMkLst>
            <pc:docMk/>
            <pc:sldMk cId="2560072493" sldId="429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12:55:16.298" v="39943" actId="26606"/>
          <ac:spMkLst>
            <pc:docMk/>
            <pc:sldMk cId="2560072493" sldId="429"/>
            <ac:spMk id="13" creationId="{6D24BC9E-AC6A-42EE-AFD8-B290720B841F}"/>
          </ac:spMkLst>
        </pc:spChg>
        <pc:spChg chg="add mod">
          <ac:chgData name="동혁 임" userId="879f4c796d7a5333" providerId="LiveId" clId="{99A0B7FB-7ABD-43B7-B0BE-CF1927BF6B47}" dt="2020-06-06T12:56:38.257" v="39954" actId="571"/>
          <ac:spMkLst>
            <pc:docMk/>
            <pc:sldMk cId="2560072493" sldId="429"/>
            <ac:spMk id="14" creationId="{C5042B39-65DB-4D0E-9BA2-9C6F2FBCD946}"/>
          </ac:spMkLst>
        </pc:spChg>
        <pc:spChg chg="add">
          <ac:chgData name="동혁 임" userId="879f4c796d7a5333" providerId="LiveId" clId="{99A0B7FB-7ABD-43B7-B0BE-CF1927BF6B47}" dt="2020-06-06T12:55:16.298" v="39943" actId="26606"/>
          <ac:spMkLst>
            <pc:docMk/>
            <pc:sldMk cId="2560072493" sldId="429"/>
            <ac:spMk id="15" creationId="{0990C621-3B8B-4820-8328-D47EF7CE823C}"/>
          </ac:spMkLst>
        </pc:spChg>
        <pc:spChg chg="add mod">
          <ac:chgData name="동혁 임" userId="879f4c796d7a5333" providerId="LiveId" clId="{99A0B7FB-7ABD-43B7-B0BE-CF1927BF6B47}" dt="2020-06-06T12:56:38.257" v="39954" actId="571"/>
          <ac:spMkLst>
            <pc:docMk/>
            <pc:sldMk cId="2560072493" sldId="429"/>
            <ac:spMk id="16" creationId="{E3AC1D4B-624C-4054-8864-D6DF3056FFDE}"/>
          </ac:spMkLst>
        </pc:spChg>
        <pc:spChg chg="add">
          <ac:chgData name="동혁 임" userId="879f4c796d7a5333" providerId="LiveId" clId="{99A0B7FB-7ABD-43B7-B0BE-CF1927BF6B47}" dt="2020-06-06T12:55:16.298" v="39943" actId="26606"/>
          <ac:spMkLst>
            <pc:docMk/>
            <pc:sldMk cId="2560072493" sldId="429"/>
            <ac:spMk id="17" creationId="{C1A2385B-1D2A-4E17-84FA-6CB7F0AAE473}"/>
          </ac:spMkLst>
        </pc:spChg>
        <pc:spChg chg="add">
          <ac:chgData name="동혁 임" userId="879f4c796d7a5333" providerId="LiveId" clId="{99A0B7FB-7ABD-43B7-B0BE-CF1927BF6B47}" dt="2020-06-06T12:55:16.298" v="39943" actId="26606"/>
          <ac:spMkLst>
            <pc:docMk/>
            <pc:sldMk cId="2560072493" sldId="429"/>
            <ac:spMk id="19" creationId="{5E791F2F-79DB-4CC0-9FA1-001E3E91E8B7}"/>
          </ac:spMkLst>
        </pc:spChg>
        <pc:picChg chg="add mod">
          <ac:chgData name="동혁 임" userId="879f4c796d7a5333" providerId="LiveId" clId="{99A0B7FB-7ABD-43B7-B0BE-CF1927BF6B47}" dt="2020-06-06T12:56:30.377" v="39952" actId="1076"/>
          <ac:picMkLst>
            <pc:docMk/>
            <pc:sldMk cId="2560072493" sldId="429"/>
            <ac:picMk id="6" creationId="{00F0FCE3-0466-4C3F-B37F-9F7E50B22A9F}"/>
          </ac:picMkLst>
        </pc:picChg>
        <pc:picChg chg="add mod ord">
          <ac:chgData name="동혁 임" userId="879f4c796d7a5333" providerId="LiveId" clId="{99A0B7FB-7ABD-43B7-B0BE-CF1927BF6B47}" dt="2020-06-06T12:56:29.183" v="39951" actId="1076"/>
          <ac:picMkLst>
            <pc:docMk/>
            <pc:sldMk cId="2560072493" sldId="429"/>
            <ac:picMk id="8" creationId="{F4D748D2-9E97-4D5A-BB32-6CBCB65E45DD}"/>
          </ac:picMkLst>
        </pc:picChg>
      </pc:sldChg>
      <pc:sldChg chg="addSp delSp modSp add del mod">
        <pc:chgData name="동혁 임" userId="879f4c796d7a5333" providerId="LiveId" clId="{99A0B7FB-7ABD-43B7-B0BE-CF1927BF6B47}" dt="2020-06-06T12:56:47.468" v="39956" actId="47"/>
        <pc:sldMkLst>
          <pc:docMk/>
          <pc:sldMk cId="2467913993" sldId="430"/>
        </pc:sldMkLst>
        <pc:spChg chg="mod">
          <ac:chgData name="동혁 임" userId="879f4c796d7a5333" providerId="LiveId" clId="{99A0B7FB-7ABD-43B7-B0BE-CF1927BF6B47}" dt="2020-06-06T07:57:02.101" v="36664"/>
          <ac:spMkLst>
            <pc:docMk/>
            <pc:sldMk cId="2467913993" sldId="430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43.505" v="32290" actId="931"/>
          <ac:spMkLst>
            <pc:docMk/>
            <pc:sldMk cId="2467913993" sldId="430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31:44.512" v="32291" actId="27614"/>
          <ac:picMkLst>
            <pc:docMk/>
            <pc:sldMk cId="2467913993" sldId="430"/>
            <ac:picMk id="6" creationId="{57621620-9563-45BD-B2F2-9370F07AE4E1}"/>
          </ac:picMkLst>
        </pc:picChg>
      </pc:sldChg>
      <pc:sldChg chg="addSp delSp modSp add mod setBg">
        <pc:chgData name="동혁 임" userId="879f4c796d7a5333" providerId="LiveId" clId="{99A0B7FB-7ABD-43B7-B0BE-CF1927BF6B47}" dt="2020-06-06T12:57:59.774" v="40321" actId="2711"/>
        <pc:sldMkLst>
          <pc:docMk/>
          <pc:sldMk cId="1532968368" sldId="431"/>
        </pc:sldMkLst>
        <pc:spChg chg="mod ord">
          <ac:chgData name="동혁 임" userId="879f4c796d7a5333" providerId="LiveId" clId="{99A0B7FB-7ABD-43B7-B0BE-CF1927BF6B47}" dt="2020-06-06T12:57:59.774" v="40321" actId="2711"/>
          <ac:spMkLst>
            <pc:docMk/>
            <pc:sldMk cId="1532968368" sldId="431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46.837" v="32292" actId="931"/>
          <ac:spMkLst>
            <pc:docMk/>
            <pc:sldMk cId="1532968368" sldId="431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2:57:59.774" v="40321" actId="2711"/>
          <ac:spMkLst>
            <pc:docMk/>
            <pc:sldMk cId="1532968368" sldId="431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12:57:52.815" v="40318" actId="26606"/>
          <ac:spMkLst>
            <pc:docMk/>
            <pc:sldMk cId="1532968368" sldId="431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12:57:52.815" v="40318" actId="26606"/>
          <ac:spMkLst>
            <pc:docMk/>
            <pc:sldMk cId="1532968368" sldId="431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12:57:52.815" v="40318" actId="26606"/>
          <ac:spMkLst>
            <pc:docMk/>
            <pc:sldMk cId="1532968368" sldId="431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12:57:52.815" v="40318" actId="26606"/>
          <ac:spMkLst>
            <pc:docMk/>
            <pc:sldMk cId="1532968368" sldId="431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12:57:52.815" v="40318" actId="26606"/>
          <ac:picMkLst>
            <pc:docMk/>
            <pc:sldMk cId="1532968368" sldId="431"/>
            <ac:picMk id="6" creationId="{5B032C74-DC55-4E90-BBA9-1CBA7B92ADFD}"/>
          </ac:picMkLst>
        </pc:picChg>
      </pc:sldChg>
      <pc:sldChg chg="addSp delSp modSp add mod setBg">
        <pc:chgData name="동혁 임" userId="879f4c796d7a5333" providerId="LiveId" clId="{99A0B7FB-7ABD-43B7-B0BE-CF1927BF6B47}" dt="2020-06-06T13:17:43.135" v="40934" actId="5793"/>
        <pc:sldMkLst>
          <pc:docMk/>
          <pc:sldMk cId="629860232" sldId="432"/>
        </pc:sldMkLst>
        <pc:spChg chg="mod ord">
          <ac:chgData name="동혁 임" userId="879f4c796d7a5333" providerId="LiveId" clId="{99A0B7FB-7ABD-43B7-B0BE-CF1927BF6B47}" dt="2020-06-06T13:16:04.965" v="40584" actId="2711"/>
          <ac:spMkLst>
            <pc:docMk/>
            <pc:sldMk cId="629860232" sldId="432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50.703" v="32294" actId="931"/>
          <ac:spMkLst>
            <pc:docMk/>
            <pc:sldMk cId="629860232" sldId="432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3:17:43.135" v="40934" actId="5793"/>
          <ac:spMkLst>
            <pc:docMk/>
            <pc:sldMk cId="629860232" sldId="432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13:16:00.803" v="40583" actId="26606"/>
          <ac:spMkLst>
            <pc:docMk/>
            <pc:sldMk cId="629860232" sldId="432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13:16:00.803" v="40583" actId="26606"/>
          <ac:spMkLst>
            <pc:docMk/>
            <pc:sldMk cId="629860232" sldId="432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13:16:00.803" v="40583" actId="26606"/>
          <ac:spMkLst>
            <pc:docMk/>
            <pc:sldMk cId="629860232" sldId="432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13:16:00.803" v="40583" actId="26606"/>
          <ac:spMkLst>
            <pc:docMk/>
            <pc:sldMk cId="629860232" sldId="432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13:16:00.803" v="40583" actId="26606"/>
          <ac:picMkLst>
            <pc:docMk/>
            <pc:sldMk cId="629860232" sldId="432"/>
            <ac:picMk id="6" creationId="{0A334E9B-1F30-42D8-8A43-A30508DC1036}"/>
          </ac:picMkLst>
        </pc:picChg>
      </pc:sldChg>
      <pc:sldChg chg="addSp delSp modSp add mod setBg">
        <pc:chgData name="동혁 임" userId="879f4c796d7a5333" providerId="LiveId" clId="{99A0B7FB-7ABD-43B7-B0BE-CF1927BF6B47}" dt="2020-06-06T13:17:46.062" v="40936" actId="5793"/>
        <pc:sldMkLst>
          <pc:docMk/>
          <pc:sldMk cId="3718452152" sldId="433"/>
        </pc:sldMkLst>
        <pc:spChg chg="mod ord">
          <ac:chgData name="동혁 임" userId="879f4c796d7a5333" providerId="LiveId" clId="{99A0B7FB-7ABD-43B7-B0BE-CF1927BF6B47}" dt="2020-06-06T13:17:38.809" v="40932" actId="2711"/>
          <ac:spMkLst>
            <pc:docMk/>
            <pc:sldMk cId="3718452152" sldId="433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53.890" v="32296" actId="931"/>
          <ac:spMkLst>
            <pc:docMk/>
            <pc:sldMk cId="3718452152" sldId="433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3:17:46.062" v="40936" actId="5793"/>
          <ac:spMkLst>
            <pc:docMk/>
            <pc:sldMk cId="3718452152" sldId="433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13:17:35.635" v="40931" actId="26606"/>
          <ac:spMkLst>
            <pc:docMk/>
            <pc:sldMk cId="3718452152" sldId="433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13:17:35.635" v="40931" actId="26606"/>
          <ac:spMkLst>
            <pc:docMk/>
            <pc:sldMk cId="3718452152" sldId="433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13:17:35.635" v="40931" actId="26606"/>
          <ac:spMkLst>
            <pc:docMk/>
            <pc:sldMk cId="3718452152" sldId="433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13:17:35.635" v="40931" actId="26606"/>
          <ac:spMkLst>
            <pc:docMk/>
            <pc:sldMk cId="3718452152" sldId="433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13:17:35.635" v="40931" actId="26606"/>
          <ac:picMkLst>
            <pc:docMk/>
            <pc:sldMk cId="3718452152" sldId="433"/>
            <ac:picMk id="6" creationId="{C764855C-4E86-4DF0-97CC-27C404F67D41}"/>
          </ac:picMkLst>
        </pc:picChg>
      </pc:sldChg>
      <pc:sldChg chg="addSp delSp modSp add mod setBg">
        <pc:chgData name="동혁 임" userId="879f4c796d7a5333" providerId="LiveId" clId="{99A0B7FB-7ABD-43B7-B0BE-CF1927BF6B47}" dt="2020-06-06T13:20:27.816" v="41842" actId="2711"/>
        <pc:sldMkLst>
          <pc:docMk/>
          <pc:sldMk cId="3181642652" sldId="434"/>
        </pc:sldMkLst>
        <pc:spChg chg="mod ord">
          <ac:chgData name="동혁 임" userId="879f4c796d7a5333" providerId="LiveId" clId="{99A0B7FB-7ABD-43B7-B0BE-CF1927BF6B47}" dt="2020-06-06T13:20:27.816" v="41842" actId="2711"/>
          <ac:spMkLst>
            <pc:docMk/>
            <pc:sldMk cId="3181642652" sldId="434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1:56.726" v="32298" actId="931"/>
          <ac:spMkLst>
            <pc:docMk/>
            <pc:sldMk cId="3181642652" sldId="434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3:20:27.816" v="41842" actId="2711"/>
          <ac:spMkLst>
            <pc:docMk/>
            <pc:sldMk cId="3181642652" sldId="434"/>
            <ac:spMk id="4" creationId="{BB6FF604-B639-4CE9-ABC5-F19019757096}"/>
          </ac:spMkLst>
        </pc:spChg>
        <pc:spChg chg="add del">
          <ac:chgData name="동혁 임" userId="879f4c796d7a5333" providerId="LiveId" clId="{99A0B7FB-7ABD-43B7-B0BE-CF1927BF6B47}" dt="2020-06-06T13:20:22.661" v="41841" actId="26606"/>
          <ac:spMkLst>
            <pc:docMk/>
            <pc:sldMk cId="3181642652" sldId="434"/>
            <ac:spMk id="11" creationId="{0C2F8F76-4F55-4ED5-AC3D-1714C449C867}"/>
          </ac:spMkLst>
        </pc:spChg>
        <pc:spChg chg="add del">
          <ac:chgData name="동혁 임" userId="879f4c796d7a5333" providerId="LiveId" clId="{99A0B7FB-7ABD-43B7-B0BE-CF1927BF6B47}" dt="2020-06-06T13:20:22.661" v="41841" actId="26606"/>
          <ac:spMkLst>
            <pc:docMk/>
            <pc:sldMk cId="3181642652" sldId="434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6T13:20:22.661" v="41841" actId="26606"/>
          <ac:spMkLst>
            <pc:docMk/>
            <pc:sldMk cId="3181642652" sldId="434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6T13:20:22.661" v="41841" actId="26606"/>
          <ac:spMkLst>
            <pc:docMk/>
            <pc:sldMk cId="3181642652" sldId="434"/>
            <ac:spMk id="17" creationId="{281E2DF8-F6D8-4E5C-B76E-E082FD8C1FBD}"/>
          </ac:spMkLst>
        </pc:spChg>
        <pc:spChg chg="add">
          <ac:chgData name="동혁 임" userId="879f4c796d7a5333" providerId="LiveId" clId="{99A0B7FB-7ABD-43B7-B0BE-CF1927BF6B47}" dt="2020-06-06T13:20:22.661" v="41841" actId="26606"/>
          <ac:spMkLst>
            <pc:docMk/>
            <pc:sldMk cId="3181642652" sldId="434"/>
            <ac:spMk id="22" creationId="{0C2F8F76-4F55-4ED5-AC3D-1714C449C867}"/>
          </ac:spMkLst>
        </pc:spChg>
        <pc:spChg chg="add">
          <ac:chgData name="동혁 임" userId="879f4c796d7a5333" providerId="LiveId" clId="{99A0B7FB-7ABD-43B7-B0BE-CF1927BF6B47}" dt="2020-06-06T13:20:22.661" v="41841" actId="26606"/>
          <ac:spMkLst>
            <pc:docMk/>
            <pc:sldMk cId="3181642652" sldId="434"/>
            <ac:spMk id="24" creationId="{57F6BDD4-E066-4008-8011-6CC31AEB4556}"/>
          </ac:spMkLst>
        </pc:spChg>
        <pc:spChg chg="add">
          <ac:chgData name="동혁 임" userId="879f4c796d7a5333" providerId="LiveId" clId="{99A0B7FB-7ABD-43B7-B0BE-CF1927BF6B47}" dt="2020-06-06T13:20:22.661" v="41841" actId="26606"/>
          <ac:spMkLst>
            <pc:docMk/>
            <pc:sldMk cId="3181642652" sldId="434"/>
            <ac:spMk id="26" creationId="{2711A8FB-68FC-45FC-B01E-38F809E2D439}"/>
          </ac:spMkLst>
        </pc:spChg>
        <pc:spChg chg="add">
          <ac:chgData name="동혁 임" userId="879f4c796d7a5333" providerId="LiveId" clId="{99A0B7FB-7ABD-43B7-B0BE-CF1927BF6B47}" dt="2020-06-06T13:20:22.661" v="41841" actId="26606"/>
          <ac:spMkLst>
            <pc:docMk/>
            <pc:sldMk cId="3181642652" sldId="434"/>
            <ac:spMk id="28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13:19:34.727" v="41672" actId="26606"/>
          <ac:picMkLst>
            <pc:docMk/>
            <pc:sldMk cId="3181642652" sldId="434"/>
            <ac:picMk id="6" creationId="{1E6E9AFA-8A3D-45C5-A8B4-D88C76606E73}"/>
          </ac:picMkLst>
        </pc:picChg>
      </pc:sldChg>
      <pc:sldChg chg="addSp delSp modSp add mod setBg">
        <pc:chgData name="동혁 임" userId="879f4c796d7a5333" providerId="LiveId" clId="{99A0B7FB-7ABD-43B7-B0BE-CF1927BF6B47}" dt="2020-06-06T13:22:30.769" v="42411" actId="2711"/>
        <pc:sldMkLst>
          <pc:docMk/>
          <pc:sldMk cId="190873697" sldId="435"/>
        </pc:sldMkLst>
        <pc:spChg chg="mod ord">
          <ac:chgData name="동혁 임" userId="879f4c796d7a5333" providerId="LiveId" clId="{99A0B7FB-7ABD-43B7-B0BE-CF1927BF6B47}" dt="2020-06-06T13:22:30.769" v="42411" actId="2711"/>
          <ac:spMkLst>
            <pc:docMk/>
            <pc:sldMk cId="190873697" sldId="435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2:00.493" v="32300" actId="931"/>
          <ac:spMkLst>
            <pc:docMk/>
            <pc:sldMk cId="190873697" sldId="435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3:22:30.769" v="42411" actId="2711"/>
          <ac:spMkLst>
            <pc:docMk/>
            <pc:sldMk cId="190873697" sldId="435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13:22:25.509" v="42410" actId="26606"/>
          <ac:spMkLst>
            <pc:docMk/>
            <pc:sldMk cId="190873697" sldId="435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13:22:25.509" v="42410" actId="26606"/>
          <ac:spMkLst>
            <pc:docMk/>
            <pc:sldMk cId="190873697" sldId="435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13:22:25.509" v="42410" actId="26606"/>
          <ac:spMkLst>
            <pc:docMk/>
            <pc:sldMk cId="190873697" sldId="435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13:22:25.509" v="42410" actId="26606"/>
          <ac:spMkLst>
            <pc:docMk/>
            <pc:sldMk cId="190873697" sldId="435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13:22:25.509" v="42410" actId="26606"/>
          <ac:picMkLst>
            <pc:docMk/>
            <pc:sldMk cId="190873697" sldId="435"/>
            <ac:picMk id="6" creationId="{1E9DEAE4-DB62-4098-B9CF-948F021EB69D}"/>
          </ac:picMkLst>
        </pc:picChg>
      </pc:sldChg>
      <pc:sldChg chg="addSp delSp modSp add mod setBg">
        <pc:chgData name="동혁 임" userId="879f4c796d7a5333" providerId="LiveId" clId="{99A0B7FB-7ABD-43B7-B0BE-CF1927BF6B47}" dt="2020-06-06T13:25:24.857" v="42871" actId="2711"/>
        <pc:sldMkLst>
          <pc:docMk/>
          <pc:sldMk cId="2944447444" sldId="436"/>
        </pc:sldMkLst>
        <pc:spChg chg="mod ord">
          <ac:chgData name="동혁 임" userId="879f4c796d7a5333" providerId="LiveId" clId="{99A0B7FB-7ABD-43B7-B0BE-CF1927BF6B47}" dt="2020-06-06T13:25:24.857" v="42871" actId="2711"/>
          <ac:spMkLst>
            <pc:docMk/>
            <pc:sldMk cId="2944447444" sldId="436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2:03.870" v="32302" actId="931"/>
          <ac:spMkLst>
            <pc:docMk/>
            <pc:sldMk cId="2944447444" sldId="436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3:25:24.857" v="42871" actId="2711"/>
          <ac:spMkLst>
            <pc:docMk/>
            <pc:sldMk cId="2944447444" sldId="436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13:25:20.081" v="42870" actId="26606"/>
          <ac:spMkLst>
            <pc:docMk/>
            <pc:sldMk cId="2944447444" sldId="436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13:25:20.081" v="42870" actId="26606"/>
          <ac:spMkLst>
            <pc:docMk/>
            <pc:sldMk cId="2944447444" sldId="436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13:25:20.081" v="42870" actId="26606"/>
          <ac:spMkLst>
            <pc:docMk/>
            <pc:sldMk cId="2944447444" sldId="436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13:25:20.081" v="42870" actId="26606"/>
          <ac:spMkLst>
            <pc:docMk/>
            <pc:sldMk cId="2944447444" sldId="436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13:25:20.081" v="42870" actId="26606"/>
          <ac:picMkLst>
            <pc:docMk/>
            <pc:sldMk cId="2944447444" sldId="436"/>
            <ac:picMk id="6" creationId="{1214B24D-7C1C-4454-B222-1730D38D3652}"/>
          </ac:picMkLst>
        </pc:picChg>
      </pc:sldChg>
      <pc:sldChg chg="addSp delSp modSp add del mod setBg">
        <pc:chgData name="동혁 임" userId="879f4c796d7a5333" providerId="LiveId" clId="{99A0B7FB-7ABD-43B7-B0BE-CF1927BF6B47}" dt="2020-06-06T13:31:53.003" v="43710" actId="47"/>
        <pc:sldMkLst>
          <pc:docMk/>
          <pc:sldMk cId="3462997931" sldId="437"/>
        </pc:sldMkLst>
        <pc:spChg chg="mod ord">
          <ac:chgData name="동혁 임" userId="879f4c796d7a5333" providerId="LiveId" clId="{99A0B7FB-7ABD-43B7-B0BE-CF1927BF6B47}" dt="2020-06-06T13:29:49.546" v="43625" actId="26606"/>
          <ac:spMkLst>
            <pc:docMk/>
            <pc:sldMk cId="3462997931" sldId="437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9:52.327" v="32304" actId="931"/>
          <ac:spMkLst>
            <pc:docMk/>
            <pc:sldMk cId="3462997931" sldId="437"/>
            <ac:spMk id="3" creationId="{6B4B261B-E461-41AF-95D0-5DC432F1D7D5}"/>
          </ac:spMkLst>
        </pc:spChg>
        <pc:spChg chg="mod ord">
          <ac:chgData name="동혁 임" userId="879f4c796d7a5333" providerId="LiveId" clId="{99A0B7FB-7ABD-43B7-B0BE-CF1927BF6B47}" dt="2020-06-06T13:30:01.173" v="43650" actId="20577"/>
          <ac:spMkLst>
            <pc:docMk/>
            <pc:sldMk cId="3462997931" sldId="437"/>
            <ac:spMk id="4" creationId="{BB6FF604-B639-4CE9-ABC5-F19019757096}"/>
          </ac:spMkLst>
        </pc:spChg>
        <pc:spChg chg="add del">
          <ac:chgData name="동혁 임" userId="879f4c796d7a5333" providerId="LiveId" clId="{99A0B7FB-7ABD-43B7-B0BE-CF1927BF6B47}" dt="2020-06-06T13:27:20.214" v="43501" actId="26606"/>
          <ac:spMkLst>
            <pc:docMk/>
            <pc:sldMk cId="3462997931" sldId="437"/>
            <ac:spMk id="11" creationId="{0C2F8F76-4F55-4ED5-AC3D-1714C449C867}"/>
          </ac:spMkLst>
        </pc:spChg>
        <pc:spChg chg="add del">
          <ac:chgData name="동혁 임" userId="879f4c796d7a5333" providerId="LiveId" clId="{99A0B7FB-7ABD-43B7-B0BE-CF1927BF6B47}" dt="2020-06-06T13:27:39.728" v="43509" actId="26606"/>
          <ac:spMkLst>
            <pc:docMk/>
            <pc:sldMk cId="3462997931" sldId="437"/>
            <ac:spMk id="12" creationId="{5BA49487-3FDB-4FB7-9D50-2B4F9454DA91}"/>
          </ac:spMkLst>
        </pc:spChg>
        <pc:spChg chg="add del">
          <ac:chgData name="동혁 임" userId="879f4c796d7a5333" providerId="LiveId" clId="{99A0B7FB-7ABD-43B7-B0BE-CF1927BF6B47}" dt="2020-06-06T13:27:20.214" v="43501" actId="26606"/>
          <ac:spMkLst>
            <pc:docMk/>
            <pc:sldMk cId="3462997931" sldId="437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6T13:27:39.728" v="43509" actId="26606"/>
          <ac:spMkLst>
            <pc:docMk/>
            <pc:sldMk cId="3462997931" sldId="437"/>
            <ac:spMk id="14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13:27:20.214" v="43501" actId="26606"/>
          <ac:spMkLst>
            <pc:docMk/>
            <pc:sldMk cId="3462997931" sldId="437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6T13:27:20.214" v="43501" actId="26606"/>
          <ac:spMkLst>
            <pc:docMk/>
            <pc:sldMk cId="3462997931" sldId="437"/>
            <ac:spMk id="17" creationId="{281E2DF8-F6D8-4E5C-B76E-E082FD8C1FBD}"/>
          </ac:spMkLst>
        </pc:spChg>
        <pc:spChg chg="add del">
          <ac:chgData name="동혁 임" userId="879f4c796d7a5333" providerId="LiveId" clId="{99A0B7FB-7ABD-43B7-B0BE-CF1927BF6B47}" dt="2020-06-06T13:27:39.728" v="43509" actId="26606"/>
          <ac:spMkLst>
            <pc:docMk/>
            <pc:sldMk cId="3462997931" sldId="437"/>
            <ac:spMk id="19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13:27:39.728" v="43509" actId="26606"/>
          <ac:spMkLst>
            <pc:docMk/>
            <pc:sldMk cId="3462997931" sldId="437"/>
            <ac:spMk id="21" creationId="{0C059F7E-04C4-4C46-9B3E-E5CE267E347D}"/>
          </ac:spMkLst>
        </pc:spChg>
        <pc:spChg chg="add del">
          <ac:chgData name="동혁 임" userId="879f4c796d7a5333" providerId="LiveId" clId="{99A0B7FB-7ABD-43B7-B0BE-CF1927BF6B47}" dt="2020-06-06T13:29:49.546" v="43625" actId="26606"/>
          <ac:spMkLst>
            <pc:docMk/>
            <pc:sldMk cId="3462997931" sldId="437"/>
            <ac:spMk id="23" creationId="{2DDE3054-7688-403A-8800-8FA4F1B54962}"/>
          </ac:spMkLst>
        </pc:spChg>
        <pc:spChg chg="add del">
          <ac:chgData name="동혁 임" userId="879f4c796d7a5333" providerId="LiveId" clId="{99A0B7FB-7ABD-43B7-B0BE-CF1927BF6B47}" dt="2020-06-06T13:29:49.546" v="43625" actId="26606"/>
          <ac:spMkLst>
            <pc:docMk/>
            <pc:sldMk cId="3462997931" sldId="437"/>
            <ac:spMk id="24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13:29:49.546" v="43625" actId="26606"/>
          <ac:spMkLst>
            <pc:docMk/>
            <pc:sldMk cId="3462997931" sldId="437"/>
            <ac:spMk id="25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13:29:49.546" v="43625" actId="26606"/>
          <ac:spMkLst>
            <pc:docMk/>
            <pc:sldMk cId="3462997931" sldId="437"/>
            <ac:spMk id="26" creationId="{0C059F7E-04C4-4C46-9B3E-E5CE267E347D}"/>
          </ac:spMkLst>
        </pc:spChg>
        <pc:spChg chg="add del">
          <ac:chgData name="동혁 임" userId="879f4c796d7a5333" providerId="LiveId" clId="{99A0B7FB-7ABD-43B7-B0BE-CF1927BF6B47}" dt="2020-06-06T13:29:49.546" v="43625" actId="26606"/>
          <ac:spMkLst>
            <pc:docMk/>
            <pc:sldMk cId="3462997931" sldId="437"/>
            <ac:spMk id="31" creationId="{9CCE8A2E-61E7-4667-90A8-34285A8C4057}"/>
          </ac:spMkLst>
        </pc:spChg>
        <pc:spChg chg="add del">
          <ac:chgData name="동혁 임" userId="879f4c796d7a5333" providerId="LiveId" clId="{99A0B7FB-7ABD-43B7-B0BE-CF1927BF6B47}" dt="2020-06-06T13:29:49.546" v="43625" actId="26606"/>
          <ac:spMkLst>
            <pc:docMk/>
            <pc:sldMk cId="3462997931" sldId="437"/>
            <ac:spMk id="33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13:29:49.546" v="43625" actId="26606"/>
          <ac:spMkLst>
            <pc:docMk/>
            <pc:sldMk cId="3462997931" sldId="437"/>
            <ac:spMk id="35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13:29:49.546" v="43625" actId="26606"/>
          <ac:spMkLst>
            <pc:docMk/>
            <pc:sldMk cId="3462997931" sldId="437"/>
            <ac:spMk id="37" creationId="{0C059F7E-04C4-4C46-9B3E-E5CE267E347D}"/>
          </ac:spMkLst>
        </pc:spChg>
        <pc:picChg chg="add mod ord modCrop">
          <ac:chgData name="동혁 임" userId="879f4c796d7a5333" providerId="LiveId" clId="{99A0B7FB-7ABD-43B7-B0BE-CF1927BF6B47}" dt="2020-06-06T13:29:50.992" v="43629" actId="18131"/>
          <ac:picMkLst>
            <pc:docMk/>
            <pc:sldMk cId="3462997931" sldId="437"/>
            <ac:picMk id="6" creationId="{48A05B40-AE48-4289-B84F-0094E8A0F1C1}"/>
          </ac:picMkLst>
        </pc:picChg>
        <pc:picChg chg="add mod ord">
          <ac:chgData name="동혁 임" userId="879f4c796d7a5333" providerId="LiveId" clId="{99A0B7FB-7ABD-43B7-B0BE-CF1927BF6B47}" dt="2020-06-06T13:29:49.546" v="43625" actId="26606"/>
          <ac:picMkLst>
            <pc:docMk/>
            <pc:sldMk cId="3462997931" sldId="437"/>
            <ac:picMk id="8" creationId="{4B021136-1B1C-4CC2-A50E-CD6CC77D8324}"/>
          </ac:picMkLst>
        </pc:picChg>
        <pc:picChg chg="add mod ord modCrop">
          <ac:chgData name="동혁 임" userId="879f4c796d7a5333" providerId="LiveId" clId="{99A0B7FB-7ABD-43B7-B0BE-CF1927BF6B47}" dt="2020-06-06T13:29:50.325" v="43628" actId="18131"/>
          <ac:picMkLst>
            <pc:docMk/>
            <pc:sldMk cId="3462997931" sldId="437"/>
            <ac:picMk id="10" creationId="{58EB53C2-B290-4B43-84AD-FCE626797F2B}"/>
          </ac:picMkLst>
        </pc:picChg>
        <pc:picChg chg="add del mod ord">
          <ac:chgData name="동혁 임" userId="879f4c796d7a5333" providerId="LiveId" clId="{99A0B7FB-7ABD-43B7-B0BE-CF1927BF6B47}" dt="2020-06-06T13:29:49.869" v="43627" actId="931"/>
          <ac:picMkLst>
            <pc:docMk/>
            <pc:sldMk cId="3462997931" sldId="437"/>
            <ac:picMk id="18" creationId="{DE770491-B054-47F5-A2A1-473E66B9180A}"/>
          </ac:picMkLst>
        </pc:picChg>
      </pc:sldChg>
      <pc:sldChg chg="addSp delSp modSp add del mod">
        <pc:chgData name="동혁 임" userId="879f4c796d7a5333" providerId="LiveId" clId="{99A0B7FB-7ABD-43B7-B0BE-CF1927BF6B47}" dt="2020-06-06T13:31:59.230" v="43711" actId="47"/>
        <pc:sldMkLst>
          <pc:docMk/>
          <pc:sldMk cId="404774803" sldId="438"/>
        </pc:sldMkLst>
        <pc:spChg chg="mod">
          <ac:chgData name="동혁 임" userId="879f4c796d7a5333" providerId="LiveId" clId="{99A0B7FB-7ABD-43B7-B0BE-CF1927BF6B47}" dt="2020-06-06T07:57:16.183" v="36672"/>
          <ac:spMkLst>
            <pc:docMk/>
            <pc:sldMk cId="404774803" sldId="438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39:59.260" v="32306" actId="931"/>
          <ac:spMkLst>
            <pc:docMk/>
            <pc:sldMk cId="404774803" sldId="438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40:00.360" v="32307" actId="27614"/>
          <ac:picMkLst>
            <pc:docMk/>
            <pc:sldMk cId="404774803" sldId="438"/>
            <ac:picMk id="6" creationId="{10833719-30D9-4C31-A1D5-6622110F28A6}"/>
          </ac:picMkLst>
        </pc:picChg>
      </pc:sldChg>
      <pc:sldChg chg="addSp delSp modSp add del mod">
        <pc:chgData name="동혁 임" userId="879f4c796d7a5333" providerId="LiveId" clId="{99A0B7FB-7ABD-43B7-B0BE-CF1927BF6B47}" dt="2020-06-06T13:32:00.744" v="43712" actId="47"/>
        <pc:sldMkLst>
          <pc:docMk/>
          <pc:sldMk cId="3508523965" sldId="439"/>
        </pc:sldMkLst>
        <pc:spChg chg="mod">
          <ac:chgData name="동혁 임" userId="879f4c796d7a5333" providerId="LiveId" clId="{99A0B7FB-7ABD-43B7-B0BE-CF1927BF6B47}" dt="2020-06-06T07:57:17.792" v="36673"/>
          <ac:spMkLst>
            <pc:docMk/>
            <pc:sldMk cId="3508523965" sldId="439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03.423" v="32308" actId="931"/>
          <ac:spMkLst>
            <pc:docMk/>
            <pc:sldMk cId="3508523965" sldId="439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40:04.590" v="32309" actId="27614"/>
          <ac:picMkLst>
            <pc:docMk/>
            <pc:sldMk cId="3508523965" sldId="439"/>
            <ac:picMk id="6" creationId="{B2886411-D461-4DFC-B494-02371F2D411E}"/>
          </ac:picMkLst>
        </pc:picChg>
      </pc:sldChg>
      <pc:sldChg chg="addSp delSp modSp add del mod">
        <pc:chgData name="동혁 임" userId="879f4c796d7a5333" providerId="LiveId" clId="{99A0B7FB-7ABD-43B7-B0BE-CF1927BF6B47}" dt="2020-06-06T13:32:01.709" v="43713" actId="47"/>
        <pc:sldMkLst>
          <pc:docMk/>
          <pc:sldMk cId="4214558599" sldId="440"/>
        </pc:sldMkLst>
        <pc:spChg chg="mod">
          <ac:chgData name="동혁 임" userId="879f4c796d7a5333" providerId="LiveId" clId="{99A0B7FB-7ABD-43B7-B0BE-CF1927BF6B47}" dt="2020-06-06T07:57:19.384" v="36674"/>
          <ac:spMkLst>
            <pc:docMk/>
            <pc:sldMk cId="4214558599" sldId="440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07.656" v="32310" actId="931"/>
          <ac:spMkLst>
            <pc:docMk/>
            <pc:sldMk cId="4214558599" sldId="440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40:08.600" v="32311" actId="27614"/>
          <ac:picMkLst>
            <pc:docMk/>
            <pc:sldMk cId="4214558599" sldId="440"/>
            <ac:picMk id="6" creationId="{F736ECB6-54DD-4FA7-A204-98B3F269407F}"/>
          </ac:picMkLst>
        </pc:picChg>
      </pc:sldChg>
      <pc:sldChg chg="addSp delSp modSp add mod setBg">
        <pc:chgData name="동혁 임" userId="879f4c796d7a5333" providerId="LiveId" clId="{99A0B7FB-7ABD-43B7-B0BE-CF1927BF6B47}" dt="2020-06-06T13:37:08.567" v="44577" actId="20577"/>
        <pc:sldMkLst>
          <pc:docMk/>
          <pc:sldMk cId="3357247728" sldId="441"/>
        </pc:sldMkLst>
        <pc:spChg chg="mod">
          <ac:chgData name="동혁 임" userId="879f4c796d7a5333" providerId="LiveId" clId="{99A0B7FB-7ABD-43B7-B0BE-CF1927BF6B47}" dt="2020-06-06T13:36:35.479" v="44497" actId="2711"/>
          <ac:spMkLst>
            <pc:docMk/>
            <pc:sldMk cId="3357247728" sldId="441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11.670" v="32312" actId="931"/>
          <ac:spMkLst>
            <pc:docMk/>
            <pc:sldMk cId="3357247728" sldId="441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3:37:08.567" v="44577" actId="20577"/>
          <ac:spMkLst>
            <pc:docMk/>
            <pc:sldMk cId="3357247728" sldId="441"/>
            <ac:spMk id="4" creationId="{BB6FF604-B639-4CE9-ABC5-F19019757096}"/>
          </ac:spMkLst>
        </pc:spChg>
        <pc:spChg chg="add del">
          <ac:chgData name="동혁 임" userId="879f4c796d7a5333" providerId="LiveId" clId="{99A0B7FB-7ABD-43B7-B0BE-CF1927BF6B47}" dt="2020-06-06T13:33:52.292" v="44241" actId="26606"/>
          <ac:spMkLst>
            <pc:docMk/>
            <pc:sldMk cId="3357247728" sldId="441"/>
            <ac:spMk id="13" creationId="{8F7AFB9A-7364-478C-B48B-8523CDD9AE8D}"/>
          </ac:spMkLst>
        </pc:spChg>
        <pc:spChg chg="add del">
          <ac:chgData name="동혁 임" userId="879f4c796d7a5333" providerId="LiveId" clId="{99A0B7FB-7ABD-43B7-B0BE-CF1927BF6B47}" dt="2020-06-06T13:33:52.292" v="44241" actId="26606"/>
          <ac:spMkLst>
            <pc:docMk/>
            <pc:sldMk cId="3357247728" sldId="441"/>
            <ac:spMk id="15" creationId="{36678033-86B6-40E6-BE90-78D8ED4E3A31}"/>
          </ac:spMkLst>
        </pc:spChg>
        <pc:spChg chg="add del">
          <ac:chgData name="동혁 임" userId="879f4c796d7a5333" providerId="LiveId" clId="{99A0B7FB-7ABD-43B7-B0BE-CF1927BF6B47}" dt="2020-06-06T13:33:52.292" v="44241" actId="26606"/>
          <ac:spMkLst>
            <pc:docMk/>
            <pc:sldMk cId="3357247728" sldId="441"/>
            <ac:spMk id="17" creationId="{D2542E1A-076E-4A34-BB67-2BF961754E0C}"/>
          </ac:spMkLst>
        </pc:spChg>
        <pc:spChg chg="add mod">
          <ac:chgData name="동혁 임" userId="879f4c796d7a5333" providerId="LiveId" clId="{99A0B7FB-7ABD-43B7-B0BE-CF1927BF6B47}" dt="2020-06-06T13:36:32.794" v="44496" actId="571"/>
          <ac:spMkLst>
            <pc:docMk/>
            <pc:sldMk cId="3357247728" sldId="441"/>
            <ac:spMk id="18" creationId="{525BC1D3-8C57-42C0-90BC-C7F9294F01AB}"/>
          </ac:spMkLst>
        </pc:spChg>
        <pc:spChg chg="add del">
          <ac:chgData name="동혁 임" userId="879f4c796d7a5333" providerId="LiveId" clId="{99A0B7FB-7ABD-43B7-B0BE-CF1927BF6B47}" dt="2020-06-06T13:33:52.292" v="44241" actId="26606"/>
          <ac:spMkLst>
            <pc:docMk/>
            <pc:sldMk cId="3357247728" sldId="441"/>
            <ac:spMk id="19" creationId="{75C56826-D4E5-42ED-8529-079651CB3005}"/>
          </ac:spMkLst>
        </pc:spChg>
        <pc:spChg chg="add mod">
          <ac:chgData name="동혁 임" userId="879f4c796d7a5333" providerId="LiveId" clId="{99A0B7FB-7ABD-43B7-B0BE-CF1927BF6B47}" dt="2020-06-06T13:36:32.794" v="44496" actId="571"/>
          <ac:spMkLst>
            <pc:docMk/>
            <pc:sldMk cId="3357247728" sldId="441"/>
            <ac:spMk id="20" creationId="{70228314-F1B1-4B51-87C9-085E6B942DFB}"/>
          </ac:spMkLst>
        </pc:spChg>
        <pc:spChg chg="add del">
          <ac:chgData name="동혁 임" userId="879f4c796d7a5333" providerId="LiveId" clId="{99A0B7FB-7ABD-43B7-B0BE-CF1927BF6B47}" dt="2020-06-06T13:33:52.292" v="44241" actId="26606"/>
          <ac:spMkLst>
            <pc:docMk/>
            <pc:sldMk cId="3357247728" sldId="441"/>
            <ac:spMk id="21" creationId="{82095FCE-EF05-4443-B97A-85DEE3A5CA17}"/>
          </ac:spMkLst>
        </pc:spChg>
        <pc:spChg chg="add">
          <ac:chgData name="동혁 임" userId="879f4c796d7a5333" providerId="LiveId" clId="{99A0B7FB-7ABD-43B7-B0BE-CF1927BF6B47}" dt="2020-06-06T13:33:52.299" v="44242" actId="26606"/>
          <ac:spMkLst>
            <pc:docMk/>
            <pc:sldMk cId="3357247728" sldId="441"/>
            <ac:spMk id="23" creationId="{6D24BC9E-AC6A-42EE-AFD8-B290720B841F}"/>
          </ac:spMkLst>
        </pc:spChg>
        <pc:spChg chg="add">
          <ac:chgData name="동혁 임" userId="879f4c796d7a5333" providerId="LiveId" clId="{99A0B7FB-7ABD-43B7-B0BE-CF1927BF6B47}" dt="2020-06-06T13:33:52.299" v="44242" actId="26606"/>
          <ac:spMkLst>
            <pc:docMk/>
            <pc:sldMk cId="3357247728" sldId="441"/>
            <ac:spMk id="24" creationId="{0990C621-3B8B-4820-8328-D47EF7CE823C}"/>
          </ac:spMkLst>
        </pc:spChg>
        <pc:spChg chg="add">
          <ac:chgData name="동혁 임" userId="879f4c796d7a5333" providerId="LiveId" clId="{99A0B7FB-7ABD-43B7-B0BE-CF1927BF6B47}" dt="2020-06-06T13:33:52.299" v="44242" actId="26606"/>
          <ac:spMkLst>
            <pc:docMk/>
            <pc:sldMk cId="3357247728" sldId="441"/>
            <ac:spMk id="25" creationId="{C1A2385B-1D2A-4E17-84FA-6CB7F0AAE473}"/>
          </ac:spMkLst>
        </pc:spChg>
        <pc:spChg chg="add">
          <ac:chgData name="동혁 임" userId="879f4c796d7a5333" providerId="LiveId" clId="{99A0B7FB-7ABD-43B7-B0BE-CF1927BF6B47}" dt="2020-06-06T13:33:52.299" v="44242" actId="26606"/>
          <ac:spMkLst>
            <pc:docMk/>
            <pc:sldMk cId="3357247728" sldId="441"/>
            <ac:spMk id="26" creationId="{5E791F2F-79DB-4CC0-9FA1-001E3E91E8B7}"/>
          </ac:spMkLst>
        </pc:spChg>
        <pc:picChg chg="add mod ord">
          <ac:chgData name="동혁 임" userId="879f4c796d7a5333" providerId="LiveId" clId="{99A0B7FB-7ABD-43B7-B0BE-CF1927BF6B47}" dt="2020-06-06T13:34:22.333" v="44249" actId="1076"/>
          <ac:picMkLst>
            <pc:docMk/>
            <pc:sldMk cId="3357247728" sldId="441"/>
            <ac:picMk id="6" creationId="{51A889A7-039B-4515-830C-881EA4AC0224}"/>
          </ac:picMkLst>
        </pc:picChg>
        <pc:picChg chg="add mod ord modCrop">
          <ac:chgData name="동혁 임" userId="879f4c796d7a5333" providerId="LiveId" clId="{99A0B7FB-7ABD-43B7-B0BE-CF1927BF6B47}" dt="2020-06-06T13:36:29.787" v="44494" actId="1076"/>
          <ac:picMkLst>
            <pc:docMk/>
            <pc:sldMk cId="3357247728" sldId="441"/>
            <ac:picMk id="8" creationId="{70221BE8-500C-47CB-AA0B-3413525B2F6E}"/>
          </ac:picMkLst>
        </pc:picChg>
      </pc:sldChg>
      <pc:sldChg chg="addSp delSp modSp add del mod">
        <pc:chgData name="동혁 임" userId="879f4c796d7a5333" providerId="LiveId" clId="{99A0B7FB-7ABD-43B7-B0BE-CF1927BF6B47}" dt="2020-06-06T13:37:14.574" v="44578" actId="47"/>
        <pc:sldMkLst>
          <pc:docMk/>
          <pc:sldMk cId="2264990996" sldId="442"/>
        </pc:sldMkLst>
        <pc:spChg chg="mod">
          <ac:chgData name="동혁 임" userId="879f4c796d7a5333" providerId="LiveId" clId="{99A0B7FB-7ABD-43B7-B0BE-CF1927BF6B47}" dt="2020-06-06T07:57:23.844" v="36676"/>
          <ac:spMkLst>
            <pc:docMk/>
            <pc:sldMk cId="2264990996" sldId="442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15.044" v="32314" actId="931"/>
          <ac:spMkLst>
            <pc:docMk/>
            <pc:sldMk cId="2264990996" sldId="442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40:16.036" v="32315" actId="27614"/>
          <ac:picMkLst>
            <pc:docMk/>
            <pc:sldMk cId="2264990996" sldId="442"/>
            <ac:picMk id="6" creationId="{AF6CCED1-6EB7-400F-B9F8-033F13F21064}"/>
          </ac:picMkLst>
        </pc:picChg>
      </pc:sldChg>
      <pc:sldChg chg="addSp delSp modSp add mod setBg">
        <pc:chgData name="동혁 임" userId="879f4c796d7a5333" providerId="LiveId" clId="{99A0B7FB-7ABD-43B7-B0BE-CF1927BF6B47}" dt="2020-06-06T13:39:55.225" v="45402" actId="2711"/>
        <pc:sldMkLst>
          <pc:docMk/>
          <pc:sldMk cId="4143843377" sldId="443"/>
        </pc:sldMkLst>
        <pc:spChg chg="mod ord">
          <ac:chgData name="동혁 임" userId="879f4c796d7a5333" providerId="LiveId" clId="{99A0B7FB-7ABD-43B7-B0BE-CF1927BF6B47}" dt="2020-06-06T13:39:55.225" v="45402" actId="2711"/>
          <ac:spMkLst>
            <pc:docMk/>
            <pc:sldMk cId="4143843377" sldId="443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17.893" v="32316" actId="931"/>
          <ac:spMkLst>
            <pc:docMk/>
            <pc:sldMk cId="4143843377" sldId="443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3:39:55.225" v="45402" actId="2711"/>
          <ac:spMkLst>
            <pc:docMk/>
            <pc:sldMk cId="4143843377" sldId="443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13:39:52.299" v="45401" actId="26606"/>
          <ac:spMkLst>
            <pc:docMk/>
            <pc:sldMk cId="4143843377" sldId="443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13:39:52.299" v="45401" actId="26606"/>
          <ac:spMkLst>
            <pc:docMk/>
            <pc:sldMk cId="4143843377" sldId="443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13:39:52.299" v="45401" actId="26606"/>
          <ac:spMkLst>
            <pc:docMk/>
            <pc:sldMk cId="4143843377" sldId="443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13:39:52.299" v="45401" actId="26606"/>
          <ac:spMkLst>
            <pc:docMk/>
            <pc:sldMk cId="4143843377" sldId="443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13:39:52.299" v="45401" actId="26606"/>
          <ac:picMkLst>
            <pc:docMk/>
            <pc:sldMk cId="4143843377" sldId="443"/>
            <ac:picMk id="6" creationId="{FCDA0F73-876B-4AE1-A64D-A436E953704A}"/>
          </ac:picMkLst>
        </pc:picChg>
      </pc:sldChg>
      <pc:sldChg chg="addSp delSp modSp add mod setBg">
        <pc:chgData name="동혁 임" userId="879f4c796d7a5333" providerId="LiveId" clId="{99A0B7FB-7ABD-43B7-B0BE-CF1927BF6B47}" dt="2020-06-06T13:41:18.860" v="45836" actId="5793"/>
        <pc:sldMkLst>
          <pc:docMk/>
          <pc:sldMk cId="1445027600" sldId="444"/>
        </pc:sldMkLst>
        <pc:spChg chg="mod ord">
          <ac:chgData name="동혁 임" userId="879f4c796d7a5333" providerId="LiveId" clId="{99A0B7FB-7ABD-43B7-B0BE-CF1927BF6B47}" dt="2020-06-06T13:41:16.793" v="45833" actId="2711"/>
          <ac:spMkLst>
            <pc:docMk/>
            <pc:sldMk cId="1445027600" sldId="444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22.161" v="32319" actId="931"/>
          <ac:spMkLst>
            <pc:docMk/>
            <pc:sldMk cId="1445027600" sldId="444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3:41:18.860" v="45836" actId="5793"/>
          <ac:spMkLst>
            <pc:docMk/>
            <pc:sldMk cId="1445027600" sldId="444"/>
            <ac:spMk id="4" creationId="{BB6FF604-B639-4CE9-ABC5-F19019757096}"/>
          </ac:spMkLst>
        </pc:spChg>
        <pc:spChg chg="add">
          <ac:chgData name="동혁 임" userId="879f4c796d7a5333" providerId="LiveId" clId="{99A0B7FB-7ABD-43B7-B0BE-CF1927BF6B47}" dt="2020-06-06T13:41:13.102" v="45832" actId="26606"/>
          <ac:spMkLst>
            <pc:docMk/>
            <pc:sldMk cId="1445027600" sldId="444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13:41:13.102" v="45832" actId="26606"/>
          <ac:spMkLst>
            <pc:docMk/>
            <pc:sldMk cId="1445027600" sldId="444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6T13:41:13.102" v="45832" actId="26606"/>
          <ac:spMkLst>
            <pc:docMk/>
            <pc:sldMk cId="1445027600" sldId="444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13:41:13.102" v="45832" actId="26606"/>
          <ac:spMkLst>
            <pc:docMk/>
            <pc:sldMk cId="1445027600" sldId="444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6T13:41:13.102" v="45832" actId="26606"/>
          <ac:picMkLst>
            <pc:docMk/>
            <pc:sldMk cId="1445027600" sldId="444"/>
            <ac:picMk id="6" creationId="{DB5A7F6A-1645-431B-BE5C-11A39D2ED159}"/>
          </ac:picMkLst>
        </pc:picChg>
      </pc:sldChg>
      <pc:sldChg chg="addSp delSp modSp add del mod setBg">
        <pc:chgData name="동혁 임" userId="879f4c796d7a5333" providerId="LiveId" clId="{99A0B7FB-7ABD-43B7-B0BE-CF1927BF6B47}" dt="2020-06-06T13:48:00.747" v="46674" actId="47"/>
        <pc:sldMkLst>
          <pc:docMk/>
          <pc:sldMk cId="1783096771" sldId="445"/>
        </pc:sldMkLst>
        <pc:spChg chg="mod">
          <ac:chgData name="동혁 임" userId="879f4c796d7a5333" providerId="LiveId" clId="{99A0B7FB-7ABD-43B7-B0BE-CF1927BF6B47}" dt="2020-06-06T13:46:10.661" v="46565" actId="26606"/>
          <ac:spMkLst>
            <pc:docMk/>
            <pc:sldMk cId="1783096771" sldId="445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25.697" v="32321" actId="931"/>
          <ac:spMkLst>
            <pc:docMk/>
            <pc:sldMk cId="1783096771" sldId="445"/>
            <ac:spMk id="3" creationId="{6B4B261B-E461-41AF-95D0-5DC432F1D7D5}"/>
          </ac:spMkLst>
        </pc:spChg>
        <pc:spChg chg="add del mod ord">
          <ac:chgData name="동혁 임" userId="879f4c796d7a5333" providerId="LiveId" clId="{99A0B7FB-7ABD-43B7-B0BE-CF1927BF6B47}" dt="2020-06-06T13:46:40.972" v="46645" actId="6549"/>
          <ac:spMkLst>
            <pc:docMk/>
            <pc:sldMk cId="1783096771" sldId="445"/>
            <ac:spMk id="4" creationId="{BB6FF604-B639-4CE9-ABC5-F19019757096}"/>
          </ac:spMkLst>
        </pc:spChg>
        <pc:spChg chg="add del">
          <ac:chgData name="동혁 임" userId="879f4c796d7a5333" providerId="LiveId" clId="{99A0B7FB-7ABD-43B7-B0BE-CF1927BF6B47}" dt="2020-06-06T13:46:10.661" v="46565" actId="26606"/>
          <ac:spMkLst>
            <pc:docMk/>
            <pc:sldMk cId="1783096771" sldId="445"/>
            <ac:spMk id="15" creationId="{6D24BC9E-AC6A-42EE-AFD8-B290720B841F}"/>
          </ac:spMkLst>
        </pc:spChg>
        <pc:spChg chg="add del">
          <ac:chgData name="동혁 임" userId="879f4c796d7a5333" providerId="LiveId" clId="{99A0B7FB-7ABD-43B7-B0BE-CF1927BF6B47}" dt="2020-06-06T13:46:10.661" v="46565" actId="26606"/>
          <ac:spMkLst>
            <pc:docMk/>
            <pc:sldMk cId="1783096771" sldId="445"/>
            <ac:spMk id="17" creationId="{0990C621-3B8B-4820-8328-D47EF7CE823C}"/>
          </ac:spMkLst>
        </pc:spChg>
        <pc:spChg chg="add del">
          <ac:chgData name="동혁 임" userId="879f4c796d7a5333" providerId="LiveId" clId="{99A0B7FB-7ABD-43B7-B0BE-CF1927BF6B47}" dt="2020-06-06T13:46:10.661" v="46565" actId="26606"/>
          <ac:spMkLst>
            <pc:docMk/>
            <pc:sldMk cId="1783096771" sldId="445"/>
            <ac:spMk id="19" creationId="{C1A2385B-1D2A-4E17-84FA-6CB7F0AAE473}"/>
          </ac:spMkLst>
        </pc:spChg>
        <pc:spChg chg="add del">
          <ac:chgData name="동혁 임" userId="879f4c796d7a5333" providerId="LiveId" clId="{99A0B7FB-7ABD-43B7-B0BE-CF1927BF6B47}" dt="2020-06-06T13:46:10.661" v="46565" actId="26606"/>
          <ac:spMkLst>
            <pc:docMk/>
            <pc:sldMk cId="1783096771" sldId="445"/>
            <ac:spMk id="21" creationId="{5E791F2F-79DB-4CC0-9FA1-001E3E91E8B7}"/>
          </ac:spMkLst>
        </pc:spChg>
        <pc:spChg chg="add del">
          <ac:chgData name="동혁 임" userId="879f4c796d7a5333" providerId="LiveId" clId="{99A0B7FB-7ABD-43B7-B0BE-CF1927BF6B47}" dt="2020-06-06T13:44:06.820" v="46559" actId="26606"/>
          <ac:spMkLst>
            <pc:docMk/>
            <pc:sldMk cId="1783096771" sldId="445"/>
            <ac:spMk id="26" creationId="{6D731904-7733-45B0-902C-289497204C19}"/>
          </ac:spMkLst>
        </pc:spChg>
        <pc:spChg chg="add del">
          <ac:chgData name="동혁 임" userId="879f4c796d7a5333" providerId="LiveId" clId="{99A0B7FB-7ABD-43B7-B0BE-CF1927BF6B47}" dt="2020-06-06T13:44:06.820" v="46559" actId="26606"/>
          <ac:spMkLst>
            <pc:docMk/>
            <pc:sldMk cId="1783096771" sldId="445"/>
            <ac:spMk id="28" creationId="{504E6397-35D7-4AEC-9DA9-B7F6B12B88A5}"/>
          </ac:spMkLst>
        </pc:spChg>
        <pc:spChg chg="add del">
          <ac:chgData name="동혁 임" userId="879f4c796d7a5333" providerId="LiveId" clId="{99A0B7FB-7ABD-43B7-B0BE-CF1927BF6B47}" dt="2020-06-06T13:44:06.820" v="46559" actId="26606"/>
          <ac:spMkLst>
            <pc:docMk/>
            <pc:sldMk cId="1783096771" sldId="445"/>
            <ac:spMk id="30" creationId="{62C5A04F-2AEB-4631-8314-A8B812E1EC8E}"/>
          </ac:spMkLst>
        </pc:spChg>
        <pc:spChg chg="add del">
          <ac:chgData name="동혁 임" userId="879f4c796d7a5333" providerId="LiveId" clId="{99A0B7FB-7ABD-43B7-B0BE-CF1927BF6B47}" dt="2020-06-06T13:44:06.820" v="46559" actId="26606"/>
          <ac:spMkLst>
            <pc:docMk/>
            <pc:sldMk cId="1783096771" sldId="445"/>
            <ac:spMk id="32" creationId="{4B2B1C70-BF3F-41BD-871B-63D8F911F77B}"/>
          </ac:spMkLst>
        </pc:spChg>
        <pc:spChg chg="add del">
          <ac:chgData name="동혁 임" userId="879f4c796d7a5333" providerId="LiveId" clId="{99A0B7FB-7ABD-43B7-B0BE-CF1927BF6B47}" dt="2020-06-06T13:44:10.865" v="46561" actId="26606"/>
          <ac:spMkLst>
            <pc:docMk/>
            <pc:sldMk cId="1783096771" sldId="445"/>
            <ac:spMk id="34" creationId="{DB90EDA9-2517-46EC-B6D4-3918D04786C1}"/>
          </ac:spMkLst>
        </pc:spChg>
        <pc:spChg chg="add del">
          <ac:chgData name="동혁 임" userId="879f4c796d7a5333" providerId="LiveId" clId="{99A0B7FB-7ABD-43B7-B0BE-CF1927BF6B47}" dt="2020-06-06T13:44:10.865" v="46561" actId="26606"/>
          <ac:spMkLst>
            <pc:docMk/>
            <pc:sldMk cId="1783096771" sldId="445"/>
            <ac:spMk id="35" creationId="{D449B1F2-532C-44C7-8AC7-28EA15EE02CB}"/>
          </ac:spMkLst>
        </pc:spChg>
        <pc:spChg chg="add del">
          <ac:chgData name="동혁 임" userId="879f4c796d7a5333" providerId="LiveId" clId="{99A0B7FB-7ABD-43B7-B0BE-CF1927BF6B47}" dt="2020-06-06T13:44:10.865" v="46561" actId="26606"/>
          <ac:spMkLst>
            <pc:docMk/>
            <pc:sldMk cId="1783096771" sldId="445"/>
            <ac:spMk id="36" creationId="{EE7D3784-5CF9-4282-9B1C-523957852BF6}"/>
          </ac:spMkLst>
        </pc:spChg>
        <pc:spChg chg="add del">
          <ac:chgData name="동혁 임" userId="879f4c796d7a5333" providerId="LiveId" clId="{99A0B7FB-7ABD-43B7-B0BE-CF1927BF6B47}" dt="2020-06-06T13:44:11.563" v="46563" actId="26606"/>
          <ac:spMkLst>
            <pc:docMk/>
            <pc:sldMk cId="1783096771" sldId="445"/>
            <ac:spMk id="38" creationId="{AAA05C59-284A-43D9-AE28-6F5AA1F003A4}"/>
          </ac:spMkLst>
        </pc:spChg>
        <pc:spChg chg="add del">
          <ac:chgData name="동혁 임" userId="879f4c796d7a5333" providerId="LiveId" clId="{99A0B7FB-7ABD-43B7-B0BE-CF1927BF6B47}" dt="2020-06-06T13:44:11.563" v="46563" actId="26606"/>
          <ac:spMkLst>
            <pc:docMk/>
            <pc:sldMk cId="1783096771" sldId="445"/>
            <ac:spMk id="39" creationId="{120BB4C9-B781-4AEE-ACAB-8EE849F24F60}"/>
          </ac:spMkLst>
        </pc:spChg>
        <pc:spChg chg="add del">
          <ac:chgData name="동혁 임" userId="879f4c796d7a5333" providerId="LiveId" clId="{99A0B7FB-7ABD-43B7-B0BE-CF1927BF6B47}" dt="2020-06-06T13:44:11.563" v="46563" actId="26606"/>
          <ac:spMkLst>
            <pc:docMk/>
            <pc:sldMk cId="1783096771" sldId="445"/>
            <ac:spMk id="40" creationId="{975647DA-FC1D-4189-8B97-4EF3C2C0BAA6}"/>
          </ac:spMkLst>
        </pc:spChg>
        <pc:spChg chg="add del">
          <ac:chgData name="동혁 임" userId="879f4c796d7a5333" providerId="LiveId" clId="{99A0B7FB-7ABD-43B7-B0BE-CF1927BF6B47}" dt="2020-06-06T13:46:10.661" v="46565" actId="26606"/>
          <ac:spMkLst>
            <pc:docMk/>
            <pc:sldMk cId="1783096771" sldId="445"/>
            <ac:spMk id="42" creationId="{F4F2FC05-7D27-410F-BDA9-ADF4831368C7}"/>
          </ac:spMkLst>
        </pc:spChg>
        <pc:spChg chg="add del">
          <ac:chgData name="동혁 임" userId="879f4c796d7a5333" providerId="LiveId" clId="{99A0B7FB-7ABD-43B7-B0BE-CF1927BF6B47}" dt="2020-06-06T13:46:10.661" v="46565" actId="26606"/>
          <ac:spMkLst>
            <pc:docMk/>
            <pc:sldMk cId="1783096771" sldId="445"/>
            <ac:spMk id="43" creationId="{9080D120-BD54-46E1-BA37-82F5E8089E90}"/>
          </ac:spMkLst>
        </pc:spChg>
        <pc:spChg chg="add del">
          <ac:chgData name="동혁 임" userId="879f4c796d7a5333" providerId="LiveId" clId="{99A0B7FB-7ABD-43B7-B0BE-CF1927BF6B47}" dt="2020-06-06T13:46:10.661" v="46565" actId="26606"/>
          <ac:spMkLst>
            <pc:docMk/>
            <pc:sldMk cId="1783096771" sldId="445"/>
            <ac:spMk id="44" creationId="{81D83946-74FA-498A-AC80-9926F041B5C5}"/>
          </ac:spMkLst>
        </pc:spChg>
        <pc:spChg chg="add del">
          <ac:chgData name="동혁 임" userId="879f4c796d7a5333" providerId="LiveId" clId="{99A0B7FB-7ABD-43B7-B0BE-CF1927BF6B47}" dt="2020-06-06T13:46:10.661" v="46565" actId="26606"/>
          <ac:spMkLst>
            <pc:docMk/>
            <pc:sldMk cId="1783096771" sldId="445"/>
            <ac:spMk id="45" creationId="{5060D983-8B52-443A-8183-2A1DE05618B5}"/>
          </ac:spMkLst>
        </pc:spChg>
        <pc:picChg chg="add mod ord">
          <ac:chgData name="동혁 임" userId="879f4c796d7a5333" providerId="LiveId" clId="{99A0B7FB-7ABD-43B7-B0BE-CF1927BF6B47}" dt="2020-06-06T13:46:10.661" v="46565" actId="26606"/>
          <ac:picMkLst>
            <pc:docMk/>
            <pc:sldMk cId="1783096771" sldId="445"/>
            <ac:picMk id="6" creationId="{C4ED2CAB-69A3-4DA2-A4B8-9EF22A43D823}"/>
          </ac:picMkLst>
        </pc:picChg>
        <pc:picChg chg="add del mod">
          <ac:chgData name="동혁 임" userId="879f4c796d7a5333" providerId="LiveId" clId="{99A0B7FB-7ABD-43B7-B0BE-CF1927BF6B47}" dt="2020-06-06T13:41:44.240" v="45838" actId="931"/>
          <ac:picMkLst>
            <pc:docMk/>
            <pc:sldMk cId="1783096771" sldId="445"/>
            <ac:picMk id="8" creationId="{7C5A3A26-C85F-41EF-9EE8-395237AB6CD6}"/>
          </ac:picMkLst>
        </pc:picChg>
        <pc:picChg chg="add mod ord">
          <ac:chgData name="동혁 임" userId="879f4c796d7a5333" providerId="LiveId" clId="{99A0B7FB-7ABD-43B7-B0BE-CF1927BF6B47}" dt="2020-06-06T13:46:10.661" v="46565" actId="26606"/>
          <ac:picMkLst>
            <pc:docMk/>
            <pc:sldMk cId="1783096771" sldId="445"/>
            <ac:picMk id="10" creationId="{F40FF667-8C46-4138-AA1F-9DC913DEC3E3}"/>
          </ac:picMkLst>
        </pc:picChg>
      </pc:sldChg>
      <pc:sldChg chg="addSp delSp modSp add del mod">
        <pc:chgData name="동혁 임" userId="879f4c796d7a5333" providerId="LiveId" clId="{99A0B7FB-7ABD-43B7-B0BE-CF1927BF6B47}" dt="2020-06-06T13:48:02.960" v="46675" actId="47"/>
        <pc:sldMkLst>
          <pc:docMk/>
          <pc:sldMk cId="483058128" sldId="446"/>
        </pc:sldMkLst>
        <pc:spChg chg="mod">
          <ac:chgData name="동혁 임" userId="879f4c796d7a5333" providerId="LiveId" clId="{99A0B7FB-7ABD-43B7-B0BE-CF1927BF6B47}" dt="2020-06-06T07:57:33.496" v="36681"/>
          <ac:spMkLst>
            <pc:docMk/>
            <pc:sldMk cId="483058128" sldId="446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30.566" v="32323" actId="931"/>
          <ac:spMkLst>
            <pc:docMk/>
            <pc:sldMk cId="483058128" sldId="446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40:31.663" v="32324" actId="27614"/>
          <ac:picMkLst>
            <pc:docMk/>
            <pc:sldMk cId="483058128" sldId="446"/>
            <ac:picMk id="6" creationId="{851DB5BE-B2C5-45D7-935E-6618BF47104E}"/>
          </ac:picMkLst>
        </pc:picChg>
      </pc:sldChg>
      <pc:sldChg chg="addSp delSp modSp add del mod setBg setClrOvrMap">
        <pc:chgData name="동혁 임" userId="879f4c796d7a5333" providerId="LiveId" clId="{99A0B7FB-7ABD-43B7-B0BE-CF1927BF6B47}" dt="2020-06-06T14:02:50.727" v="48565" actId="47"/>
        <pc:sldMkLst>
          <pc:docMk/>
          <pc:sldMk cId="610870896" sldId="447"/>
        </pc:sldMkLst>
        <pc:spChg chg="mod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34.318" v="32325" actId="931"/>
          <ac:spMkLst>
            <pc:docMk/>
            <pc:sldMk cId="610870896" sldId="447"/>
            <ac:spMk id="3" creationId="{6B4B261B-E461-41AF-95D0-5DC432F1D7D5}"/>
          </ac:spMkLst>
        </pc:spChg>
        <pc:spChg chg="mod ord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4" creationId="{BB6FF604-B639-4CE9-ABC5-F19019757096}"/>
          </ac:spMkLst>
        </pc:spChg>
        <pc:spChg chg="add del">
          <ac:chgData name="동혁 임" userId="879f4c796d7a5333" providerId="LiveId" clId="{99A0B7FB-7ABD-43B7-B0BE-CF1927BF6B47}" dt="2020-06-06T13:56:11.239" v="48113" actId="26606"/>
          <ac:spMkLst>
            <pc:docMk/>
            <pc:sldMk cId="610870896" sldId="447"/>
            <ac:spMk id="11" creationId="{CB147A70-DC29-4DDF-A34C-2B82C6E2295E}"/>
          </ac:spMkLst>
        </pc:spChg>
        <pc:spChg chg="add del">
          <ac:chgData name="동혁 임" userId="879f4c796d7a5333" providerId="LiveId" clId="{99A0B7FB-7ABD-43B7-B0BE-CF1927BF6B47}" dt="2020-06-06T13:56:11.239" v="48113" actId="26606"/>
          <ac:spMkLst>
            <pc:docMk/>
            <pc:sldMk cId="610870896" sldId="447"/>
            <ac:spMk id="13" creationId="{231598CC-E9D8-46F1-A31D-21527BFD635F}"/>
          </ac:spMkLst>
        </pc:spChg>
        <pc:spChg chg="add del mod">
          <ac:chgData name="동혁 임" userId="879f4c796d7a5333" providerId="LiveId" clId="{99A0B7FB-7ABD-43B7-B0BE-CF1927BF6B47}" dt="2020-06-06T13:55:16.688" v="48100" actId="478"/>
          <ac:spMkLst>
            <pc:docMk/>
            <pc:sldMk cId="610870896" sldId="447"/>
            <ac:spMk id="14" creationId="{008300A5-960F-4063-8A88-BBD166CD3E4A}"/>
          </ac:spMkLst>
        </pc:spChg>
        <pc:spChg chg="add del">
          <ac:chgData name="동혁 임" userId="879f4c796d7a5333" providerId="LiveId" clId="{99A0B7FB-7ABD-43B7-B0BE-CF1927BF6B47}" dt="2020-06-06T13:55:18.793" v="48104" actId="26606"/>
          <ac:spMkLst>
            <pc:docMk/>
            <pc:sldMk cId="610870896" sldId="447"/>
            <ac:spMk id="17" creationId="{91F32EBA-ED97-466E-8CFA-8382584155D0}"/>
          </ac:spMkLst>
        </pc:spChg>
        <pc:spChg chg="add del">
          <ac:chgData name="동혁 임" userId="879f4c796d7a5333" providerId="LiveId" clId="{99A0B7FB-7ABD-43B7-B0BE-CF1927BF6B47}" dt="2020-06-06T13:56:11.239" v="48113" actId="26606"/>
          <ac:spMkLst>
            <pc:docMk/>
            <pc:sldMk cId="610870896" sldId="447"/>
            <ac:spMk id="18" creationId="{3B438362-1E1E-4C62-A99E-4134CB16366C}"/>
          </ac:spMkLst>
        </pc:spChg>
        <pc:spChg chg="add del">
          <ac:chgData name="동혁 임" userId="879f4c796d7a5333" providerId="LiveId" clId="{99A0B7FB-7ABD-43B7-B0BE-CF1927BF6B47}" dt="2020-06-06T13:55:18.793" v="48104" actId="26606"/>
          <ac:spMkLst>
            <pc:docMk/>
            <pc:sldMk cId="610870896" sldId="447"/>
            <ac:spMk id="19" creationId="{8A2EB53C-CFB0-49CC-BA4A-3C1BDC4C043D}"/>
          </ac:spMkLst>
        </pc:spChg>
        <pc:spChg chg="add del">
          <ac:chgData name="동혁 임" userId="879f4c796d7a5333" providerId="LiveId" clId="{99A0B7FB-7ABD-43B7-B0BE-CF1927BF6B47}" dt="2020-06-06T13:56:11.239" v="48113" actId="26606"/>
          <ac:spMkLst>
            <pc:docMk/>
            <pc:sldMk cId="610870896" sldId="447"/>
            <ac:spMk id="20" creationId="{6C077334-5571-4B83-A83E-4CCCFA7B5E8A}"/>
          </ac:spMkLst>
        </pc:spChg>
        <pc:spChg chg="add del">
          <ac:chgData name="동혁 임" userId="879f4c796d7a5333" providerId="LiveId" clId="{99A0B7FB-7ABD-43B7-B0BE-CF1927BF6B47}" dt="2020-06-06T13:53:58.013" v="48075" actId="26606"/>
          <ac:spMkLst>
            <pc:docMk/>
            <pc:sldMk cId="610870896" sldId="447"/>
            <ac:spMk id="21" creationId="{74BF360D-85B8-45C9-B431-D0707AD28008}"/>
          </ac:spMkLst>
        </pc:spChg>
        <pc:spChg chg="add del">
          <ac:chgData name="동혁 임" userId="879f4c796d7a5333" providerId="LiveId" clId="{99A0B7FB-7ABD-43B7-B0BE-CF1927BF6B47}" dt="2020-06-06T13:53:58.013" v="48075" actId="26606"/>
          <ac:spMkLst>
            <pc:docMk/>
            <pc:sldMk cId="610870896" sldId="447"/>
            <ac:spMk id="22" creationId="{298EE487-3CF7-47CA-AC1D-5691C1132479}"/>
          </ac:spMkLst>
        </pc:spChg>
        <pc:spChg chg="add del">
          <ac:chgData name="동혁 임" userId="879f4c796d7a5333" providerId="LiveId" clId="{99A0B7FB-7ABD-43B7-B0BE-CF1927BF6B47}" dt="2020-06-06T13:56:11.239" v="48113" actId="26606"/>
          <ac:spMkLst>
            <pc:docMk/>
            <pc:sldMk cId="610870896" sldId="447"/>
            <ac:spMk id="26" creationId="{0F646DF8-223D-47DD-95B1-F2654229E56C}"/>
          </ac:spMkLst>
        </pc:spChg>
        <pc:spChg chg="add del">
          <ac:chgData name="동혁 임" userId="879f4c796d7a5333" providerId="LiveId" clId="{99A0B7FB-7ABD-43B7-B0BE-CF1927BF6B47}" dt="2020-06-06T13:56:11.239" v="48113" actId="26606"/>
          <ac:spMkLst>
            <pc:docMk/>
            <pc:sldMk cId="610870896" sldId="447"/>
            <ac:spMk id="27" creationId="{4D3DC50D-CA0F-48F9-B17E-20D8669AA4E0}"/>
          </ac:spMkLst>
        </pc:spChg>
        <pc:spChg chg="add del">
          <ac:chgData name="동혁 임" userId="879f4c796d7a5333" providerId="LiveId" clId="{99A0B7FB-7ABD-43B7-B0BE-CF1927BF6B47}" dt="2020-06-06T13:56:12.504" v="48115" actId="26606"/>
          <ac:spMkLst>
            <pc:docMk/>
            <pc:sldMk cId="610870896" sldId="447"/>
            <ac:spMk id="29" creationId="{6166C6D1-23AC-49C4-BA07-238E4E9F8CEB}"/>
          </ac:spMkLst>
        </pc:spChg>
        <pc:spChg chg="add del">
          <ac:chgData name="동혁 임" userId="879f4c796d7a5333" providerId="LiveId" clId="{99A0B7FB-7ABD-43B7-B0BE-CF1927BF6B47}" dt="2020-06-06T13:56:12.504" v="48115" actId="26606"/>
          <ac:spMkLst>
            <pc:docMk/>
            <pc:sldMk cId="610870896" sldId="447"/>
            <ac:spMk id="30" creationId="{8360DEE6-1688-464C-9934-972BEA155311}"/>
          </ac:spMkLst>
        </pc:spChg>
        <pc:spChg chg="add del">
          <ac:chgData name="동혁 임" userId="879f4c796d7a5333" providerId="LiveId" clId="{99A0B7FB-7ABD-43B7-B0BE-CF1927BF6B47}" dt="2020-06-06T13:56:12.504" v="48115" actId="26606"/>
          <ac:spMkLst>
            <pc:docMk/>
            <pc:sldMk cId="610870896" sldId="447"/>
            <ac:spMk id="31" creationId="{21E04659-8519-4DD8-BE9C-4747C1612F69}"/>
          </ac:spMkLst>
        </pc:spChg>
        <pc:spChg chg="add del">
          <ac:chgData name="동혁 임" userId="879f4c796d7a5333" providerId="LiveId" clId="{99A0B7FB-7ABD-43B7-B0BE-CF1927BF6B47}" dt="2020-06-06T13:56:12.504" v="48115" actId="26606"/>
          <ac:spMkLst>
            <pc:docMk/>
            <pc:sldMk cId="610870896" sldId="447"/>
            <ac:spMk id="32" creationId="{B775CD93-9DF2-48CB-9F57-1BCA9A46C7FA}"/>
          </ac:spMkLst>
        </pc:spChg>
        <pc:spChg chg="add del">
          <ac:chgData name="동혁 임" userId="879f4c796d7a5333" providerId="LiveId" clId="{99A0B7FB-7ABD-43B7-B0BE-CF1927BF6B47}" dt="2020-06-06T13:56:12.504" v="48115" actId="26606"/>
          <ac:spMkLst>
            <pc:docMk/>
            <pc:sldMk cId="610870896" sldId="447"/>
            <ac:spMk id="33" creationId="{E186B68C-84BC-4A6E-99D1-EE87483C1349}"/>
          </ac:spMkLst>
        </pc:spChg>
        <pc:spChg chg="add del">
          <ac:chgData name="동혁 임" userId="879f4c796d7a5333" providerId="LiveId" clId="{99A0B7FB-7ABD-43B7-B0BE-CF1927BF6B47}" dt="2020-06-06T13:56:12.504" v="48115" actId="26606"/>
          <ac:spMkLst>
            <pc:docMk/>
            <pc:sldMk cId="610870896" sldId="447"/>
            <ac:spMk id="34" creationId="{1C091803-41C2-48E0-9228-5148460C7479}"/>
          </ac:spMkLst>
        </pc:spChg>
        <pc:spChg chg="add del">
          <ac:chgData name="동혁 임" userId="879f4c796d7a5333" providerId="LiveId" clId="{99A0B7FB-7ABD-43B7-B0BE-CF1927BF6B47}" dt="2020-06-06T13:56:12.795" v="48117" actId="26606"/>
          <ac:spMkLst>
            <pc:docMk/>
            <pc:sldMk cId="610870896" sldId="447"/>
            <ac:spMk id="36" creationId="{432691CC-4AB8-48AF-B822-EBF7F4E9E6CD}"/>
          </ac:spMkLst>
        </pc:spChg>
        <pc:spChg chg="add del">
          <ac:chgData name="동혁 임" userId="879f4c796d7a5333" providerId="LiveId" clId="{99A0B7FB-7ABD-43B7-B0BE-CF1927BF6B47}" dt="2020-06-06T13:56:12.795" v="48117" actId="26606"/>
          <ac:spMkLst>
            <pc:docMk/>
            <pc:sldMk cId="610870896" sldId="447"/>
            <ac:spMk id="37" creationId="{47311653-CA1C-4366-AF7B-2E9767F1871B}"/>
          </ac:spMkLst>
        </pc:spChg>
        <pc:spChg chg="add del">
          <ac:chgData name="동혁 임" userId="879f4c796d7a5333" providerId="LiveId" clId="{99A0B7FB-7ABD-43B7-B0BE-CF1927BF6B47}" dt="2020-06-06T13:56:12.795" v="48117" actId="26606"/>
          <ac:spMkLst>
            <pc:docMk/>
            <pc:sldMk cId="610870896" sldId="447"/>
            <ac:spMk id="38" creationId="{D6A8E1B4-B839-4C58-B08A-F0B09458080B}"/>
          </ac:spMkLst>
        </pc:spChg>
        <pc:spChg chg="add del">
          <ac:chgData name="동혁 임" userId="879f4c796d7a5333" providerId="LiveId" clId="{99A0B7FB-7ABD-43B7-B0BE-CF1927BF6B47}" dt="2020-06-06T13:56:12.795" v="48117" actId="26606"/>
          <ac:spMkLst>
            <pc:docMk/>
            <pc:sldMk cId="610870896" sldId="447"/>
            <ac:spMk id="39" creationId="{2CABF795-F18F-494E-BBDE-C1415B786531}"/>
          </ac:spMkLst>
        </pc:spChg>
        <pc:spChg chg="add del">
          <ac:chgData name="동혁 임" userId="879f4c796d7a5333" providerId="LiveId" clId="{99A0B7FB-7ABD-43B7-B0BE-CF1927BF6B47}" dt="2020-06-06T13:56:15.592" v="48119" actId="26606"/>
          <ac:spMkLst>
            <pc:docMk/>
            <pc:sldMk cId="610870896" sldId="447"/>
            <ac:spMk id="41" creationId="{2B566528-1B12-4246-9431-5C2D7D081168}"/>
          </ac:spMkLst>
        </pc:spChg>
        <pc:spChg chg="add del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49" creationId="{6166C6D1-23AC-49C4-BA07-238E4E9F8CEB}"/>
          </ac:spMkLst>
        </pc:spChg>
        <pc:spChg chg="add del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50" creationId="{E186B68C-84BC-4A6E-99D1-EE87483C1349}"/>
          </ac:spMkLst>
        </pc:spChg>
        <pc:spChg chg="add del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51" creationId="{6D5A06C8-980E-4314-8FDD-2CC77DCBF767}"/>
          </ac:spMkLst>
        </pc:spChg>
        <pc:spChg chg="add del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52" creationId="{E45D96F3-8D37-4774-80EA-1D0EBA53ADF5}"/>
          </ac:spMkLst>
        </pc:spChg>
        <pc:spChg chg="add del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53" creationId="{1C091803-41C2-48E0-9228-5148460C7479}"/>
          </ac:spMkLst>
        </pc:spChg>
        <pc:spChg chg="add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58" creationId="{C4E4288A-DFC8-40A2-90E5-70E851A933AD}"/>
          </ac:spMkLst>
        </pc:spChg>
        <pc:spChg chg="add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64" creationId="{BD2BFF02-DF78-4F07-B176-52514E13127D}"/>
          </ac:spMkLst>
        </pc:spChg>
        <pc:spChg chg="add">
          <ac:chgData name="동혁 임" userId="879f4c796d7a5333" providerId="LiveId" clId="{99A0B7FB-7ABD-43B7-B0BE-CF1927BF6B47}" dt="2020-06-06T13:56:28.866" v="48123" actId="26606"/>
          <ac:spMkLst>
            <pc:docMk/>
            <pc:sldMk cId="610870896" sldId="447"/>
            <ac:spMk id="66" creationId="{0DB06EAB-7D8C-403A-86C5-B5FD79A13650}"/>
          </ac:spMkLst>
        </pc:spChg>
        <pc:grpChg chg="add del">
          <ac:chgData name="동혁 임" userId="879f4c796d7a5333" providerId="LiveId" clId="{99A0B7FB-7ABD-43B7-B0BE-CF1927BF6B47}" dt="2020-06-06T13:56:15.592" v="48119" actId="26606"/>
          <ac:grpSpMkLst>
            <pc:docMk/>
            <pc:sldMk cId="610870896" sldId="447"/>
            <ac:grpSpMk id="42" creationId="{5995D10D-E9C9-47DB-AE7E-801FEF38F5C9}"/>
          </ac:grpSpMkLst>
        </pc:grpChg>
        <pc:grpChg chg="add del">
          <ac:chgData name="동혁 임" userId="879f4c796d7a5333" providerId="LiveId" clId="{99A0B7FB-7ABD-43B7-B0BE-CF1927BF6B47}" dt="2020-06-06T13:56:15.592" v="48119" actId="26606"/>
          <ac:grpSpMkLst>
            <pc:docMk/>
            <pc:sldMk cId="610870896" sldId="447"/>
            <ac:grpSpMk id="45" creationId="{828A5161-06F1-46CF-8AD7-844680A59E13}"/>
          </ac:grpSpMkLst>
        </pc:grpChg>
        <pc:grpChg chg="add">
          <ac:chgData name="동혁 임" userId="879f4c796d7a5333" providerId="LiveId" clId="{99A0B7FB-7ABD-43B7-B0BE-CF1927BF6B47}" dt="2020-06-06T13:56:28.866" v="48123" actId="26606"/>
          <ac:grpSpMkLst>
            <pc:docMk/>
            <pc:sldMk cId="610870896" sldId="447"/>
            <ac:grpSpMk id="60" creationId="{B63C2D82-D4FA-4A37-BB01-1E7B21E4FF20}"/>
          </ac:grpSpMkLst>
        </pc:grpChg>
        <pc:picChg chg="add del mod ord">
          <ac:chgData name="동혁 임" userId="879f4c796d7a5333" providerId="LiveId" clId="{99A0B7FB-7ABD-43B7-B0BE-CF1927BF6B47}" dt="2020-06-06T13:56:28.866" v="48123" actId="26606"/>
          <ac:picMkLst>
            <pc:docMk/>
            <pc:sldMk cId="610870896" sldId="447"/>
            <ac:picMk id="6" creationId="{8792E127-DCB2-4A9C-A84C-DC99A7EF4ACB}"/>
          </ac:picMkLst>
        </pc:picChg>
        <pc:picChg chg="add mod ord">
          <ac:chgData name="동혁 임" userId="879f4c796d7a5333" providerId="LiveId" clId="{99A0B7FB-7ABD-43B7-B0BE-CF1927BF6B47}" dt="2020-06-06T13:56:28.866" v="48123" actId="26606"/>
          <ac:picMkLst>
            <pc:docMk/>
            <pc:sldMk cId="610870896" sldId="447"/>
            <ac:picMk id="8" creationId="{E86A8B57-2E71-427B-83A5-3AFB21E929A3}"/>
          </ac:picMkLst>
        </pc:picChg>
        <pc:picChg chg="add del mod">
          <ac:chgData name="동혁 임" userId="879f4c796d7a5333" providerId="LiveId" clId="{99A0B7FB-7ABD-43B7-B0BE-CF1927BF6B47}" dt="2020-06-06T13:55:41.806" v="48109" actId="478"/>
          <ac:picMkLst>
            <pc:docMk/>
            <pc:sldMk cId="610870896" sldId="447"/>
            <ac:picMk id="10" creationId="{64B41340-AEFC-4ADC-97C2-2390B8108F50}"/>
          </ac:picMkLst>
        </pc:picChg>
        <pc:picChg chg="add del mod ord">
          <ac:chgData name="동혁 임" userId="879f4c796d7a5333" providerId="LiveId" clId="{99A0B7FB-7ABD-43B7-B0BE-CF1927BF6B47}" dt="2020-06-06T13:55:40.592" v="48108" actId="478"/>
          <ac:picMkLst>
            <pc:docMk/>
            <pc:sldMk cId="610870896" sldId="447"/>
            <ac:picMk id="12" creationId="{3F8DEA7F-00AF-403A-906A-6EF00210C89A}"/>
          </ac:picMkLst>
        </pc:picChg>
        <pc:picChg chg="add del mod">
          <ac:chgData name="동혁 임" userId="879f4c796d7a5333" providerId="LiveId" clId="{99A0B7FB-7ABD-43B7-B0BE-CF1927BF6B47}" dt="2020-06-06T13:55:15.906" v="48099" actId="931"/>
          <ac:picMkLst>
            <pc:docMk/>
            <pc:sldMk cId="610870896" sldId="447"/>
            <ac:picMk id="16" creationId="{98173B76-CEE6-45F5-B60E-59F15DF80E25}"/>
          </ac:picMkLst>
        </pc:picChg>
        <pc:picChg chg="add del">
          <ac:chgData name="동혁 임" userId="879f4c796d7a5333" providerId="LiveId" clId="{99A0B7FB-7ABD-43B7-B0BE-CF1927BF6B47}" dt="2020-06-06T13:53:58.013" v="48075" actId="26606"/>
          <ac:picMkLst>
            <pc:docMk/>
            <pc:sldMk cId="610870896" sldId="447"/>
            <ac:picMk id="23" creationId="{B43303E2-A20D-4AF4-8351-9D5E7812F9F3}"/>
          </ac:picMkLst>
        </pc:picChg>
        <pc:cxnChg chg="add del">
          <ac:chgData name="동혁 임" userId="879f4c796d7a5333" providerId="LiveId" clId="{99A0B7FB-7ABD-43B7-B0BE-CF1927BF6B47}" dt="2020-06-06T13:55:38.543" v="48107" actId="26606"/>
          <ac:cxnSpMkLst>
            <pc:docMk/>
            <pc:sldMk cId="610870896" sldId="447"/>
            <ac:cxnSpMk id="15" creationId="{06849875-37F4-46FA-A870-36B4C115A775}"/>
          </ac:cxnSpMkLst>
        </pc:cxnChg>
        <pc:cxnChg chg="add del">
          <ac:chgData name="동혁 임" userId="879f4c796d7a5333" providerId="LiveId" clId="{99A0B7FB-7ABD-43B7-B0BE-CF1927BF6B47}" dt="2020-06-06T13:56:11.239" v="48113" actId="26606"/>
          <ac:cxnSpMkLst>
            <pc:docMk/>
            <pc:sldMk cId="610870896" sldId="447"/>
            <ac:cxnSpMk id="24" creationId="{2F61ABFD-DE05-41FD-A6B7-6D40196C1570}"/>
          </ac:cxnSpMkLst>
        </pc:cxnChg>
        <pc:cxnChg chg="add del">
          <ac:chgData name="동혁 임" userId="879f4c796d7a5333" providerId="LiveId" clId="{99A0B7FB-7ABD-43B7-B0BE-CF1927BF6B47}" dt="2020-06-06T13:55:18.191" v="48103" actId="26606"/>
          <ac:cxnSpMkLst>
            <pc:docMk/>
            <pc:sldMk cId="610870896" sldId="447"/>
            <ac:cxnSpMk id="25" creationId="{06849875-37F4-46FA-A870-36B4C115A775}"/>
          </ac:cxnSpMkLst>
        </pc:cxnChg>
      </pc:sldChg>
      <pc:sldChg chg="addSp delSp modSp add del mod">
        <pc:chgData name="동혁 임" userId="879f4c796d7a5333" providerId="LiveId" clId="{99A0B7FB-7ABD-43B7-B0BE-CF1927BF6B47}" dt="2020-06-06T14:02:52.615" v="48566" actId="47"/>
        <pc:sldMkLst>
          <pc:docMk/>
          <pc:sldMk cId="1499898209" sldId="448"/>
        </pc:sldMkLst>
        <pc:spChg chg="mod">
          <ac:chgData name="동혁 임" userId="879f4c796d7a5333" providerId="LiveId" clId="{99A0B7FB-7ABD-43B7-B0BE-CF1927BF6B47}" dt="2020-06-06T07:57:36.530" v="36683"/>
          <ac:spMkLst>
            <pc:docMk/>
            <pc:sldMk cId="1499898209" sldId="448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37.308" v="32327" actId="931"/>
          <ac:spMkLst>
            <pc:docMk/>
            <pc:sldMk cId="1499898209" sldId="448"/>
            <ac:spMk id="3" creationId="{6B4B261B-E461-41AF-95D0-5DC432F1D7D5}"/>
          </ac:spMkLst>
        </pc:spChg>
        <pc:spChg chg="mod">
          <ac:chgData name="동혁 임" userId="879f4c796d7a5333" providerId="LiveId" clId="{99A0B7FB-7ABD-43B7-B0BE-CF1927BF6B47}" dt="2020-06-06T13:56:21.942" v="48122" actId="27636"/>
          <ac:spMkLst>
            <pc:docMk/>
            <pc:sldMk cId="1499898209" sldId="448"/>
            <ac:spMk id="4" creationId="{BB6FF604-B639-4CE9-ABC5-F19019757096}"/>
          </ac:spMkLst>
        </pc:spChg>
        <pc:picChg chg="add mod">
          <ac:chgData name="동혁 임" userId="879f4c796d7a5333" providerId="LiveId" clId="{99A0B7FB-7ABD-43B7-B0BE-CF1927BF6B47}" dt="2020-06-06T03:40:38.665" v="32328" actId="27614"/>
          <ac:picMkLst>
            <pc:docMk/>
            <pc:sldMk cId="1499898209" sldId="448"/>
            <ac:picMk id="6" creationId="{AA001E37-5AEA-49F7-B9B3-8AF166228953}"/>
          </ac:picMkLst>
        </pc:picChg>
      </pc:sldChg>
      <pc:sldChg chg="addSp delSp modSp add del mod">
        <pc:chgData name="동혁 임" userId="879f4c796d7a5333" providerId="LiveId" clId="{99A0B7FB-7ABD-43B7-B0BE-CF1927BF6B47}" dt="2020-06-06T14:02:53.599" v="48567" actId="47"/>
        <pc:sldMkLst>
          <pc:docMk/>
          <pc:sldMk cId="2409386695" sldId="449"/>
        </pc:sldMkLst>
        <pc:spChg chg="mod">
          <ac:chgData name="동혁 임" userId="879f4c796d7a5333" providerId="LiveId" clId="{99A0B7FB-7ABD-43B7-B0BE-CF1927BF6B47}" dt="2020-06-06T07:57:38.208" v="36684"/>
          <ac:spMkLst>
            <pc:docMk/>
            <pc:sldMk cId="2409386695" sldId="449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40.896" v="32329" actId="931"/>
          <ac:spMkLst>
            <pc:docMk/>
            <pc:sldMk cId="2409386695" sldId="449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40:41.895" v="32330" actId="27614"/>
          <ac:picMkLst>
            <pc:docMk/>
            <pc:sldMk cId="2409386695" sldId="449"/>
            <ac:picMk id="6" creationId="{C8C13D9E-24FC-43A6-A75D-2D8B11E4A9B4}"/>
          </ac:picMkLst>
        </pc:picChg>
      </pc:sldChg>
      <pc:sldChg chg="addSp delSp modSp add del mod">
        <pc:chgData name="동혁 임" userId="879f4c796d7a5333" providerId="LiveId" clId="{99A0B7FB-7ABD-43B7-B0BE-CF1927BF6B47}" dt="2020-06-06T14:02:54.373" v="48568" actId="47"/>
        <pc:sldMkLst>
          <pc:docMk/>
          <pc:sldMk cId="2746279421" sldId="450"/>
        </pc:sldMkLst>
        <pc:spChg chg="mod">
          <ac:chgData name="동혁 임" userId="879f4c796d7a5333" providerId="LiveId" clId="{99A0B7FB-7ABD-43B7-B0BE-CF1927BF6B47}" dt="2020-06-06T07:57:39.532" v="36685"/>
          <ac:spMkLst>
            <pc:docMk/>
            <pc:sldMk cId="2746279421" sldId="450"/>
            <ac:spMk id="2" creationId="{E5F919FE-3E1B-44B6-9BF5-B858D6ED2085}"/>
          </ac:spMkLst>
        </pc:spChg>
        <pc:spChg chg="del">
          <ac:chgData name="동혁 임" userId="879f4c796d7a5333" providerId="LiveId" clId="{99A0B7FB-7ABD-43B7-B0BE-CF1927BF6B47}" dt="2020-06-06T03:40:51.091" v="32331" actId="931"/>
          <ac:spMkLst>
            <pc:docMk/>
            <pc:sldMk cId="2746279421" sldId="450"/>
            <ac:spMk id="3" creationId="{6B4B261B-E461-41AF-95D0-5DC432F1D7D5}"/>
          </ac:spMkLst>
        </pc:spChg>
        <pc:picChg chg="add mod">
          <ac:chgData name="동혁 임" userId="879f4c796d7a5333" providerId="LiveId" clId="{99A0B7FB-7ABD-43B7-B0BE-CF1927BF6B47}" dt="2020-06-06T03:40:52.183" v="32333" actId="962"/>
          <ac:picMkLst>
            <pc:docMk/>
            <pc:sldMk cId="2746279421" sldId="450"/>
            <ac:picMk id="6" creationId="{8C341712-F133-4CC2-AED5-ABC3A96F7C3F}"/>
          </ac:picMkLst>
        </pc:picChg>
      </pc:sldChg>
      <pc:sldChg chg="addSp delSp modSp new del mod">
        <pc:chgData name="동혁 임" userId="879f4c796d7a5333" providerId="LiveId" clId="{99A0B7FB-7ABD-43B7-B0BE-CF1927BF6B47}" dt="2020-06-06T05:36:04.371" v="36226" actId="47"/>
        <pc:sldMkLst>
          <pc:docMk/>
          <pc:sldMk cId="2109800133" sldId="451"/>
        </pc:sldMkLst>
        <pc:spChg chg="mod">
          <ac:chgData name="동혁 임" userId="879f4c796d7a5333" providerId="LiveId" clId="{99A0B7FB-7ABD-43B7-B0BE-CF1927BF6B47}" dt="2020-06-06T05:30:13.732" v="35611"/>
          <ac:spMkLst>
            <pc:docMk/>
            <pc:sldMk cId="2109800133" sldId="451"/>
            <ac:spMk id="2" creationId="{3A10CD8B-F432-4D7B-956B-A028A961EA7F}"/>
          </ac:spMkLst>
        </pc:spChg>
        <pc:spChg chg="del">
          <ac:chgData name="동혁 임" userId="879f4c796d7a5333" providerId="LiveId" clId="{99A0B7FB-7ABD-43B7-B0BE-CF1927BF6B47}" dt="2020-06-06T05:29:59.980" v="35605" actId="931"/>
          <ac:spMkLst>
            <pc:docMk/>
            <pc:sldMk cId="2109800133" sldId="451"/>
            <ac:spMk id="3" creationId="{8A928B6E-1B6A-4B65-99B4-776CF26E31D7}"/>
          </ac:spMkLst>
        </pc:spChg>
        <pc:spChg chg="mod">
          <ac:chgData name="동혁 임" userId="879f4c796d7a5333" providerId="LiveId" clId="{99A0B7FB-7ABD-43B7-B0BE-CF1927BF6B47}" dt="2020-06-06T05:30:44.157" v="35849" actId="20577"/>
          <ac:spMkLst>
            <pc:docMk/>
            <pc:sldMk cId="2109800133" sldId="451"/>
            <ac:spMk id="4" creationId="{B9EE7BD3-0EAA-4E73-8C4F-F3BD623CB7D9}"/>
          </ac:spMkLst>
        </pc:spChg>
        <pc:picChg chg="add mod">
          <ac:chgData name="동혁 임" userId="879f4c796d7a5333" providerId="LiveId" clId="{99A0B7FB-7ABD-43B7-B0BE-CF1927BF6B47}" dt="2020-06-06T05:31:35.021" v="35853" actId="14826"/>
          <ac:picMkLst>
            <pc:docMk/>
            <pc:sldMk cId="2109800133" sldId="451"/>
            <ac:picMk id="6" creationId="{7141282E-DA4F-49C7-A759-DF1625265804}"/>
          </ac:picMkLst>
        </pc:picChg>
      </pc:sldChg>
      <pc:sldChg chg="new del">
        <pc:chgData name="동혁 임" userId="879f4c796d7a5333" providerId="LiveId" clId="{99A0B7FB-7ABD-43B7-B0BE-CF1927BF6B47}" dt="2020-06-06T04:44:06.747" v="35181" actId="680"/>
        <pc:sldMkLst>
          <pc:docMk/>
          <pc:sldMk cId="2952756264" sldId="451"/>
        </pc:sldMkLst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4287480475" sldId="451"/>
        </pc:sldMkLst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1141477253" sldId="452"/>
        </pc:sldMkLst>
      </pc:sldChg>
      <pc:sldChg chg="addSp delSp modSp new add del mod setBg">
        <pc:chgData name="동혁 임" userId="879f4c796d7a5333" providerId="LiveId" clId="{99A0B7FB-7ABD-43B7-B0BE-CF1927BF6B47}" dt="2020-06-06T07:58:28.746" v="36689" actId="5793"/>
        <pc:sldMkLst>
          <pc:docMk/>
          <pc:sldMk cId="1624646441" sldId="452"/>
        </pc:sldMkLst>
        <pc:spChg chg="mod">
          <ac:chgData name="동혁 임" userId="879f4c796d7a5333" providerId="LiveId" clId="{99A0B7FB-7ABD-43B7-B0BE-CF1927BF6B47}" dt="2020-06-06T05:36:01.143" v="36225" actId="2711"/>
          <ac:spMkLst>
            <pc:docMk/>
            <pc:sldMk cId="1624646441" sldId="452"/>
            <ac:spMk id="2" creationId="{F060E4AB-7C5F-48D8-9764-FAF26224C0E5}"/>
          </ac:spMkLst>
        </pc:spChg>
        <pc:spChg chg="del">
          <ac:chgData name="동혁 임" userId="879f4c796d7a5333" providerId="LiveId" clId="{99A0B7FB-7ABD-43B7-B0BE-CF1927BF6B47}" dt="2020-06-06T05:32:25.381" v="36192" actId="931"/>
          <ac:spMkLst>
            <pc:docMk/>
            <pc:sldMk cId="1624646441" sldId="452"/>
            <ac:spMk id="3" creationId="{03F31FC6-1D10-4499-8C38-4BE947E2F9E9}"/>
          </ac:spMkLst>
        </pc:spChg>
        <pc:spChg chg="mod ord">
          <ac:chgData name="동혁 임" userId="879f4c796d7a5333" providerId="LiveId" clId="{99A0B7FB-7ABD-43B7-B0BE-CF1927BF6B47}" dt="2020-06-06T07:58:28.746" v="36689" actId="5793"/>
          <ac:spMkLst>
            <pc:docMk/>
            <pc:sldMk cId="1624646441" sldId="452"/>
            <ac:spMk id="4" creationId="{9D83194F-5D80-481B-A361-39036C6EB082}"/>
          </ac:spMkLst>
        </pc:spChg>
        <pc:spChg chg="add del">
          <ac:chgData name="동혁 임" userId="879f4c796d7a5333" providerId="LiveId" clId="{99A0B7FB-7ABD-43B7-B0BE-CF1927BF6B47}" dt="2020-06-06T05:33:16.799" v="36209" actId="26606"/>
          <ac:spMkLst>
            <pc:docMk/>
            <pc:sldMk cId="1624646441" sldId="452"/>
            <ac:spMk id="15" creationId="{5BA49487-3FDB-4FB7-9D50-2B4F9454DA91}"/>
          </ac:spMkLst>
        </pc:spChg>
        <pc:spChg chg="add del">
          <ac:chgData name="동혁 임" userId="879f4c796d7a5333" providerId="LiveId" clId="{99A0B7FB-7ABD-43B7-B0BE-CF1927BF6B47}" dt="2020-06-06T05:33:16.799" v="36209" actId="26606"/>
          <ac:spMkLst>
            <pc:docMk/>
            <pc:sldMk cId="1624646441" sldId="452"/>
            <ac:spMk id="17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5:33:16.799" v="36209" actId="26606"/>
          <ac:spMkLst>
            <pc:docMk/>
            <pc:sldMk cId="1624646441" sldId="452"/>
            <ac:spMk id="19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5:33:16.799" v="36209" actId="26606"/>
          <ac:spMkLst>
            <pc:docMk/>
            <pc:sldMk cId="1624646441" sldId="452"/>
            <ac:spMk id="21" creationId="{0C059F7E-04C4-4C46-9B3E-E5CE267E347D}"/>
          </ac:spMkLst>
        </pc:spChg>
        <pc:spChg chg="add del">
          <ac:chgData name="동혁 임" userId="879f4c796d7a5333" providerId="LiveId" clId="{99A0B7FB-7ABD-43B7-B0BE-CF1927BF6B47}" dt="2020-06-06T05:35:30.652" v="36220" actId="26606"/>
          <ac:spMkLst>
            <pc:docMk/>
            <pc:sldMk cId="1624646441" sldId="452"/>
            <ac:spMk id="26" creationId="{2DDE3054-7688-403A-8800-8FA4F1B54962}"/>
          </ac:spMkLst>
        </pc:spChg>
        <pc:spChg chg="add del">
          <ac:chgData name="동혁 임" userId="879f4c796d7a5333" providerId="LiveId" clId="{99A0B7FB-7ABD-43B7-B0BE-CF1927BF6B47}" dt="2020-06-06T05:35:30.652" v="36220" actId="26606"/>
          <ac:spMkLst>
            <pc:docMk/>
            <pc:sldMk cId="1624646441" sldId="452"/>
            <ac:spMk id="28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5:35:30.652" v="36220" actId="26606"/>
          <ac:spMkLst>
            <pc:docMk/>
            <pc:sldMk cId="1624646441" sldId="452"/>
            <ac:spMk id="30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5:35:30.652" v="36220" actId="26606"/>
          <ac:spMkLst>
            <pc:docMk/>
            <pc:sldMk cId="1624646441" sldId="452"/>
            <ac:spMk id="32" creationId="{0C059F7E-04C4-4C46-9B3E-E5CE267E347D}"/>
          </ac:spMkLst>
        </pc:spChg>
        <pc:spChg chg="add">
          <ac:chgData name="동혁 임" userId="879f4c796d7a5333" providerId="LiveId" clId="{99A0B7FB-7ABD-43B7-B0BE-CF1927BF6B47}" dt="2020-06-06T05:35:30.652" v="36220" actId="26606"/>
          <ac:spMkLst>
            <pc:docMk/>
            <pc:sldMk cId="1624646441" sldId="452"/>
            <ac:spMk id="37" creationId="{2DDE3054-7688-403A-8800-8FA4F1B54962}"/>
          </ac:spMkLst>
        </pc:spChg>
        <pc:spChg chg="add">
          <ac:chgData name="동혁 임" userId="879f4c796d7a5333" providerId="LiveId" clId="{99A0B7FB-7ABD-43B7-B0BE-CF1927BF6B47}" dt="2020-06-06T05:35:30.652" v="36220" actId="26606"/>
          <ac:spMkLst>
            <pc:docMk/>
            <pc:sldMk cId="1624646441" sldId="452"/>
            <ac:spMk id="39" creationId="{1C938212-FA12-4FF1-87C8-ACDE99D06F69}"/>
          </ac:spMkLst>
        </pc:spChg>
        <pc:spChg chg="add">
          <ac:chgData name="동혁 임" userId="879f4c796d7a5333" providerId="LiveId" clId="{99A0B7FB-7ABD-43B7-B0BE-CF1927BF6B47}" dt="2020-06-06T05:35:30.652" v="36220" actId="26606"/>
          <ac:spMkLst>
            <pc:docMk/>
            <pc:sldMk cId="1624646441" sldId="452"/>
            <ac:spMk id="41" creationId="{369F152D-E540-4B48-BA11-2ADF043C6111}"/>
          </ac:spMkLst>
        </pc:spChg>
        <pc:spChg chg="add">
          <ac:chgData name="동혁 임" userId="879f4c796d7a5333" providerId="LiveId" clId="{99A0B7FB-7ABD-43B7-B0BE-CF1927BF6B47}" dt="2020-06-06T05:35:30.652" v="36220" actId="26606"/>
          <ac:spMkLst>
            <pc:docMk/>
            <pc:sldMk cId="1624646441" sldId="452"/>
            <ac:spMk id="43" creationId="{0C059F7E-04C4-4C46-9B3E-E5CE267E347D}"/>
          </ac:spMkLst>
        </pc:spChg>
        <pc:picChg chg="add mod ord modCrop">
          <ac:chgData name="동혁 임" userId="879f4c796d7a5333" providerId="LiveId" clId="{99A0B7FB-7ABD-43B7-B0BE-CF1927BF6B47}" dt="2020-06-06T05:36:15.987" v="36230" actId="18131"/>
          <ac:picMkLst>
            <pc:docMk/>
            <pc:sldMk cId="1624646441" sldId="452"/>
            <ac:picMk id="6" creationId="{653A3476-E504-4C21-B8D7-94C12079CE0F}"/>
          </ac:picMkLst>
        </pc:picChg>
        <pc:picChg chg="add mod ord">
          <ac:chgData name="동혁 임" userId="879f4c796d7a5333" providerId="LiveId" clId="{99A0B7FB-7ABD-43B7-B0BE-CF1927BF6B47}" dt="2020-06-06T05:35:30.652" v="36220" actId="26606"/>
          <ac:picMkLst>
            <pc:docMk/>
            <pc:sldMk cId="1624646441" sldId="452"/>
            <ac:picMk id="8" creationId="{927D4B80-3CE0-4D24-B73F-64C69934D8B8}"/>
          </ac:picMkLst>
        </pc:picChg>
        <pc:picChg chg="add mod">
          <ac:chgData name="동혁 임" userId="879f4c796d7a5333" providerId="LiveId" clId="{99A0B7FB-7ABD-43B7-B0BE-CF1927BF6B47}" dt="2020-06-06T05:35:47.924" v="36223" actId="1076"/>
          <ac:picMkLst>
            <pc:docMk/>
            <pc:sldMk cId="1624646441" sldId="452"/>
            <ac:picMk id="10" creationId="{9E10769A-E2E0-4734-9FD6-665535CD14FA}"/>
          </ac:picMkLst>
        </pc:picChg>
      </pc:sldChg>
      <pc:sldChg chg="addSp delSp modSp new mod setBg">
        <pc:chgData name="동혁 임" userId="879f4c796d7a5333" providerId="LiveId" clId="{99A0B7FB-7ABD-43B7-B0BE-CF1927BF6B47}" dt="2020-06-06T07:58:24.901" v="36687" actId="5793"/>
        <pc:sldMkLst>
          <pc:docMk/>
          <pc:sldMk cId="1612006738" sldId="453"/>
        </pc:sldMkLst>
        <pc:spChg chg="mod">
          <ac:chgData name="동혁 임" userId="879f4c796d7a5333" providerId="LiveId" clId="{99A0B7FB-7ABD-43B7-B0BE-CF1927BF6B47}" dt="2020-06-06T05:37:31.465" v="36540" actId="26606"/>
          <ac:spMkLst>
            <pc:docMk/>
            <pc:sldMk cId="1612006738" sldId="453"/>
            <ac:spMk id="2" creationId="{838EBB26-19FF-4402-9A2D-5DB0EC70729F}"/>
          </ac:spMkLst>
        </pc:spChg>
        <pc:spChg chg="del">
          <ac:chgData name="동혁 임" userId="879f4c796d7a5333" providerId="LiveId" clId="{99A0B7FB-7ABD-43B7-B0BE-CF1927BF6B47}" dt="2020-06-06T05:37:22.809" v="36529" actId="931"/>
          <ac:spMkLst>
            <pc:docMk/>
            <pc:sldMk cId="1612006738" sldId="453"/>
            <ac:spMk id="3" creationId="{80D99979-40C6-4B36-9281-A20FEE0CBED7}"/>
          </ac:spMkLst>
        </pc:spChg>
        <pc:spChg chg="mod ord">
          <ac:chgData name="동혁 임" userId="879f4c796d7a5333" providerId="LiveId" clId="{99A0B7FB-7ABD-43B7-B0BE-CF1927BF6B47}" dt="2020-06-06T07:58:24.901" v="36687" actId="5793"/>
          <ac:spMkLst>
            <pc:docMk/>
            <pc:sldMk cId="1612006738" sldId="453"/>
            <ac:spMk id="4" creationId="{CF3C010C-FF5C-4577-B1B8-6164273281B1}"/>
          </ac:spMkLst>
        </pc:spChg>
        <pc:spChg chg="add del">
          <ac:chgData name="동혁 임" userId="879f4c796d7a5333" providerId="LiveId" clId="{99A0B7FB-7ABD-43B7-B0BE-CF1927BF6B47}" dt="2020-06-06T05:37:30.553" v="36537" actId="26606"/>
          <ac:spMkLst>
            <pc:docMk/>
            <pc:sldMk cId="1612006738" sldId="453"/>
            <ac:spMk id="15" creationId="{2DDE3054-7688-403A-8800-8FA4F1B54962}"/>
          </ac:spMkLst>
        </pc:spChg>
        <pc:spChg chg="add del">
          <ac:chgData name="동혁 임" userId="879f4c796d7a5333" providerId="LiveId" clId="{99A0B7FB-7ABD-43B7-B0BE-CF1927BF6B47}" dt="2020-06-06T05:37:30.553" v="36537" actId="26606"/>
          <ac:spMkLst>
            <pc:docMk/>
            <pc:sldMk cId="1612006738" sldId="453"/>
            <ac:spMk id="17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5:37:30.553" v="36537" actId="26606"/>
          <ac:spMkLst>
            <pc:docMk/>
            <pc:sldMk cId="1612006738" sldId="453"/>
            <ac:spMk id="19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5:37:30.553" v="36537" actId="26606"/>
          <ac:spMkLst>
            <pc:docMk/>
            <pc:sldMk cId="1612006738" sldId="453"/>
            <ac:spMk id="21" creationId="{0C059F7E-04C4-4C46-9B3E-E5CE267E347D}"/>
          </ac:spMkLst>
        </pc:spChg>
        <pc:spChg chg="add del">
          <ac:chgData name="동혁 임" userId="879f4c796d7a5333" providerId="LiveId" clId="{99A0B7FB-7ABD-43B7-B0BE-CF1927BF6B47}" dt="2020-06-06T05:37:31.454" v="36539" actId="26606"/>
          <ac:spMkLst>
            <pc:docMk/>
            <pc:sldMk cId="1612006738" sldId="453"/>
            <ac:spMk id="23" creationId="{5BA49487-3FDB-4FB7-9D50-2B4F9454DA91}"/>
          </ac:spMkLst>
        </pc:spChg>
        <pc:spChg chg="add del">
          <ac:chgData name="동혁 임" userId="879f4c796d7a5333" providerId="LiveId" clId="{99A0B7FB-7ABD-43B7-B0BE-CF1927BF6B47}" dt="2020-06-06T05:37:31.454" v="36539" actId="26606"/>
          <ac:spMkLst>
            <pc:docMk/>
            <pc:sldMk cId="1612006738" sldId="453"/>
            <ac:spMk id="24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5:37:31.454" v="36539" actId="26606"/>
          <ac:spMkLst>
            <pc:docMk/>
            <pc:sldMk cId="1612006738" sldId="453"/>
            <ac:spMk id="25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5:37:31.454" v="36539" actId="26606"/>
          <ac:spMkLst>
            <pc:docMk/>
            <pc:sldMk cId="1612006738" sldId="453"/>
            <ac:spMk id="26" creationId="{0C059F7E-04C4-4C46-9B3E-E5CE267E347D}"/>
          </ac:spMkLst>
        </pc:spChg>
        <pc:spChg chg="add del">
          <ac:chgData name="동혁 임" userId="879f4c796d7a5333" providerId="LiveId" clId="{99A0B7FB-7ABD-43B7-B0BE-CF1927BF6B47}" dt="2020-06-06T05:41:40.365" v="36618" actId="26606"/>
          <ac:spMkLst>
            <pc:docMk/>
            <pc:sldMk cId="1612006738" sldId="453"/>
            <ac:spMk id="28" creationId="{2DDE3054-7688-403A-8800-8FA4F1B54962}"/>
          </ac:spMkLst>
        </pc:spChg>
        <pc:spChg chg="add del">
          <ac:chgData name="동혁 임" userId="879f4c796d7a5333" providerId="LiveId" clId="{99A0B7FB-7ABD-43B7-B0BE-CF1927BF6B47}" dt="2020-06-06T05:41:40.365" v="36618" actId="26606"/>
          <ac:spMkLst>
            <pc:docMk/>
            <pc:sldMk cId="1612006738" sldId="453"/>
            <ac:spMk id="29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5:41:40.365" v="36618" actId="26606"/>
          <ac:spMkLst>
            <pc:docMk/>
            <pc:sldMk cId="1612006738" sldId="453"/>
            <ac:spMk id="30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5:41:40.365" v="36618" actId="26606"/>
          <ac:spMkLst>
            <pc:docMk/>
            <pc:sldMk cId="1612006738" sldId="453"/>
            <ac:spMk id="31" creationId="{0C059F7E-04C4-4C46-9B3E-E5CE267E347D}"/>
          </ac:spMkLst>
        </pc:spChg>
        <pc:spChg chg="add">
          <ac:chgData name="동혁 임" userId="879f4c796d7a5333" providerId="LiveId" clId="{99A0B7FB-7ABD-43B7-B0BE-CF1927BF6B47}" dt="2020-06-06T05:41:40.365" v="36618" actId="26606"/>
          <ac:spMkLst>
            <pc:docMk/>
            <pc:sldMk cId="1612006738" sldId="453"/>
            <ac:spMk id="36" creationId="{2DDE3054-7688-403A-8800-8FA4F1B54962}"/>
          </ac:spMkLst>
        </pc:spChg>
        <pc:spChg chg="add">
          <ac:chgData name="동혁 임" userId="879f4c796d7a5333" providerId="LiveId" clId="{99A0B7FB-7ABD-43B7-B0BE-CF1927BF6B47}" dt="2020-06-06T05:41:40.365" v="36618" actId="26606"/>
          <ac:spMkLst>
            <pc:docMk/>
            <pc:sldMk cId="1612006738" sldId="453"/>
            <ac:spMk id="38" creationId="{1C938212-FA12-4FF1-87C8-ACDE99D06F69}"/>
          </ac:spMkLst>
        </pc:spChg>
        <pc:spChg chg="add">
          <ac:chgData name="동혁 임" userId="879f4c796d7a5333" providerId="LiveId" clId="{99A0B7FB-7ABD-43B7-B0BE-CF1927BF6B47}" dt="2020-06-06T05:41:40.365" v="36618" actId="26606"/>
          <ac:spMkLst>
            <pc:docMk/>
            <pc:sldMk cId="1612006738" sldId="453"/>
            <ac:spMk id="40" creationId="{369F152D-E540-4B48-BA11-2ADF043C6111}"/>
          </ac:spMkLst>
        </pc:spChg>
        <pc:spChg chg="add">
          <ac:chgData name="동혁 임" userId="879f4c796d7a5333" providerId="LiveId" clId="{99A0B7FB-7ABD-43B7-B0BE-CF1927BF6B47}" dt="2020-06-06T05:41:40.365" v="36618" actId="26606"/>
          <ac:spMkLst>
            <pc:docMk/>
            <pc:sldMk cId="1612006738" sldId="453"/>
            <ac:spMk id="42" creationId="{0C059F7E-04C4-4C46-9B3E-E5CE267E347D}"/>
          </ac:spMkLst>
        </pc:spChg>
        <pc:picChg chg="add mod modCrop">
          <ac:chgData name="동혁 임" userId="879f4c796d7a5333" providerId="LiveId" clId="{99A0B7FB-7ABD-43B7-B0BE-CF1927BF6B47}" dt="2020-06-06T05:41:58.238" v="36653" actId="18131"/>
          <ac:picMkLst>
            <pc:docMk/>
            <pc:sldMk cId="1612006738" sldId="453"/>
            <ac:picMk id="6" creationId="{AAF0659A-D530-4CEB-B66A-3859B14726F7}"/>
          </ac:picMkLst>
        </pc:picChg>
        <pc:picChg chg="add mod ord modCrop">
          <ac:chgData name="동혁 임" userId="879f4c796d7a5333" providerId="LiveId" clId="{99A0B7FB-7ABD-43B7-B0BE-CF1927BF6B47}" dt="2020-06-06T05:41:40.365" v="36618" actId="26606"/>
          <ac:picMkLst>
            <pc:docMk/>
            <pc:sldMk cId="1612006738" sldId="453"/>
            <ac:picMk id="8" creationId="{C7D53548-4E8F-4631-8BA9-2019C3377E0E}"/>
          </ac:picMkLst>
        </pc:picChg>
        <pc:picChg chg="add mod ord">
          <ac:chgData name="동혁 임" userId="879f4c796d7a5333" providerId="LiveId" clId="{99A0B7FB-7ABD-43B7-B0BE-CF1927BF6B47}" dt="2020-06-06T05:41:40.365" v="36618" actId="26606"/>
          <ac:picMkLst>
            <pc:docMk/>
            <pc:sldMk cId="1612006738" sldId="453"/>
            <ac:picMk id="10" creationId="{021A772E-5590-4494-A452-A88F546894C0}"/>
          </ac:picMkLst>
        </pc:pic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2907553004" sldId="453"/>
        </pc:sldMkLst>
      </pc:sldChg>
      <pc:sldChg chg="new del">
        <pc:chgData name="동혁 임" userId="879f4c796d7a5333" providerId="LiveId" clId="{99A0B7FB-7ABD-43B7-B0BE-CF1927BF6B47}" dt="2020-06-06T05:32:29.781" v="36195" actId="680"/>
        <pc:sldMkLst>
          <pc:docMk/>
          <pc:sldMk cId="3355597531" sldId="453"/>
        </pc:sldMkLst>
      </pc:sldChg>
      <pc:sldChg chg="addSp delSp modSp new del mod setBg delDesignElem">
        <pc:chgData name="동혁 임" userId="879f4c796d7a5333" providerId="LiveId" clId="{99A0B7FB-7ABD-43B7-B0BE-CF1927BF6B47}" dt="2020-06-06T08:09:41.014" v="36887" actId="47"/>
        <pc:sldMkLst>
          <pc:docMk/>
          <pc:sldMk cId="405654067" sldId="454"/>
        </pc:sldMkLst>
        <pc:spChg chg="mod">
          <ac:chgData name="동혁 임" userId="879f4c796d7a5333" providerId="LiveId" clId="{99A0B7FB-7ABD-43B7-B0BE-CF1927BF6B47}" dt="2020-06-06T08:09:36.603" v="36884"/>
          <ac:spMkLst>
            <pc:docMk/>
            <pc:sldMk cId="405654067" sldId="454"/>
            <ac:spMk id="2" creationId="{C9340845-6B91-4BD8-883E-3025C7886066}"/>
          </ac:spMkLst>
        </pc:spChg>
        <pc:spChg chg="add del mod">
          <ac:chgData name="동혁 임" userId="879f4c796d7a5333" providerId="LiveId" clId="{99A0B7FB-7ABD-43B7-B0BE-CF1927BF6B47}" dt="2020-06-06T08:09:36.603" v="36884"/>
          <ac:spMkLst>
            <pc:docMk/>
            <pc:sldMk cId="405654067" sldId="454"/>
            <ac:spMk id="3" creationId="{D1FBE59A-D484-4E84-91D3-2D77754A45F4}"/>
          </ac:spMkLst>
        </pc:spChg>
        <pc:spChg chg="add del mod">
          <ac:chgData name="동혁 임" userId="879f4c796d7a5333" providerId="LiveId" clId="{99A0B7FB-7ABD-43B7-B0BE-CF1927BF6B47}" dt="2020-06-06T08:09:36.603" v="36884"/>
          <ac:spMkLst>
            <pc:docMk/>
            <pc:sldMk cId="405654067" sldId="454"/>
            <ac:spMk id="4" creationId="{E648DE71-BF93-4CB5-A0B8-3A217F0041F3}"/>
          </ac:spMkLst>
        </pc:spChg>
        <pc:spChg chg="add del">
          <ac:chgData name="동혁 임" userId="879f4c796d7a5333" providerId="LiveId" clId="{99A0B7FB-7ABD-43B7-B0BE-CF1927BF6B47}" dt="2020-06-06T08:09:36.603" v="36884"/>
          <ac:spMkLst>
            <pc:docMk/>
            <pc:sldMk cId="405654067" sldId="454"/>
            <ac:spMk id="8" creationId="{FFD48BC7-DC40-47DE-87EE-9F4B6ECB9ABB}"/>
          </ac:spMkLst>
        </pc:spChg>
        <pc:spChg chg="add del">
          <ac:chgData name="동혁 임" userId="879f4c796d7a5333" providerId="LiveId" clId="{99A0B7FB-7ABD-43B7-B0BE-CF1927BF6B47}" dt="2020-06-06T08:09:36.603" v="36884"/>
          <ac:spMkLst>
            <pc:docMk/>
            <pc:sldMk cId="405654067" sldId="454"/>
            <ac:spMk id="10" creationId="{E502BBC7-2C76-46F3-BC24-5985BC13DB88}"/>
          </ac:spMkLst>
        </pc:spChg>
        <pc:spChg chg="add del">
          <ac:chgData name="동혁 임" userId="879f4c796d7a5333" providerId="LiveId" clId="{99A0B7FB-7ABD-43B7-B0BE-CF1927BF6B47}" dt="2020-06-06T08:09:36.603" v="36884"/>
          <ac:spMkLst>
            <pc:docMk/>
            <pc:sldMk cId="405654067" sldId="454"/>
            <ac:spMk id="12" creationId="{C7F28D52-2A5F-4D23-81AE-7CB8B591C7AF}"/>
          </ac:spMkLst>
        </pc:spChg>
        <pc:spChg chg="add del">
          <ac:chgData name="동혁 임" userId="879f4c796d7a5333" providerId="LiveId" clId="{99A0B7FB-7ABD-43B7-B0BE-CF1927BF6B47}" dt="2020-06-06T08:09:36.603" v="36884"/>
          <ac:spMkLst>
            <pc:docMk/>
            <pc:sldMk cId="405654067" sldId="454"/>
            <ac:spMk id="14" creationId="{3629484E-3792-4B3D-89AD-7C8A1ED0E0D4}"/>
          </ac:spMkLst>
        </pc:sp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2810381123" sldId="454"/>
        </pc:sldMkLst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2624674489" sldId="455"/>
        </pc:sldMkLst>
      </pc:sldChg>
      <pc:sldChg chg="addSp delSp modSp new mod setBg">
        <pc:chgData name="동혁 임" userId="879f4c796d7a5333" providerId="LiveId" clId="{99A0B7FB-7ABD-43B7-B0BE-CF1927BF6B47}" dt="2020-06-08T01:06:40.852" v="71091" actId="2711"/>
        <pc:sldMkLst>
          <pc:docMk/>
          <pc:sldMk cId="3662461531" sldId="455"/>
        </pc:sldMkLst>
        <pc:spChg chg="mod">
          <ac:chgData name="동혁 임" userId="879f4c796d7a5333" providerId="LiveId" clId="{99A0B7FB-7ABD-43B7-B0BE-CF1927BF6B47}" dt="2020-06-08T01:06:40.852" v="71091" actId="2711"/>
          <ac:spMkLst>
            <pc:docMk/>
            <pc:sldMk cId="3662461531" sldId="455"/>
            <ac:spMk id="2" creationId="{ACA6A695-0FB3-45A8-9993-0BA438DCA38E}"/>
          </ac:spMkLst>
        </pc:spChg>
        <pc:spChg chg="mod">
          <ac:chgData name="동혁 임" userId="879f4c796d7a5333" providerId="LiveId" clId="{99A0B7FB-7ABD-43B7-B0BE-CF1927BF6B47}" dt="2020-06-08T01:06:40.852" v="71091" actId="2711"/>
          <ac:spMkLst>
            <pc:docMk/>
            <pc:sldMk cId="3662461531" sldId="455"/>
            <ac:spMk id="3" creationId="{8844C958-477B-47F5-9106-5C728F296F3C}"/>
          </ac:spMkLst>
        </pc:spChg>
        <pc:spChg chg="add del">
          <ac:chgData name="동혁 임" userId="879f4c796d7a5333" providerId="LiveId" clId="{99A0B7FB-7ABD-43B7-B0BE-CF1927BF6B47}" dt="2020-06-06T08:09:39.868" v="36886" actId="26606"/>
          <ac:spMkLst>
            <pc:docMk/>
            <pc:sldMk cId="3662461531" sldId="455"/>
            <ac:spMk id="8" creationId="{FFD48BC7-DC40-47DE-87EE-9F4B6ECB9ABB}"/>
          </ac:spMkLst>
        </pc:spChg>
        <pc:spChg chg="add del">
          <ac:chgData name="동혁 임" userId="879f4c796d7a5333" providerId="LiveId" clId="{99A0B7FB-7ABD-43B7-B0BE-CF1927BF6B47}" dt="2020-06-06T08:09:39.868" v="36886" actId="26606"/>
          <ac:spMkLst>
            <pc:docMk/>
            <pc:sldMk cId="3662461531" sldId="455"/>
            <ac:spMk id="10" creationId="{E502BBC7-2C76-46F3-BC24-5985BC13DB88}"/>
          </ac:spMkLst>
        </pc:spChg>
        <pc:spChg chg="add del">
          <ac:chgData name="동혁 임" userId="879f4c796d7a5333" providerId="LiveId" clId="{99A0B7FB-7ABD-43B7-B0BE-CF1927BF6B47}" dt="2020-06-06T08:09:39.868" v="36886" actId="26606"/>
          <ac:spMkLst>
            <pc:docMk/>
            <pc:sldMk cId="3662461531" sldId="455"/>
            <ac:spMk id="12" creationId="{C7F28D52-2A5F-4D23-81AE-7CB8B591C7AF}"/>
          </ac:spMkLst>
        </pc:spChg>
        <pc:spChg chg="add del">
          <ac:chgData name="동혁 임" userId="879f4c796d7a5333" providerId="LiveId" clId="{99A0B7FB-7ABD-43B7-B0BE-CF1927BF6B47}" dt="2020-06-06T08:09:39.868" v="36886" actId="26606"/>
          <ac:spMkLst>
            <pc:docMk/>
            <pc:sldMk cId="3662461531" sldId="455"/>
            <ac:spMk id="14" creationId="{3629484E-3792-4B3D-89AD-7C8A1ED0E0D4}"/>
          </ac:spMkLst>
        </pc:spChg>
        <pc:spChg chg="add">
          <ac:chgData name="동혁 임" userId="879f4c796d7a5333" providerId="LiveId" clId="{99A0B7FB-7ABD-43B7-B0BE-CF1927BF6B47}" dt="2020-06-06T08:09:39.868" v="36886" actId="26606"/>
          <ac:spMkLst>
            <pc:docMk/>
            <pc:sldMk cId="3662461531" sldId="455"/>
            <ac:spMk id="19" creationId="{FFD48BC7-DC40-47DE-87EE-9F4B6ECB9ABB}"/>
          </ac:spMkLst>
        </pc:spChg>
        <pc:spChg chg="add">
          <ac:chgData name="동혁 임" userId="879f4c796d7a5333" providerId="LiveId" clId="{99A0B7FB-7ABD-43B7-B0BE-CF1927BF6B47}" dt="2020-06-06T08:09:39.868" v="36886" actId="26606"/>
          <ac:spMkLst>
            <pc:docMk/>
            <pc:sldMk cId="3662461531" sldId="455"/>
            <ac:spMk id="21" creationId="{E502BBC7-2C76-46F3-BC24-5985BC13DB88}"/>
          </ac:spMkLst>
        </pc:spChg>
        <pc:spChg chg="add">
          <ac:chgData name="동혁 임" userId="879f4c796d7a5333" providerId="LiveId" clId="{99A0B7FB-7ABD-43B7-B0BE-CF1927BF6B47}" dt="2020-06-06T08:09:39.868" v="36886" actId="26606"/>
          <ac:spMkLst>
            <pc:docMk/>
            <pc:sldMk cId="3662461531" sldId="455"/>
            <ac:spMk id="23" creationId="{C7F28D52-2A5F-4D23-81AE-7CB8B591C7AF}"/>
          </ac:spMkLst>
        </pc:spChg>
        <pc:spChg chg="add">
          <ac:chgData name="동혁 임" userId="879f4c796d7a5333" providerId="LiveId" clId="{99A0B7FB-7ABD-43B7-B0BE-CF1927BF6B47}" dt="2020-06-06T08:09:39.868" v="36886" actId="26606"/>
          <ac:spMkLst>
            <pc:docMk/>
            <pc:sldMk cId="3662461531" sldId="455"/>
            <ac:spMk id="25" creationId="{3629484E-3792-4B3D-89AD-7C8A1ED0E0D4}"/>
          </ac:spMkLst>
        </pc:spChg>
      </pc:sldChg>
      <pc:sldChg chg="modSp new del mod">
        <pc:chgData name="동혁 임" userId="879f4c796d7a5333" providerId="LiveId" clId="{99A0B7FB-7ABD-43B7-B0BE-CF1927BF6B47}" dt="2020-06-06T08:09:51.760" v="36932" actId="47"/>
        <pc:sldMkLst>
          <pc:docMk/>
          <pc:sldMk cId="1326688768" sldId="456"/>
        </pc:sldMkLst>
        <pc:spChg chg="mod">
          <ac:chgData name="동혁 임" userId="879f4c796d7a5333" providerId="LiveId" clId="{99A0B7FB-7ABD-43B7-B0BE-CF1927BF6B47}" dt="2020-06-06T08:09:50.027" v="36931"/>
          <ac:spMkLst>
            <pc:docMk/>
            <pc:sldMk cId="1326688768" sldId="456"/>
            <ac:spMk id="2" creationId="{7733C253-75F3-4EEE-A7E8-7839A7C981E9}"/>
          </ac:spMkLst>
        </pc:spChg>
      </pc:sldChg>
      <pc:sldChg chg="addSp delSp modSp new del mod setBg">
        <pc:chgData name="동혁 임" userId="879f4c796d7a5333" providerId="LiveId" clId="{99A0B7FB-7ABD-43B7-B0BE-CF1927BF6B47}" dt="2020-06-06T08:38:03.879" v="37620" actId="47"/>
        <pc:sldMkLst>
          <pc:docMk/>
          <pc:sldMk cId="2389206956" sldId="456"/>
        </pc:sldMkLst>
        <pc:spChg chg="mod ord">
          <ac:chgData name="동혁 임" userId="879f4c796d7a5333" providerId="LiveId" clId="{99A0B7FB-7ABD-43B7-B0BE-CF1927BF6B47}" dt="2020-06-06T08:20:14.830" v="37219" actId="26606"/>
          <ac:spMkLst>
            <pc:docMk/>
            <pc:sldMk cId="2389206956" sldId="456"/>
            <ac:spMk id="2" creationId="{2360B047-FE5B-43DF-B0D3-020EEAEFB4C0}"/>
          </ac:spMkLst>
        </pc:spChg>
        <pc:spChg chg="add del">
          <ac:chgData name="동혁 임" userId="879f4c796d7a5333" providerId="LiveId" clId="{99A0B7FB-7ABD-43B7-B0BE-CF1927BF6B47}" dt="2020-06-06T08:18:57.186" v="37135" actId="931"/>
          <ac:spMkLst>
            <pc:docMk/>
            <pc:sldMk cId="2389206956" sldId="456"/>
            <ac:spMk id="3" creationId="{6D266A66-D0FA-4456-A4E8-82D39A887AA5}"/>
          </ac:spMkLst>
        </pc:spChg>
        <pc:spChg chg="add del mod ord">
          <ac:chgData name="동혁 임" userId="879f4c796d7a5333" providerId="LiveId" clId="{99A0B7FB-7ABD-43B7-B0BE-CF1927BF6B47}" dt="2020-06-06T08:20:14.830" v="37219" actId="26606"/>
          <ac:spMkLst>
            <pc:docMk/>
            <pc:sldMk cId="2389206956" sldId="456"/>
            <ac:spMk id="4" creationId="{D9E5AFA8-BA2F-4A41-9110-7C83EC86B8EC}"/>
          </ac:spMkLst>
        </pc:spChg>
        <pc:spChg chg="add del">
          <ac:chgData name="동혁 임" userId="879f4c796d7a5333" providerId="LiveId" clId="{99A0B7FB-7ABD-43B7-B0BE-CF1927BF6B47}" dt="2020-06-06T08:18:35.922" v="37093" actId="26606"/>
          <ac:spMkLst>
            <pc:docMk/>
            <pc:sldMk cId="2389206956" sldId="456"/>
            <ac:spMk id="25" creationId="{D898B8EB-E53C-4E72-9817-B4BFCAD73600}"/>
          </ac:spMkLst>
        </pc:spChg>
        <pc:spChg chg="add del">
          <ac:chgData name="동혁 임" userId="879f4c796d7a5333" providerId="LiveId" clId="{99A0B7FB-7ABD-43B7-B0BE-CF1927BF6B47}" dt="2020-06-06T08:18:35.922" v="37093" actId="26606"/>
          <ac:spMkLst>
            <pc:docMk/>
            <pc:sldMk cId="2389206956" sldId="456"/>
            <ac:spMk id="27" creationId="{4E130362-2F35-4AB7-9EA5-DBC0F771A58D}"/>
          </ac:spMkLst>
        </pc:spChg>
        <pc:spChg chg="add del">
          <ac:chgData name="동혁 임" userId="879f4c796d7a5333" providerId="LiveId" clId="{99A0B7FB-7ABD-43B7-B0BE-CF1927BF6B47}" dt="2020-06-06T08:18:35.922" v="37093" actId="26606"/>
          <ac:spMkLst>
            <pc:docMk/>
            <pc:sldMk cId="2389206956" sldId="456"/>
            <ac:spMk id="29" creationId="{56BE988C-7A5B-41EC-A46C-AEA93D8D32FD}"/>
          </ac:spMkLst>
        </pc:spChg>
        <pc:spChg chg="add del">
          <ac:chgData name="동혁 임" userId="879f4c796d7a5333" providerId="LiveId" clId="{99A0B7FB-7ABD-43B7-B0BE-CF1927BF6B47}" dt="2020-06-06T08:18:35.922" v="37093" actId="26606"/>
          <ac:spMkLst>
            <pc:docMk/>
            <pc:sldMk cId="2389206956" sldId="456"/>
            <ac:spMk id="31" creationId="{E3CB1EC0-40A9-4D5E-B7E2-6E3423CE28B2}"/>
          </ac:spMkLst>
        </pc:spChg>
        <pc:spChg chg="add del">
          <ac:chgData name="동혁 임" userId="879f4c796d7a5333" providerId="LiveId" clId="{99A0B7FB-7ABD-43B7-B0BE-CF1927BF6B47}" dt="2020-06-06T08:18:35.922" v="37093" actId="26606"/>
          <ac:spMkLst>
            <pc:docMk/>
            <pc:sldMk cId="2389206956" sldId="456"/>
            <ac:spMk id="33" creationId="{DCBE52EF-2889-423F-947C-0E44A760D696}"/>
          </ac:spMkLst>
        </pc:spChg>
        <pc:spChg chg="add del">
          <ac:chgData name="동혁 임" userId="879f4c796d7a5333" providerId="LiveId" clId="{99A0B7FB-7ABD-43B7-B0BE-CF1927BF6B47}" dt="2020-06-06T08:19:05.023" v="37145" actId="26606"/>
          <ac:spMkLst>
            <pc:docMk/>
            <pc:sldMk cId="2389206956" sldId="456"/>
            <ac:spMk id="34" creationId="{9CCE8A2E-61E7-4667-90A8-34285A8C4057}"/>
          </ac:spMkLst>
        </pc:spChg>
        <pc:spChg chg="add del">
          <ac:chgData name="동혁 임" userId="879f4c796d7a5333" providerId="LiveId" clId="{99A0B7FB-7ABD-43B7-B0BE-CF1927BF6B47}" dt="2020-06-06T08:18:39.339" v="37095" actId="26606"/>
          <ac:spMkLst>
            <pc:docMk/>
            <pc:sldMk cId="2389206956" sldId="456"/>
            <ac:spMk id="35" creationId="{CF6EE3F3-16E7-4878-B65C-A46AB6775A6B}"/>
          </ac:spMkLst>
        </pc:spChg>
        <pc:spChg chg="add del">
          <ac:chgData name="동혁 임" userId="879f4c796d7a5333" providerId="LiveId" clId="{99A0B7FB-7ABD-43B7-B0BE-CF1927BF6B47}" dt="2020-06-06T08:18:39.339" v="37095" actId="26606"/>
          <ac:spMkLst>
            <pc:docMk/>
            <pc:sldMk cId="2389206956" sldId="456"/>
            <ac:spMk id="36" creationId="{A3473CF9-37EB-43E7-89EF-D2D1C53D1DAC}"/>
          </ac:spMkLst>
        </pc:spChg>
        <pc:spChg chg="add del">
          <ac:chgData name="동혁 임" userId="879f4c796d7a5333" providerId="LiveId" clId="{99A0B7FB-7ABD-43B7-B0BE-CF1927BF6B47}" dt="2020-06-06T08:18:39.339" v="37095" actId="26606"/>
          <ac:spMkLst>
            <pc:docMk/>
            <pc:sldMk cId="2389206956" sldId="456"/>
            <ac:spMk id="37" creationId="{586B4EF9-43BA-4655-A6FF-1D8E21574C95}"/>
          </ac:spMkLst>
        </pc:spChg>
        <pc:spChg chg="add del">
          <ac:chgData name="동혁 임" userId="879f4c796d7a5333" providerId="LiveId" clId="{99A0B7FB-7ABD-43B7-B0BE-CF1927BF6B47}" dt="2020-06-06T08:19:05.023" v="37145" actId="26606"/>
          <ac:spMkLst>
            <pc:docMk/>
            <pc:sldMk cId="2389206956" sldId="456"/>
            <ac:spMk id="38" creationId="{1C938212-FA12-4FF1-87C8-ACDE99D06F69}"/>
          </ac:spMkLst>
        </pc:spChg>
        <pc:spChg chg="add del">
          <ac:chgData name="동혁 임" userId="879f4c796d7a5333" providerId="LiveId" clId="{99A0B7FB-7ABD-43B7-B0BE-CF1927BF6B47}" dt="2020-06-06T08:18:39.957" v="37097" actId="26606"/>
          <ac:spMkLst>
            <pc:docMk/>
            <pc:sldMk cId="2389206956" sldId="456"/>
            <ac:spMk id="39" creationId="{24DDD7F0-1FEB-4A1A-9A93-698DF846690F}"/>
          </ac:spMkLst>
        </pc:spChg>
        <pc:spChg chg="add del">
          <ac:chgData name="동혁 임" userId="879f4c796d7a5333" providerId="LiveId" clId="{99A0B7FB-7ABD-43B7-B0BE-CF1927BF6B47}" dt="2020-06-06T08:18:39.957" v="37097" actId="26606"/>
          <ac:spMkLst>
            <pc:docMk/>
            <pc:sldMk cId="2389206956" sldId="456"/>
            <ac:spMk id="40" creationId="{114A821F-8663-46BA-8CC0-D4C44F639F3A}"/>
          </ac:spMkLst>
        </pc:spChg>
        <pc:spChg chg="add del">
          <ac:chgData name="동혁 임" userId="879f4c796d7a5333" providerId="LiveId" clId="{99A0B7FB-7ABD-43B7-B0BE-CF1927BF6B47}" dt="2020-06-06T08:18:39.957" v="37097" actId="26606"/>
          <ac:spMkLst>
            <pc:docMk/>
            <pc:sldMk cId="2389206956" sldId="456"/>
            <ac:spMk id="41" creationId="{67EF550F-47CE-4FB2-9DAC-12AD835C833D}"/>
          </ac:spMkLst>
        </pc:spChg>
        <pc:spChg chg="add del">
          <ac:chgData name="동혁 임" userId="879f4c796d7a5333" providerId="LiveId" clId="{99A0B7FB-7ABD-43B7-B0BE-CF1927BF6B47}" dt="2020-06-06T08:19:05.023" v="37145" actId="26606"/>
          <ac:spMkLst>
            <pc:docMk/>
            <pc:sldMk cId="2389206956" sldId="456"/>
            <ac:spMk id="42" creationId="{369F152D-E540-4B48-BA11-2ADF043C6111}"/>
          </ac:spMkLst>
        </pc:spChg>
        <pc:spChg chg="add del">
          <ac:chgData name="동혁 임" userId="879f4c796d7a5333" providerId="LiveId" clId="{99A0B7FB-7ABD-43B7-B0BE-CF1927BF6B47}" dt="2020-06-06T08:19:05.023" v="37145" actId="26606"/>
          <ac:spMkLst>
            <pc:docMk/>
            <pc:sldMk cId="2389206956" sldId="456"/>
            <ac:spMk id="43" creationId="{0C059F7E-04C4-4C46-9B3E-E5CE267E347D}"/>
          </ac:spMkLst>
        </pc:spChg>
        <pc:spChg chg="add del">
          <ac:chgData name="동혁 임" userId="879f4c796d7a5333" providerId="LiveId" clId="{99A0B7FB-7ABD-43B7-B0BE-CF1927BF6B47}" dt="2020-06-06T08:19:14.491" v="37147" actId="26606"/>
          <ac:spMkLst>
            <pc:docMk/>
            <pc:sldMk cId="2389206956" sldId="456"/>
            <ac:spMk id="45" creationId="{4C2AC11E-3162-4990-A36E-92B07ECF16C2}"/>
          </ac:spMkLst>
        </pc:spChg>
        <pc:spChg chg="add del">
          <ac:chgData name="동혁 임" userId="879f4c796d7a5333" providerId="LiveId" clId="{99A0B7FB-7ABD-43B7-B0BE-CF1927BF6B47}" dt="2020-06-06T08:19:14.491" v="37147" actId="26606"/>
          <ac:spMkLst>
            <pc:docMk/>
            <pc:sldMk cId="2389206956" sldId="456"/>
            <ac:spMk id="46" creationId="{9073D962-D3D2-4A72-8593-65C213CBFFC3}"/>
          </ac:spMkLst>
        </pc:spChg>
        <pc:spChg chg="add del">
          <ac:chgData name="동혁 임" userId="879f4c796d7a5333" providerId="LiveId" clId="{99A0B7FB-7ABD-43B7-B0BE-CF1927BF6B47}" dt="2020-06-06T08:19:14.491" v="37147" actId="26606"/>
          <ac:spMkLst>
            <pc:docMk/>
            <pc:sldMk cId="2389206956" sldId="456"/>
            <ac:spMk id="47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08:19:14.491" v="37147" actId="26606"/>
          <ac:spMkLst>
            <pc:docMk/>
            <pc:sldMk cId="2389206956" sldId="456"/>
            <ac:spMk id="48" creationId="{AA58F78C-27AB-465F-AA33-15E08AF267F9}"/>
          </ac:spMkLst>
        </pc:spChg>
        <pc:spChg chg="add del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50" creationId="{A3C210E6-A35A-4F68-8D60-801A019C75B8}"/>
          </ac:spMkLst>
        </pc:spChg>
        <pc:spChg chg="add del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51" creationId="{AC0D06B0-F19C-459E-B221-A34B506FB5E3}"/>
          </ac:spMkLst>
        </pc:spChg>
        <pc:spChg chg="add del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52" creationId="{345B26DA-1C6B-4C66-81C9-9C1877FC2DB1}"/>
          </ac:spMkLst>
        </pc:spChg>
        <pc:spChg chg="add del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53" creationId="{98DE6C44-43F8-4DE4-AB81-66853FFEA09A}"/>
          </ac:spMkLst>
        </pc:spChg>
        <pc:spChg chg="add del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54" creationId="{2409529B-9B56-4F10-BE4D-F934DB89E57E}"/>
          </ac:spMkLst>
        </pc:spChg>
        <pc:spChg chg="add del">
          <ac:chgData name="동혁 임" userId="879f4c796d7a5333" providerId="LiveId" clId="{99A0B7FB-7ABD-43B7-B0BE-CF1927BF6B47}" dt="2020-06-06T08:19:40.634" v="37213" actId="26606"/>
          <ac:spMkLst>
            <pc:docMk/>
            <pc:sldMk cId="2389206956" sldId="456"/>
            <ac:spMk id="59" creationId="{28186986-3D2C-46E2-AF3E-16E1628E19D6}"/>
          </ac:spMkLst>
        </pc:spChg>
        <pc:spChg chg="add del">
          <ac:chgData name="동혁 임" userId="879f4c796d7a5333" providerId="LiveId" clId="{99A0B7FB-7ABD-43B7-B0BE-CF1927BF6B47}" dt="2020-06-06T08:19:40.634" v="37213" actId="26606"/>
          <ac:spMkLst>
            <pc:docMk/>
            <pc:sldMk cId="2389206956" sldId="456"/>
            <ac:spMk id="61" creationId="{481EABE0-FA8E-49A5-A966-F0539111C953}"/>
          </ac:spMkLst>
        </pc:spChg>
        <pc:spChg chg="add del">
          <ac:chgData name="동혁 임" userId="879f4c796d7a5333" providerId="LiveId" clId="{99A0B7FB-7ABD-43B7-B0BE-CF1927BF6B47}" dt="2020-06-06T08:19:40.634" v="37213" actId="26606"/>
          <ac:spMkLst>
            <pc:docMk/>
            <pc:sldMk cId="2389206956" sldId="456"/>
            <ac:spMk id="63" creationId="{56A3E26D-73B1-468C-B97B-BC1815959759}"/>
          </ac:spMkLst>
        </pc:spChg>
        <pc:spChg chg="add del">
          <ac:chgData name="동혁 임" userId="879f4c796d7a5333" providerId="LiveId" clId="{99A0B7FB-7ABD-43B7-B0BE-CF1927BF6B47}" dt="2020-06-06T08:20:04.863" v="37215" actId="26606"/>
          <ac:spMkLst>
            <pc:docMk/>
            <pc:sldMk cId="2389206956" sldId="456"/>
            <ac:spMk id="65" creationId="{98DE6C44-43F8-4DE4-AB81-66853FFEA09A}"/>
          </ac:spMkLst>
        </pc:spChg>
        <pc:spChg chg="add del">
          <ac:chgData name="동혁 임" userId="879f4c796d7a5333" providerId="LiveId" clId="{99A0B7FB-7ABD-43B7-B0BE-CF1927BF6B47}" dt="2020-06-06T08:20:04.863" v="37215" actId="26606"/>
          <ac:spMkLst>
            <pc:docMk/>
            <pc:sldMk cId="2389206956" sldId="456"/>
            <ac:spMk id="66" creationId="{A3C210E6-A35A-4F68-8D60-801A019C75B8}"/>
          </ac:spMkLst>
        </pc:spChg>
        <pc:spChg chg="add del">
          <ac:chgData name="동혁 임" userId="879f4c796d7a5333" providerId="LiveId" clId="{99A0B7FB-7ABD-43B7-B0BE-CF1927BF6B47}" dt="2020-06-06T08:20:04.863" v="37215" actId="26606"/>
          <ac:spMkLst>
            <pc:docMk/>
            <pc:sldMk cId="2389206956" sldId="456"/>
            <ac:spMk id="67" creationId="{2409529B-9B56-4F10-BE4D-F934DB89E57E}"/>
          </ac:spMkLst>
        </pc:spChg>
        <pc:spChg chg="add del">
          <ac:chgData name="동혁 임" userId="879f4c796d7a5333" providerId="LiveId" clId="{99A0B7FB-7ABD-43B7-B0BE-CF1927BF6B47}" dt="2020-06-06T08:20:04.863" v="37215" actId="26606"/>
          <ac:spMkLst>
            <pc:docMk/>
            <pc:sldMk cId="2389206956" sldId="456"/>
            <ac:spMk id="68" creationId="{AC0D06B0-F19C-459E-B221-A34B506FB5E3}"/>
          </ac:spMkLst>
        </pc:spChg>
        <pc:spChg chg="add del">
          <ac:chgData name="동혁 임" userId="879f4c796d7a5333" providerId="LiveId" clId="{99A0B7FB-7ABD-43B7-B0BE-CF1927BF6B47}" dt="2020-06-06T08:20:04.863" v="37215" actId="26606"/>
          <ac:spMkLst>
            <pc:docMk/>
            <pc:sldMk cId="2389206956" sldId="456"/>
            <ac:spMk id="69" creationId="{345B26DA-1C6B-4C66-81C9-9C1877FC2DB1}"/>
          </ac:spMkLst>
        </pc:spChg>
        <pc:spChg chg="add del">
          <ac:chgData name="동혁 임" userId="879f4c796d7a5333" providerId="LiveId" clId="{99A0B7FB-7ABD-43B7-B0BE-CF1927BF6B47}" dt="2020-06-06T08:20:09.168" v="37217" actId="26606"/>
          <ac:spMkLst>
            <pc:docMk/>
            <pc:sldMk cId="2389206956" sldId="456"/>
            <ac:spMk id="71" creationId="{7979CB03-77A3-48F2-A1C8-52F03FCB3D00}"/>
          </ac:spMkLst>
        </pc:spChg>
        <pc:spChg chg="add del">
          <ac:chgData name="동혁 임" userId="879f4c796d7a5333" providerId="LiveId" clId="{99A0B7FB-7ABD-43B7-B0BE-CF1927BF6B47}" dt="2020-06-06T08:20:09.168" v="37217" actId="26606"/>
          <ac:spMkLst>
            <pc:docMk/>
            <pc:sldMk cId="2389206956" sldId="456"/>
            <ac:spMk id="72" creationId="{9073D962-D3D2-4A72-8593-65C213CBFFC3}"/>
          </ac:spMkLst>
        </pc:spChg>
        <pc:spChg chg="add del">
          <ac:chgData name="동혁 임" userId="879f4c796d7a5333" providerId="LiveId" clId="{99A0B7FB-7ABD-43B7-B0BE-CF1927BF6B47}" dt="2020-06-06T08:20:09.168" v="37217" actId="26606"/>
          <ac:spMkLst>
            <pc:docMk/>
            <pc:sldMk cId="2389206956" sldId="456"/>
            <ac:spMk id="73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08:20:09.168" v="37217" actId="26606"/>
          <ac:spMkLst>
            <pc:docMk/>
            <pc:sldMk cId="2389206956" sldId="456"/>
            <ac:spMk id="74" creationId="{AA58F78C-27AB-465F-AA33-15E08AF267F9}"/>
          </ac:spMkLst>
        </pc:spChg>
        <pc:spChg chg="add del">
          <ac:chgData name="동혁 임" userId="879f4c796d7a5333" providerId="LiveId" clId="{99A0B7FB-7ABD-43B7-B0BE-CF1927BF6B47}" dt="2020-06-06T08:20:14.830" v="37219" actId="26606"/>
          <ac:spMkLst>
            <pc:docMk/>
            <pc:sldMk cId="2389206956" sldId="456"/>
            <ac:spMk id="76" creationId="{11CA6726-6071-461E-8A94-86FD36CBFBDB}"/>
          </ac:spMkLst>
        </pc:spChg>
        <pc:spChg chg="add del">
          <ac:chgData name="동혁 임" userId="879f4c796d7a5333" providerId="LiveId" clId="{99A0B7FB-7ABD-43B7-B0BE-CF1927BF6B47}" dt="2020-06-06T08:20:14.830" v="37219" actId="26606"/>
          <ac:spMkLst>
            <pc:docMk/>
            <pc:sldMk cId="2389206956" sldId="456"/>
            <ac:spMk id="77" creationId="{9073D962-D3D2-4A72-8593-65C213CBFFC3}"/>
          </ac:spMkLst>
        </pc:spChg>
        <pc:spChg chg="add del">
          <ac:chgData name="동혁 임" userId="879f4c796d7a5333" providerId="LiveId" clId="{99A0B7FB-7ABD-43B7-B0BE-CF1927BF6B47}" dt="2020-06-06T08:20:14.830" v="37219" actId="26606"/>
          <ac:spMkLst>
            <pc:docMk/>
            <pc:sldMk cId="2389206956" sldId="456"/>
            <ac:spMk id="78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08:20:14.830" v="37219" actId="26606"/>
          <ac:spMkLst>
            <pc:docMk/>
            <pc:sldMk cId="2389206956" sldId="456"/>
            <ac:spMk id="79" creationId="{AA58F78C-27AB-465F-AA33-15E08AF267F9}"/>
          </ac:spMkLst>
        </pc:spChg>
        <pc:spChg chg="add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81" creationId="{A3C210E6-A35A-4F68-8D60-801A019C75B8}"/>
          </ac:spMkLst>
        </pc:spChg>
        <pc:spChg chg="add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82" creationId="{AC0D06B0-F19C-459E-B221-A34B506FB5E3}"/>
          </ac:spMkLst>
        </pc:spChg>
        <pc:spChg chg="add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83" creationId="{345B26DA-1C6B-4C66-81C9-9C1877FC2DB1}"/>
          </ac:spMkLst>
        </pc:spChg>
        <pc:spChg chg="add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84" creationId="{98DE6C44-43F8-4DE4-AB81-66853FFEA09A}"/>
          </ac:spMkLst>
        </pc:spChg>
        <pc:spChg chg="add">
          <ac:chgData name="동혁 임" userId="879f4c796d7a5333" providerId="LiveId" clId="{99A0B7FB-7ABD-43B7-B0BE-CF1927BF6B47}" dt="2020-06-06T08:20:14.838" v="37220" actId="26606"/>
          <ac:spMkLst>
            <pc:docMk/>
            <pc:sldMk cId="2389206956" sldId="456"/>
            <ac:spMk id="85" creationId="{2409529B-9B56-4F10-BE4D-F934DB89E57E}"/>
          </ac:spMkLst>
        </pc:spChg>
        <pc:picChg chg="add del mod">
          <ac:chgData name="동혁 임" userId="879f4c796d7a5333" providerId="LiveId" clId="{99A0B7FB-7ABD-43B7-B0BE-CF1927BF6B47}" dt="2020-06-06T08:18:07.543" v="36993" actId="931"/>
          <ac:picMkLst>
            <pc:docMk/>
            <pc:sldMk cId="2389206956" sldId="456"/>
            <ac:picMk id="6" creationId="{206D6293-21F8-4676-ABC3-B148A05EE065}"/>
          </ac:picMkLst>
        </pc:picChg>
        <pc:picChg chg="add del mod">
          <ac:chgData name="동혁 임" userId="879f4c796d7a5333" providerId="LiveId" clId="{99A0B7FB-7ABD-43B7-B0BE-CF1927BF6B47}" dt="2020-06-06T08:18:07.543" v="36993" actId="931"/>
          <ac:picMkLst>
            <pc:docMk/>
            <pc:sldMk cId="2389206956" sldId="456"/>
            <ac:picMk id="8" creationId="{01DB4135-C390-4C4A-8FC6-40C9B5F9ECAC}"/>
          </ac:picMkLst>
        </pc:picChg>
        <pc:picChg chg="add del mod">
          <ac:chgData name="동혁 임" userId="879f4c796d7a5333" providerId="LiveId" clId="{99A0B7FB-7ABD-43B7-B0BE-CF1927BF6B47}" dt="2020-06-06T08:18:07.543" v="36993" actId="931"/>
          <ac:picMkLst>
            <pc:docMk/>
            <pc:sldMk cId="2389206956" sldId="456"/>
            <ac:picMk id="10" creationId="{FC07F5AD-93BE-49F3-B77A-3AD36D088EEA}"/>
          </ac:picMkLst>
        </pc:picChg>
        <pc:picChg chg="add del mod">
          <ac:chgData name="동혁 임" userId="879f4c796d7a5333" providerId="LiveId" clId="{99A0B7FB-7ABD-43B7-B0BE-CF1927BF6B47}" dt="2020-06-06T08:18:07.543" v="36993" actId="931"/>
          <ac:picMkLst>
            <pc:docMk/>
            <pc:sldMk cId="2389206956" sldId="456"/>
            <ac:picMk id="12" creationId="{80827E49-C556-4BF6-9F70-A3ED40A2744C}"/>
          </ac:picMkLst>
        </pc:picChg>
        <pc:picChg chg="add del mod ord">
          <ac:chgData name="동혁 임" userId="879f4c796d7a5333" providerId="LiveId" clId="{99A0B7FB-7ABD-43B7-B0BE-CF1927BF6B47}" dt="2020-06-06T08:18:40.392" v="37099" actId="931"/>
          <ac:picMkLst>
            <pc:docMk/>
            <pc:sldMk cId="2389206956" sldId="456"/>
            <ac:picMk id="14" creationId="{C8582E05-40CD-49C7-BD0A-932FEA6E3A8F}"/>
          </ac:picMkLst>
        </pc:picChg>
        <pc:picChg chg="add del mod ord">
          <ac:chgData name="동혁 임" userId="879f4c796d7a5333" providerId="LiveId" clId="{99A0B7FB-7ABD-43B7-B0BE-CF1927BF6B47}" dt="2020-06-06T08:18:40.392" v="37099" actId="931"/>
          <ac:picMkLst>
            <pc:docMk/>
            <pc:sldMk cId="2389206956" sldId="456"/>
            <ac:picMk id="16" creationId="{0C9FE8C7-5D8B-432C-9AE5-2F58D321F5D2}"/>
          </ac:picMkLst>
        </pc:picChg>
        <pc:picChg chg="add del mod ord">
          <ac:chgData name="동혁 임" userId="879f4c796d7a5333" providerId="LiveId" clId="{99A0B7FB-7ABD-43B7-B0BE-CF1927BF6B47}" dt="2020-06-06T08:18:40.392" v="37099" actId="931"/>
          <ac:picMkLst>
            <pc:docMk/>
            <pc:sldMk cId="2389206956" sldId="456"/>
            <ac:picMk id="18" creationId="{0A5E4D43-526C-4892-8268-C9714965AE50}"/>
          </ac:picMkLst>
        </pc:picChg>
        <pc:picChg chg="add del mod">
          <ac:chgData name="동혁 임" userId="879f4c796d7a5333" providerId="LiveId" clId="{99A0B7FB-7ABD-43B7-B0BE-CF1927BF6B47}" dt="2020-06-06T08:18:40.392" v="37099" actId="931"/>
          <ac:picMkLst>
            <pc:docMk/>
            <pc:sldMk cId="2389206956" sldId="456"/>
            <ac:picMk id="20" creationId="{CABDE102-AC82-4295-9225-1F88E7B3DA05}"/>
          </ac:picMkLst>
        </pc:picChg>
        <pc:picChg chg="add mod ord modCrop">
          <ac:chgData name="동혁 임" userId="879f4c796d7a5333" providerId="LiveId" clId="{99A0B7FB-7ABD-43B7-B0BE-CF1927BF6B47}" dt="2020-06-06T08:20:47.512" v="37353" actId="18131"/>
          <ac:picMkLst>
            <pc:docMk/>
            <pc:sldMk cId="2389206956" sldId="456"/>
            <ac:picMk id="22" creationId="{78B674D8-AC41-41E2-BA9E-736D3C323F78}"/>
          </ac:picMkLst>
        </pc:picChg>
        <pc:picChg chg="add mod ord modCrop">
          <ac:chgData name="동혁 임" userId="879f4c796d7a5333" providerId="LiveId" clId="{99A0B7FB-7ABD-43B7-B0BE-CF1927BF6B47}" dt="2020-06-06T08:20:35.521" v="37278" actId="18131"/>
          <ac:picMkLst>
            <pc:docMk/>
            <pc:sldMk cId="2389206956" sldId="456"/>
            <ac:picMk id="24" creationId="{3BCC8148-4D83-444E-B0BB-C220F4C46D57}"/>
          </ac:picMkLst>
        </pc:picChg>
        <pc:picChg chg="add mod ord">
          <ac:chgData name="동혁 임" userId="879f4c796d7a5333" providerId="LiveId" clId="{99A0B7FB-7ABD-43B7-B0BE-CF1927BF6B47}" dt="2020-06-06T08:20:14.830" v="37219" actId="26606"/>
          <ac:picMkLst>
            <pc:docMk/>
            <pc:sldMk cId="2389206956" sldId="456"/>
            <ac:picMk id="28" creationId="{D6A51290-BA23-4E74-BC37-D5F87CE7A3F1}"/>
          </ac:picMkLst>
        </pc:picChg>
        <pc:picChg chg="add mod ord">
          <ac:chgData name="동혁 임" userId="879f4c796d7a5333" providerId="LiveId" clId="{99A0B7FB-7ABD-43B7-B0BE-CF1927BF6B47}" dt="2020-06-06T08:20:14.830" v="37219" actId="26606"/>
          <ac:picMkLst>
            <pc:docMk/>
            <pc:sldMk cId="2389206956" sldId="456"/>
            <ac:picMk id="32" creationId="{4C03E65F-8D92-4F5B-A575-1A94079587E5}"/>
          </ac:picMkLst>
        </pc:pic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2452492979" sldId="456"/>
        </pc:sldMkLst>
      </pc:sldChg>
      <pc:sldChg chg="modSp new del mod">
        <pc:chgData name="동혁 임" userId="879f4c796d7a5333" providerId="LiveId" clId="{99A0B7FB-7ABD-43B7-B0BE-CF1927BF6B47}" dt="2020-06-06T08:38:04.693" v="37621" actId="47"/>
        <pc:sldMkLst>
          <pc:docMk/>
          <pc:sldMk cId="532122215" sldId="457"/>
        </pc:sldMkLst>
        <pc:spChg chg="mod">
          <ac:chgData name="동혁 임" userId="879f4c796d7a5333" providerId="LiveId" clId="{99A0B7FB-7ABD-43B7-B0BE-CF1927BF6B47}" dt="2020-06-06T08:36:51.017" v="37397"/>
          <ac:spMkLst>
            <pc:docMk/>
            <pc:sldMk cId="532122215" sldId="457"/>
            <ac:spMk id="2" creationId="{EB68562E-52D2-40F5-B6C6-8525A465FC09}"/>
          </ac:spMkLst>
        </pc:sp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2346055045" sldId="457"/>
        </pc:sldMkLst>
      </pc:sldChg>
      <pc:sldChg chg="addSp delSp modSp new mod setBg setClrOvrMap">
        <pc:chgData name="동혁 임" userId="879f4c796d7a5333" providerId="LiveId" clId="{99A0B7FB-7ABD-43B7-B0BE-CF1927BF6B47}" dt="2020-06-06T12:54:12.975" v="39710" actId="20577"/>
        <pc:sldMkLst>
          <pc:docMk/>
          <pc:sldMk cId="3283935177" sldId="458"/>
        </pc:sldMkLst>
        <pc:spChg chg="mod">
          <ac:chgData name="동혁 임" userId="879f4c796d7a5333" providerId="LiveId" clId="{99A0B7FB-7ABD-43B7-B0BE-CF1927BF6B47}" dt="2020-06-06T08:38:23.132" v="37638" actId="2711"/>
          <ac:spMkLst>
            <pc:docMk/>
            <pc:sldMk cId="3283935177" sldId="458"/>
            <ac:spMk id="2" creationId="{B02CA57B-D100-40B4-AA43-D00C1C56E090}"/>
          </ac:spMkLst>
        </pc:spChg>
        <pc:spChg chg="del">
          <ac:chgData name="동혁 임" userId="879f4c796d7a5333" providerId="LiveId" clId="{99A0B7FB-7ABD-43B7-B0BE-CF1927BF6B47}" dt="2020-06-06T08:37:45.206" v="37613" actId="931"/>
          <ac:spMkLst>
            <pc:docMk/>
            <pc:sldMk cId="3283935177" sldId="458"/>
            <ac:spMk id="3" creationId="{1B8F7E18-983E-4708-A9A8-AA3CF2CD0A4B}"/>
          </ac:spMkLst>
        </pc:spChg>
        <pc:spChg chg="mod">
          <ac:chgData name="동혁 임" userId="879f4c796d7a5333" providerId="LiveId" clId="{99A0B7FB-7ABD-43B7-B0BE-CF1927BF6B47}" dt="2020-06-06T12:54:12.975" v="39710" actId="20577"/>
          <ac:spMkLst>
            <pc:docMk/>
            <pc:sldMk cId="3283935177" sldId="458"/>
            <ac:spMk id="4" creationId="{AEC2FAB8-FC77-4465-BA5B-7CE8A3F5A219}"/>
          </ac:spMkLst>
        </pc:spChg>
        <pc:spChg chg="add del">
          <ac:chgData name="동혁 임" userId="879f4c796d7a5333" providerId="LiveId" clId="{99A0B7FB-7ABD-43B7-B0BE-CF1927BF6B47}" dt="2020-06-06T08:37:51.211" v="37618" actId="26606"/>
          <ac:spMkLst>
            <pc:docMk/>
            <pc:sldMk cId="3283935177" sldId="458"/>
            <ac:spMk id="15" creationId="{003713C1-2FB2-413B-BF91-3AE41726FB7A}"/>
          </ac:spMkLst>
        </pc:spChg>
        <pc:spChg chg="add del">
          <ac:chgData name="동혁 임" userId="879f4c796d7a5333" providerId="LiveId" clId="{99A0B7FB-7ABD-43B7-B0BE-CF1927BF6B47}" dt="2020-06-06T08:37:51.211" v="37618" actId="26606"/>
          <ac:spMkLst>
            <pc:docMk/>
            <pc:sldMk cId="3283935177" sldId="458"/>
            <ac:spMk id="17" creationId="{90795B4D-5022-4A7F-A01D-8D880B7CDBE6}"/>
          </ac:spMkLst>
        </pc:spChg>
        <pc:spChg chg="add del">
          <ac:chgData name="동혁 임" userId="879f4c796d7a5333" providerId="LiveId" clId="{99A0B7FB-7ABD-43B7-B0BE-CF1927BF6B47}" dt="2020-06-06T08:37:51.211" v="37618" actId="26606"/>
          <ac:spMkLst>
            <pc:docMk/>
            <pc:sldMk cId="3283935177" sldId="458"/>
            <ac:spMk id="19" creationId="{AFD19018-DE7C-4796-ADF2-AD2EB0FC0D9C}"/>
          </ac:spMkLst>
        </pc:spChg>
        <pc:spChg chg="add del">
          <ac:chgData name="동혁 임" userId="879f4c796d7a5333" providerId="LiveId" clId="{99A0B7FB-7ABD-43B7-B0BE-CF1927BF6B47}" dt="2020-06-06T08:37:51.211" v="37618" actId="26606"/>
          <ac:spMkLst>
            <pc:docMk/>
            <pc:sldMk cId="3283935177" sldId="458"/>
            <ac:spMk id="21" creationId="{B1A0A2C2-4F85-44AF-8708-8DCA4B550CB8}"/>
          </ac:spMkLst>
        </pc:spChg>
        <pc:spChg chg="add">
          <ac:chgData name="동혁 임" userId="879f4c796d7a5333" providerId="LiveId" clId="{99A0B7FB-7ABD-43B7-B0BE-CF1927BF6B47}" dt="2020-06-06T08:37:51.217" v="37619" actId="26606"/>
          <ac:spMkLst>
            <pc:docMk/>
            <pc:sldMk cId="3283935177" sldId="458"/>
            <ac:spMk id="23" creationId="{5EBC18B6-E5C3-4AD1-97A4-E6A3477A0BB9}"/>
          </ac:spMkLst>
        </pc:spChg>
        <pc:spChg chg="add">
          <ac:chgData name="동혁 임" userId="879f4c796d7a5333" providerId="LiveId" clId="{99A0B7FB-7ABD-43B7-B0BE-CF1927BF6B47}" dt="2020-06-06T08:37:51.217" v="37619" actId="26606"/>
          <ac:spMkLst>
            <pc:docMk/>
            <pc:sldMk cId="3283935177" sldId="458"/>
            <ac:spMk id="24" creationId="{136A4AB6-B72B-4CC6-ADCF-BE807B6C3D71}"/>
          </ac:spMkLst>
        </pc:spChg>
        <pc:spChg chg="add">
          <ac:chgData name="동혁 임" userId="879f4c796d7a5333" providerId="LiveId" clId="{99A0B7FB-7ABD-43B7-B0BE-CF1927BF6B47}" dt="2020-06-06T08:37:51.217" v="37619" actId="26606"/>
          <ac:spMkLst>
            <pc:docMk/>
            <pc:sldMk cId="3283935177" sldId="458"/>
            <ac:spMk id="25" creationId="{B35D540D-9486-4236-952A-F72DC52D79BF}"/>
          </ac:spMkLst>
        </pc:spChg>
        <pc:picChg chg="add mod ord modCrop">
          <ac:chgData name="동혁 임" userId="879f4c796d7a5333" providerId="LiveId" clId="{99A0B7FB-7ABD-43B7-B0BE-CF1927BF6B47}" dt="2020-06-06T08:38:13.984" v="37637" actId="18131"/>
          <ac:picMkLst>
            <pc:docMk/>
            <pc:sldMk cId="3283935177" sldId="458"/>
            <ac:picMk id="6" creationId="{56418714-C005-4C4D-ABA9-B1378FC1830E}"/>
          </ac:picMkLst>
        </pc:picChg>
        <pc:picChg chg="add mod ord">
          <ac:chgData name="동혁 임" userId="879f4c796d7a5333" providerId="LiveId" clId="{99A0B7FB-7ABD-43B7-B0BE-CF1927BF6B47}" dt="2020-06-06T08:37:51.217" v="37619" actId="26606"/>
          <ac:picMkLst>
            <pc:docMk/>
            <pc:sldMk cId="3283935177" sldId="458"/>
            <ac:picMk id="8" creationId="{A829D003-D35E-44F4-B1BE-F00390534C4E}"/>
          </ac:picMkLst>
        </pc:picChg>
        <pc:picChg chg="add mod">
          <ac:chgData name="동혁 임" userId="879f4c796d7a5333" providerId="LiveId" clId="{99A0B7FB-7ABD-43B7-B0BE-CF1927BF6B47}" dt="2020-06-06T08:37:51.217" v="37619" actId="26606"/>
          <ac:picMkLst>
            <pc:docMk/>
            <pc:sldMk cId="3283935177" sldId="458"/>
            <ac:picMk id="10" creationId="{0345FEB5-A1DC-4BF9-BC3C-C030AF0F878F}"/>
          </ac:picMkLst>
        </pc:pic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3315351514" sldId="458"/>
        </pc:sldMkLst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3422848573" sldId="459"/>
        </pc:sldMkLst>
      </pc:sldChg>
      <pc:sldChg chg="modSp new del mod">
        <pc:chgData name="동혁 임" userId="879f4c796d7a5333" providerId="LiveId" clId="{99A0B7FB-7ABD-43B7-B0BE-CF1927BF6B47}" dt="2020-06-06T08:43:00.467" v="38032" actId="47"/>
        <pc:sldMkLst>
          <pc:docMk/>
          <pc:sldMk cId="4194895989" sldId="459"/>
        </pc:sldMkLst>
        <pc:spChg chg="mod">
          <ac:chgData name="동혁 임" userId="879f4c796d7a5333" providerId="LiveId" clId="{99A0B7FB-7ABD-43B7-B0BE-CF1927BF6B47}" dt="2020-06-06T08:41:38.684" v="37705" actId="20577"/>
          <ac:spMkLst>
            <pc:docMk/>
            <pc:sldMk cId="4194895989" sldId="459"/>
            <ac:spMk id="2" creationId="{291D3AD5-1847-4995-9549-616275DEE42C}"/>
          </ac:spMkLst>
        </pc:spChg>
      </pc:sldChg>
      <pc:sldChg chg="modSp new del mod">
        <pc:chgData name="동혁 임" userId="879f4c796d7a5333" providerId="LiveId" clId="{99A0B7FB-7ABD-43B7-B0BE-CF1927BF6B47}" dt="2020-06-06T08:43:01.647" v="38033" actId="47"/>
        <pc:sldMkLst>
          <pc:docMk/>
          <pc:sldMk cId="3429689810" sldId="460"/>
        </pc:sldMkLst>
        <pc:spChg chg="mod">
          <ac:chgData name="동혁 임" userId="879f4c796d7a5333" providerId="LiveId" clId="{99A0B7FB-7ABD-43B7-B0BE-CF1927BF6B47}" dt="2020-06-06T08:41:45.018" v="37723"/>
          <ac:spMkLst>
            <pc:docMk/>
            <pc:sldMk cId="3429689810" sldId="460"/>
            <ac:spMk id="2" creationId="{D76C24F2-5E32-4506-B4C3-039494DAE9D4}"/>
          </ac:spMkLst>
        </pc:spChg>
        <pc:spChg chg="mod">
          <ac:chgData name="동혁 임" userId="879f4c796d7a5333" providerId="LiveId" clId="{99A0B7FB-7ABD-43B7-B0BE-CF1927BF6B47}" dt="2020-06-06T08:41:50.042" v="37768" actId="20577"/>
          <ac:spMkLst>
            <pc:docMk/>
            <pc:sldMk cId="3429689810" sldId="460"/>
            <ac:spMk id="3" creationId="{C7D339B8-38D0-46E0-9E95-41F477225AF9}"/>
          </ac:spMkLst>
        </pc:sp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3475730991" sldId="460"/>
        </pc:sldMkLst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559817453" sldId="461"/>
        </pc:sldMkLst>
      </pc:sldChg>
      <pc:sldChg chg="modSp new del mod">
        <pc:chgData name="동혁 임" userId="879f4c796d7a5333" providerId="LiveId" clId="{99A0B7FB-7ABD-43B7-B0BE-CF1927BF6B47}" dt="2020-06-06T08:43:51.390" v="38310" actId="47"/>
        <pc:sldMkLst>
          <pc:docMk/>
          <pc:sldMk cId="4271247436" sldId="461"/>
        </pc:sldMkLst>
        <pc:spChg chg="mod">
          <ac:chgData name="동혁 임" userId="879f4c796d7a5333" providerId="LiveId" clId="{99A0B7FB-7ABD-43B7-B0BE-CF1927BF6B47}" dt="2020-06-06T08:42:51.568" v="38031"/>
          <ac:spMkLst>
            <pc:docMk/>
            <pc:sldMk cId="4271247436" sldId="461"/>
            <ac:spMk id="2" creationId="{6F8DB4C1-77EC-4BBF-A346-C0DDCAB817A5}"/>
          </ac:spMkLst>
        </pc:spChg>
        <pc:spChg chg="mod">
          <ac:chgData name="동혁 임" userId="879f4c796d7a5333" providerId="LiveId" clId="{99A0B7FB-7ABD-43B7-B0BE-CF1927BF6B47}" dt="2020-06-06T08:42:11.960" v="37787"/>
          <ac:spMkLst>
            <pc:docMk/>
            <pc:sldMk cId="4271247436" sldId="461"/>
            <ac:spMk id="3" creationId="{7C7DC118-4885-482D-8E07-B06CEFCFD093}"/>
          </ac:spMkLst>
        </pc:spChg>
        <pc:spChg chg="mod">
          <ac:chgData name="동혁 임" userId="879f4c796d7a5333" providerId="LiveId" clId="{99A0B7FB-7ABD-43B7-B0BE-CF1927BF6B47}" dt="2020-06-06T08:42:17.761" v="37845" actId="20577"/>
          <ac:spMkLst>
            <pc:docMk/>
            <pc:sldMk cId="4271247436" sldId="461"/>
            <ac:spMk id="4" creationId="{F110B1C1-EF6E-4452-9B9B-9CEF632A4A9F}"/>
          </ac:spMkLst>
        </pc:spChg>
        <pc:spChg chg="mod">
          <ac:chgData name="동혁 임" userId="879f4c796d7a5333" providerId="LiveId" clId="{99A0B7FB-7ABD-43B7-B0BE-CF1927BF6B47}" dt="2020-06-06T08:42:22.449" v="37859"/>
          <ac:spMkLst>
            <pc:docMk/>
            <pc:sldMk cId="4271247436" sldId="461"/>
            <ac:spMk id="5" creationId="{37B81F67-CDC7-4A6A-9C56-6A6162C0355D}"/>
          </ac:spMkLst>
        </pc:spChg>
        <pc:spChg chg="mod">
          <ac:chgData name="동혁 임" userId="879f4c796d7a5333" providerId="LiveId" clId="{99A0B7FB-7ABD-43B7-B0BE-CF1927BF6B47}" dt="2020-06-06T08:42:43.349" v="37989"/>
          <ac:spMkLst>
            <pc:docMk/>
            <pc:sldMk cId="4271247436" sldId="461"/>
            <ac:spMk id="6" creationId="{9A850A17-0AA4-4E3A-BCDA-9CA927A10B35}"/>
          </ac:spMkLst>
        </pc:spChg>
      </pc:sldChg>
      <pc:sldChg chg="addSp modSp new mod setBg">
        <pc:chgData name="동혁 임" userId="879f4c796d7a5333" providerId="LiveId" clId="{99A0B7FB-7ABD-43B7-B0BE-CF1927BF6B47}" dt="2020-06-06T08:44:44.790" v="38398" actId="20577"/>
        <pc:sldMkLst>
          <pc:docMk/>
          <pc:sldMk cId="766984885" sldId="462"/>
        </pc:sldMkLst>
        <pc:spChg chg="mod">
          <ac:chgData name="동혁 임" userId="879f4c796d7a5333" providerId="LiveId" clId="{99A0B7FB-7ABD-43B7-B0BE-CF1927BF6B47}" dt="2020-06-06T08:44:44.790" v="38398" actId="20577"/>
          <ac:spMkLst>
            <pc:docMk/>
            <pc:sldMk cId="766984885" sldId="462"/>
            <ac:spMk id="2" creationId="{E2CAAD5F-3195-4E8B-9DD2-666E22EA36AC}"/>
          </ac:spMkLst>
        </pc:spChg>
        <pc:spChg chg="mod">
          <ac:chgData name="동혁 임" userId="879f4c796d7a5333" providerId="LiveId" clId="{99A0B7FB-7ABD-43B7-B0BE-CF1927BF6B47}" dt="2020-06-06T08:44:24.250" v="38377"/>
          <ac:spMkLst>
            <pc:docMk/>
            <pc:sldMk cId="766984885" sldId="462"/>
            <ac:spMk id="3" creationId="{B360727B-1A4F-4B75-805D-115FE78B5FB3}"/>
          </ac:spMkLst>
        </pc:spChg>
        <pc:spChg chg="add">
          <ac:chgData name="동혁 임" userId="879f4c796d7a5333" providerId="LiveId" clId="{99A0B7FB-7ABD-43B7-B0BE-CF1927BF6B47}" dt="2020-06-06T08:44:03.733" v="38311" actId="26606"/>
          <ac:spMkLst>
            <pc:docMk/>
            <pc:sldMk cId="766984885" sldId="462"/>
            <ac:spMk id="8" creationId="{1C799903-48D5-4A31-A1A2-541072D9771E}"/>
          </ac:spMkLst>
        </pc:spChg>
        <pc:spChg chg="add">
          <ac:chgData name="동혁 임" userId="879f4c796d7a5333" providerId="LiveId" clId="{99A0B7FB-7ABD-43B7-B0BE-CF1927BF6B47}" dt="2020-06-06T08:44:03.733" v="38311" actId="26606"/>
          <ac:spMkLst>
            <pc:docMk/>
            <pc:sldMk cId="766984885" sldId="462"/>
            <ac:spMk id="10" creationId="{8EFFF109-FC58-4FD3-BE05-9775A1310F55}"/>
          </ac:spMkLst>
        </pc:spChg>
        <pc:spChg chg="add">
          <ac:chgData name="동혁 임" userId="879f4c796d7a5333" providerId="LiveId" clId="{99A0B7FB-7ABD-43B7-B0BE-CF1927BF6B47}" dt="2020-06-06T08:44:03.733" v="38311" actId="26606"/>
          <ac:spMkLst>
            <pc:docMk/>
            <pc:sldMk cId="766984885" sldId="462"/>
            <ac:spMk id="12" creationId="{E1B96AD6-92A9-4273-A62B-96A1C3E0BA95}"/>
          </ac:spMkLst>
        </pc:spChg>
        <pc:spChg chg="add">
          <ac:chgData name="동혁 임" userId="879f4c796d7a5333" providerId="LiveId" clId="{99A0B7FB-7ABD-43B7-B0BE-CF1927BF6B47}" dt="2020-06-06T08:44:03.733" v="38311" actId="26606"/>
          <ac:spMkLst>
            <pc:docMk/>
            <pc:sldMk cId="766984885" sldId="462"/>
            <ac:spMk id="14" creationId="{463EEC44-1BA3-44ED-81FC-A644B04B2A44}"/>
          </ac:spMkLst>
        </pc:sp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1902924667" sldId="462"/>
        </pc:sldMkLst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620612958" sldId="463"/>
        </pc:sldMkLst>
      </pc:sldChg>
      <pc:sldChg chg="addSp modSp new mod setBg">
        <pc:chgData name="동혁 임" userId="879f4c796d7a5333" providerId="LiveId" clId="{99A0B7FB-7ABD-43B7-B0BE-CF1927BF6B47}" dt="2020-06-06T08:44:38.273" v="38394" actId="20577"/>
        <pc:sldMkLst>
          <pc:docMk/>
          <pc:sldMk cId="876443573" sldId="463"/>
        </pc:sldMkLst>
        <pc:spChg chg="mod">
          <ac:chgData name="동혁 임" userId="879f4c796d7a5333" providerId="LiveId" clId="{99A0B7FB-7ABD-43B7-B0BE-CF1927BF6B47}" dt="2020-06-06T08:44:38.273" v="38394" actId="20577"/>
          <ac:spMkLst>
            <pc:docMk/>
            <pc:sldMk cId="876443573" sldId="463"/>
            <ac:spMk id="2" creationId="{16AB9CD7-D469-4882-A734-F3253D95DD76}"/>
          </ac:spMkLst>
        </pc:spChg>
        <pc:spChg chg="mod">
          <ac:chgData name="동혁 임" userId="879f4c796d7a5333" providerId="LiveId" clId="{99A0B7FB-7ABD-43B7-B0BE-CF1927BF6B47}" dt="2020-06-06T08:44:28.310" v="38378" actId="2711"/>
          <ac:spMkLst>
            <pc:docMk/>
            <pc:sldMk cId="876443573" sldId="463"/>
            <ac:spMk id="3" creationId="{4697BC1B-C93B-4487-986E-FBA768D31F18}"/>
          </ac:spMkLst>
        </pc:spChg>
        <pc:spChg chg="add">
          <ac:chgData name="동혁 임" userId="879f4c796d7a5333" providerId="LiveId" clId="{99A0B7FB-7ABD-43B7-B0BE-CF1927BF6B47}" dt="2020-06-06T08:44:07.839" v="38312" actId="26606"/>
          <ac:spMkLst>
            <pc:docMk/>
            <pc:sldMk cId="876443573" sldId="463"/>
            <ac:spMk id="8" creationId="{1C799903-48D5-4A31-A1A2-541072D9771E}"/>
          </ac:spMkLst>
        </pc:spChg>
        <pc:spChg chg="add">
          <ac:chgData name="동혁 임" userId="879f4c796d7a5333" providerId="LiveId" clId="{99A0B7FB-7ABD-43B7-B0BE-CF1927BF6B47}" dt="2020-06-06T08:44:07.839" v="38312" actId="26606"/>
          <ac:spMkLst>
            <pc:docMk/>
            <pc:sldMk cId="876443573" sldId="463"/>
            <ac:spMk id="10" creationId="{8EFFF109-FC58-4FD3-BE05-9775A1310F55}"/>
          </ac:spMkLst>
        </pc:spChg>
        <pc:spChg chg="add">
          <ac:chgData name="동혁 임" userId="879f4c796d7a5333" providerId="LiveId" clId="{99A0B7FB-7ABD-43B7-B0BE-CF1927BF6B47}" dt="2020-06-06T08:44:07.839" v="38312" actId="26606"/>
          <ac:spMkLst>
            <pc:docMk/>
            <pc:sldMk cId="876443573" sldId="463"/>
            <ac:spMk id="12" creationId="{E1B96AD6-92A9-4273-A62B-96A1C3E0BA95}"/>
          </ac:spMkLst>
        </pc:spChg>
        <pc:spChg chg="add">
          <ac:chgData name="동혁 임" userId="879f4c796d7a5333" providerId="LiveId" clId="{99A0B7FB-7ABD-43B7-B0BE-CF1927BF6B47}" dt="2020-06-06T08:44:07.839" v="38312" actId="26606"/>
          <ac:spMkLst>
            <pc:docMk/>
            <pc:sldMk cId="876443573" sldId="463"/>
            <ac:spMk id="14" creationId="{463EEC44-1BA3-44ED-81FC-A644B04B2A44}"/>
          </ac:spMkLst>
        </pc:spChg>
      </pc:sldChg>
      <pc:sldChg chg="addSp delSp modSp new mod setBg">
        <pc:chgData name="동혁 임" userId="879f4c796d7a5333" providerId="LiveId" clId="{99A0B7FB-7ABD-43B7-B0BE-CF1927BF6B47}" dt="2020-06-06T08:49:43.033" v="38881" actId="20577"/>
        <pc:sldMkLst>
          <pc:docMk/>
          <pc:sldMk cId="3314901139" sldId="464"/>
        </pc:sldMkLst>
        <pc:spChg chg="mod">
          <ac:chgData name="동혁 임" userId="879f4c796d7a5333" providerId="LiveId" clId="{99A0B7FB-7ABD-43B7-B0BE-CF1927BF6B47}" dt="2020-06-06T08:48:52.858" v="38750" actId="2711"/>
          <ac:spMkLst>
            <pc:docMk/>
            <pc:sldMk cId="3314901139" sldId="464"/>
            <ac:spMk id="2" creationId="{BC6CF4BC-510E-4286-A5FC-7C5A5326337E}"/>
          </ac:spMkLst>
        </pc:spChg>
        <pc:spChg chg="del">
          <ac:chgData name="동혁 임" userId="879f4c796d7a5333" providerId="LiveId" clId="{99A0B7FB-7ABD-43B7-B0BE-CF1927BF6B47}" dt="2020-06-06T08:45:28.471" v="38489" actId="931"/>
          <ac:spMkLst>
            <pc:docMk/>
            <pc:sldMk cId="3314901139" sldId="464"/>
            <ac:spMk id="3" creationId="{D1261FB8-95A0-4F9B-8B0B-B78336FE4A8A}"/>
          </ac:spMkLst>
        </pc:spChg>
        <pc:spChg chg="mod ord">
          <ac:chgData name="동혁 임" userId="879f4c796d7a5333" providerId="LiveId" clId="{99A0B7FB-7ABD-43B7-B0BE-CF1927BF6B47}" dt="2020-06-06T08:49:43.033" v="38881" actId="20577"/>
          <ac:spMkLst>
            <pc:docMk/>
            <pc:sldMk cId="3314901139" sldId="464"/>
            <ac:spMk id="4" creationId="{124366D3-B5BF-4974-80D9-A40CAC3B1F37}"/>
          </ac:spMkLst>
        </pc:spChg>
        <pc:spChg chg="add del mod">
          <ac:chgData name="동혁 임" userId="879f4c796d7a5333" providerId="LiveId" clId="{99A0B7FB-7ABD-43B7-B0BE-CF1927BF6B47}" dt="2020-06-06T08:47:56.094" v="38739" actId="478"/>
          <ac:spMkLst>
            <pc:docMk/>
            <pc:sldMk cId="3314901139" sldId="464"/>
            <ac:spMk id="11" creationId="{6371152D-1A97-4A72-9DFA-5B5D81F03EAF}"/>
          </ac:spMkLst>
        </pc:spChg>
        <pc:spChg chg="add mod">
          <ac:chgData name="동혁 임" userId="879f4c796d7a5333" providerId="LiveId" clId="{99A0B7FB-7ABD-43B7-B0BE-CF1927BF6B47}" dt="2020-06-06T08:48:26.961" v="38745" actId="13822"/>
          <ac:spMkLst>
            <pc:docMk/>
            <pc:sldMk cId="3314901139" sldId="464"/>
            <ac:spMk id="12" creationId="{ECABFBE8-4848-447F-AF60-9A52361BD0E0}"/>
          </ac:spMkLst>
        </pc:spChg>
        <pc:spChg chg="add">
          <ac:chgData name="동혁 임" userId="879f4c796d7a5333" providerId="LiveId" clId="{99A0B7FB-7ABD-43B7-B0BE-CF1927BF6B47}" dt="2020-06-06T08:45:50.803" v="38495" actId="26606"/>
          <ac:spMkLst>
            <pc:docMk/>
            <pc:sldMk cId="3314901139" sldId="464"/>
            <ac:spMk id="15" creationId="{2DDE3054-7688-403A-8800-8FA4F1B54962}"/>
          </ac:spMkLst>
        </pc:spChg>
        <pc:spChg chg="add">
          <ac:chgData name="동혁 임" userId="879f4c796d7a5333" providerId="LiveId" clId="{99A0B7FB-7ABD-43B7-B0BE-CF1927BF6B47}" dt="2020-06-06T08:45:50.803" v="38495" actId="26606"/>
          <ac:spMkLst>
            <pc:docMk/>
            <pc:sldMk cId="3314901139" sldId="464"/>
            <ac:spMk id="17" creationId="{1C938212-FA12-4FF1-87C8-ACDE99D06F69}"/>
          </ac:spMkLst>
        </pc:spChg>
        <pc:spChg chg="add mod">
          <ac:chgData name="동혁 임" userId="879f4c796d7a5333" providerId="LiveId" clId="{99A0B7FB-7ABD-43B7-B0BE-CF1927BF6B47}" dt="2020-06-06T08:48:46.950" v="38749" actId="1076"/>
          <ac:spMkLst>
            <pc:docMk/>
            <pc:sldMk cId="3314901139" sldId="464"/>
            <ac:spMk id="18" creationId="{6932EA59-222D-47C9-B894-55B4795E28B2}"/>
          </ac:spMkLst>
        </pc:spChg>
        <pc:spChg chg="add">
          <ac:chgData name="동혁 임" userId="879f4c796d7a5333" providerId="LiveId" clId="{99A0B7FB-7ABD-43B7-B0BE-CF1927BF6B47}" dt="2020-06-06T08:45:50.803" v="38495" actId="26606"/>
          <ac:spMkLst>
            <pc:docMk/>
            <pc:sldMk cId="3314901139" sldId="464"/>
            <ac:spMk id="19" creationId="{369F152D-E540-4B48-BA11-2ADF043C6111}"/>
          </ac:spMkLst>
        </pc:spChg>
        <pc:spChg chg="add">
          <ac:chgData name="동혁 임" userId="879f4c796d7a5333" providerId="LiveId" clId="{99A0B7FB-7ABD-43B7-B0BE-CF1927BF6B47}" dt="2020-06-06T08:45:50.803" v="38495" actId="26606"/>
          <ac:spMkLst>
            <pc:docMk/>
            <pc:sldMk cId="3314901139" sldId="464"/>
            <ac:spMk id="21" creationId="{0C059F7E-04C4-4C46-9B3E-E5CE267E347D}"/>
          </ac:spMkLst>
        </pc:spChg>
        <pc:picChg chg="add mod">
          <ac:chgData name="동혁 임" userId="879f4c796d7a5333" providerId="LiveId" clId="{99A0B7FB-7ABD-43B7-B0BE-CF1927BF6B47}" dt="2020-06-06T08:45:50.803" v="38495" actId="26606"/>
          <ac:picMkLst>
            <pc:docMk/>
            <pc:sldMk cId="3314901139" sldId="464"/>
            <ac:picMk id="6" creationId="{768E1E09-5B7E-4E0B-9C15-7F89E4F0C01C}"/>
          </ac:picMkLst>
        </pc:picChg>
        <pc:picChg chg="add mod ord modCrop">
          <ac:chgData name="동혁 임" userId="879f4c796d7a5333" providerId="LiveId" clId="{99A0B7FB-7ABD-43B7-B0BE-CF1927BF6B47}" dt="2020-06-06T08:47:54.056" v="38738" actId="1076"/>
          <ac:picMkLst>
            <pc:docMk/>
            <pc:sldMk cId="3314901139" sldId="464"/>
            <ac:picMk id="8" creationId="{4BB9EAD4-4BC9-4F57-A4EC-C04DB29EC6CF}"/>
          </ac:picMkLst>
        </pc:picChg>
        <pc:picChg chg="add mod modCrop">
          <ac:chgData name="동혁 임" userId="879f4c796d7a5333" providerId="LiveId" clId="{99A0B7FB-7ABD-43B7-B0BE-CF1927BF6B47}" dt="2020-06-06T08:47:53.748" v="38737" actId="1076"/>
          <ac:picMkLst>
            <pc:docMk/>
            <pc:sldMk cId="3314901139" sldId="464"/>
            <ac:picMk id="10" creationId="{222A2298-C3B0-43F7-9B53-D19AE08EE498}"/>
          </ac:picMkLst>
        </pc:pic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4015392500" sldId="464"/>
        </pc:sldMkLst>
      </pc:sldChg>
      <pc:sldChg chg="addSp delSp modSp new mod setBg">
        <pc:chgData name="동혁 임" userId="879f4c796d7a5333" providerId="LiveId" clId="{99A0B7FB-7ABD-43B7-B0BE-CF1927BF6B47}" dt="2020-06-06T13:31:46.550" v="43709" actId="5793"/>
        <pc:sldMkLst>
          <pc:docMk/>
          <pc:sldMk cId="1661770757" sldId="465"/>
        </pc:sldMkLst>
        <pc:spChg chg="mod">
          <ac:chgData name="동혁 임" userId="879f4c796d7a5333" providerId="LiveId" clId="{99A0B7FB-7ABD-43B7-B0BE-CF1927BF6B47}" dt="2020-06-06T13:31:42.463" v="43705" actId="2711"/>
          <ac:spMkLst>
            <pc:docMk/>
            <pc:sldMk cId="1661770757" sldId="465"/>
            <ac:spMk id="2" creationId="{39A64E13-2239-444D-A802-9D9CBB096EDC}"/>
          </ac:spMkLst>
        </pc:spChg>
        <pc:spChg chg="del mod">
          <ac:chgData name="동혁 임" userId="879f4c796d7a5333" providerId="LiveId" clId="{99A0B7FB-7ABD-43B7-B0BE-CF1927BF6B47}" dt="2020-06-06T13:30:26.983" v="43657" actId="931"/>
          <ac:spMkLst>
            <pc:docMk/>
            <pc:sldMk cId="1661770757" sldId="465"/>
            <ac:spMk id="3" creationId="{1445BAA1-9965-4697-A237-C53A34972E66}"/>
          </ac:spMkLst>
        </pc:spChg>
        <pc:spChg chg="mod ord">
          <ac:chgData name="동혁 임" userId="879f4c796d7a5333" providerId="LiveId" clId="{99A0B7FB-7ABD-43B7-B0BE-CF1927BF6B47}" dt="2020-06-06T13:31:46.550" v="43709" actId="5793"/>
          <ac:spMkLst>
            <pc:docMk/>
            <pc:sldMk cId="1661770757" sldId="465"/>
            <ac:spMk id="4" creationId="{58DD566B-D6F4-4BA2-8111-F4818162D2E1}"/>
          </ac:spMkLst>
        </pc:spChg>
        <pc:spChg chg="add">
          <ac:chgData name="동혁 임" userId="879f4c796d7a5333" providerId="LiveId" clId="{99A0B7FB-7ABD-43B7-B0BE-CF1927BF6B47}" dt="2020-06-06T13:31:12.516" v="43698" actId="26606"/>
          <ac:spMkLst>
            <pc:docMk/>
            <pc:sldMk cId="1661770757" sldId="465"/>
            <ac:spMk id="14" creationId="{11CA6726-6071-461E-8A94-86FD36CBFBDB}"/>
          </ac:spMkLst>
        </pc:spChg>
        <pc:spChg chg="add">
          <ac:chgData name="동혁 임" userId="879f4c796d7a5333" providerId="LiveId" clId="{99A0B7FB-7ABD-43B7-B0BE-CF1927BF6B47}" dt="2020-06-06T13:31:12.516" v="43698" actId="26606"/>
          <ac:spMkLst>
            <pc:docMk/>
            <pc:sldMk cId="1661770757" sldId="465"/>
            <ac:spMk id="15" creationId="{9073D962-D3D2-4A72-8593-65C213CBFFC3}"/>
          </ac:spMkLst>
        </pc:spChg>
        <pc:spChg chg="add">
          <ac:chgData name="동혁 임" userId="879f4c796d7a5333" providerId="LiveId" clId="{99A0B7FB-7ABD-43B7-B0BE-CF1927BF6B47}" dt="2020-06-06T13:31:12.516" v="43698" actId="26606"/>
          <ac:spMkLst>
            <pc:docMk/>
            <pc:sldMk cId="1661770757" sldId="465"/>
            <ac:spMk id="16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13:30:35.461" v="43667" actId="26606"/>
          <ac:spMkLst>
            <pc:docMk/>
            <pc:sldMk cId="1661770757" sldId="465"/>
            <ac:spMk id="17" creationId="{11CA6726-6071-461E-8A94-86FD36CBFBDB}"/>
          </ac:spMkLst>
        </pc:spChg>
        <pc:spChg chg="add">
          <ac:chgData name="동혁 임" userId="879f4c796d7a5333" providerId="LiveId" clId="{99A0B7FB-7ABD-43B7-B0BE-CF1927BF6B47}" dt="2020-06-06T13:31:12.516" v="43698" actId="26606"/>
          <ac:spMkLst>
            <pc:docMk/>
            <pc:sldMk cId="1661770757" sldId="465"/>
            <ac:spMk id="18" creationId="{AA58F78C-27AB-465F-AA33-15E08AF267F9}"/>
          </ac:spMkLst>
        </pc:spChg>
        <pc:spChg chg="add del">
          <ac:chgData name="동혁 임" userId="879f4c796d7a5333" providerId="LiveId" clId="{99A0B7FB-7ABD-43B7-B0BE-CF1927BF6B47}" dt="2020-06-06T13:30:35.461" v="43667" actId="26606"/>
          <ac:spMkLst>
            <pc:docMk/>
            <pc:sldMk cId="1661770757" sldId="465"/>
            <ac:spMk id="19" creationId="{9073D962-D3D2-4A72-8593-65C213CBFFC3}"/>
          </ac:spMkLst>
        </pc:spChg>
        <pc:spChg chg="add del">
          <ac:chgData name="동혁 임" userId="879f4c796d7a5333" providerId="LiveId" clId="{99A0B7FB-7ABD-43B7-B0BE-CF1927BF6B47}" dt="2020-06-06T13:30:35.461" v="43667" actId="26606"/>
          <ac:spMkLst>
            <pc:docMk/>
            <pc:sldMk cId="1661770757" sldId="465"/>
            <ac:spMk id="21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13:30:35.461" v="43667" actId="26606"/>
          <ac:spMkLst>
            <pc:docMk/>
            <pc:sldMk cId="1661770757" sldId="465"/>
            <ac:spMk id="23" creationId="{AA58F78C-27AB-465F-AA33-15E08AF267F9}"/>
          </ac:spMkLst>
        </pc:spChg>
        <pc:spChg chg="add del">
          <ac:chgData name="동혁 임" userId="879f4c796d7a5333" providerId="LiveId" clId="{99A0B7FB-7ABD-43B7-B0BE-CF1927BF6B47}" dt="2020-06-06T13:30:36.703" v="43669" actId="26606"/>
          <ac:spMkLst>
            <pc:docMk/>
            <pc:sldMk cId="1661770757" sldId="465"/>
            <ac:spMk id="25" creationId="{4C2AC11E-3162-4990-A36E-92B07ECF16C2}"/>
          </ac:spMkLst>
        </pc:spChg>
        <pc:spChg chg="add del">
          <ac:chgData name="동혁 임" userId="879f4c796d7a5333" providerId="LiveId" clId="{99A0B7FB-7ABD-43B7-B0BE-CF1927BF6B47}" dt="2020-06-06T13:30:36.703" v="43669" actId="26606"/>
          <ac:spMkLst>
            <pc:docMk/>
            <pc:sldMk cId="1661770757" sldId="465"/>
            <ac:spMk id="26" creationId="{9073D962-D3D2-4A72-8593-65C213CBFFC3}"/>
          </ac:spMkLst>
        </pc:spChg>
        <pc:spChg chg="add del">
          <ac:chgData name="동혁 임" userId="879f4c796d7a5333" providerId="LiveId" clId="{99A0B7FB-7ABD-43B7-B0BE-CF1927BF6B47}" dt="2020-06-06T13:30:36.703" v="43669" actId="26606"/>
          <ac:spMkLst>
            <pc:docMk/>
            <pc:sldMk cId="1661770757" sldId="465"/>
            <ac:spMk id="27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13:30:36.703" v="43669" actId="26606"/>
          <ac:spMkLst>
            <pc:docMk/>
            <pc:sldMk cId="1661770757" sldId="465"/>
            <ac:spMk id="28" creationId="{AA58F78C-27AB-465F-AA33-15E08AF267F9}"/>
          </ac:spMkLst>
        </pc:spChg>
        <pc:spChg chg="add del">
          <ac:chgData name="동혁 임" userId="879f4c796d7a5333" providerId="LiveId" clId="{99A0B7FB-7ABD-43B7-B0BE-CF1927BF6B47}" dt="2020-06-06T13:30:37.549" v="43671" actId="26606"/>
          <ac:spMkLst>
            <pc:docMk/>
            <pc:sldMk cId="1661770757" sldId="465"/>
            <ac:spMk id="30" creationId="{11CA6726-6071-461E-8A94-86FD36CBFBDB}"/>
          </ac:spMkLst>
        </pc:spChg>
        <pc:spChg chg="add del">
          <ac:chgData name="동혁 임" userId="879f4c796d7a5333" providerId="LiveId" clId="{99A0B7FB-7ABD-43B7-B0BE-CF1927BF6B47}" dt="2020-06-06T13:30:37.549" v="43671" actId="26606"/>
          <ac:spMkLst>
            <pc:docMk/>
            <pc:sldMk cId="1661770757" sldId="465"/>
            <ac:spMk id="31" creationId="{9073D962-D3D2-4A72-8593-65C213CBFFC3}"/>
          </ac:spMkLst>
        </pc:spChg>
        <pc:spChg chg="add del">
          <ac:chgData name="동혁 임" userId="879f4c796d7a5333" providerId="LiveId" clId="{99A0B7FB-7ABD-43B7-B0BE-CF1927BF6B47}" dt="2020-06-06T13:30:37.549" v="43671" actId="26606"/>
          <ac:spMkLst>
            <pc:docMk/>
            <pc:sldMk cId="1661770757" sldId="465"/>
            <ac:spMk id="32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13:30:37.549" v="43671" actId="26606"/>
          <ac:spMkLst>
            <pc:docMk/>
            <pc:sldMk cId="1661770757" sldId="465"/>
            <ac:spMk id="33" creationId="{AA58F78C-27AB-465F-AA33-15E08AF267F9}"/>
          </ac:spMkLst>
        </pc:spChg>
        <pc:spChg chg="add del">
          <ac:chgData name="동혁 임" userId="879f4c796d7a5333" providerId="LiveId" clId="{99A0B7FB-7ABD-43B7-B0BE-CF1927BF6B47}" dt="2020-06-06T13:30:38.097" v="43673" actId="26606"/>
          <ac:spMkLst>
            <pc:docMk/>
            <pc:sldMk cId="1661770757" sldId="465"/>
            <ac:spMk id="35" creationId="{28186986-3D2C-46E2-AF3E-16E1628E19D6}"/>
          </ac:spMkLst>
        </pc:spChg>
        <pc:spChg chg="add del">
          <ac:chgData name="동혁 임" userId="879f4c796d7a5333" providerId="LiveId" clId="{99A0B7FB-7ABD-43B7-B0BE-CF1927BF6B47}" dt="2020-06-06T13:30:38.097" v="43673" actId="26606"/>
          <ac:spMkLst>
            <pc:docMk/>
            <pc:sldMk cId="1661770757" sldId="465"/>
            <ac:spMk id="36" creationId="{481EABE0-FA8E-49A5-A966-F0539111C953}"/>
          </ac:spMkLst>
        </pc:spChg>
        <pc:spChg chg="add del">
          <ac:chgData name="동혁 임" userId="879f4c796d7a5333" providerId="LiveId" clId="{99A0B7FB-7ABD-43B7-B0BE-CF1927BF6B47}" dt="2020-06-06T13:30:38.097" v="43673" actId="26606"/>
          <ac:spMkLst>
            <pc:docMk/>
            <pc:sldMk cId="1661770757" sldId="465"/>
            <ac:spMk id="37" creationId="{56A3E26D-73B1-468C-B97B-BC1815959759}"/>
          </ac:spMkLst>
        </pc:spChg>
        <pc:spChg chg="add del">
          <ac:chgData name="동혁 임" userId="879f4c796d7a5333" providerId="LiveId" clId="{99A0B7FB-7ABD-43B7-B0BE-CF1927BF6B47}" dt="2020-06-06T13:30:38.498" v="43675" actId="26606"/>
          <ac:spMkLst>
            <pc:docMk/>
            <pc:sldMk cId="1661770757" sldId="465"/>
            <ac:spMk id="39" creationId="{11CA6726-6071-461E-8A94-86FD36CBFBDB}"/>
          </ac:spMkLst>
        </pc:spChg>
        <pc:spChg chg="add del">
          <ac:chgData name="동혁 임" userId="879f4c796d7a5333" providerId="LiveId" clId="{99A0B7FB-7ABD-43B7-B0BE-CF1927BF6B47}" dt="2020-06-06T13:30:38.498" v="43675" actId="26606"/>
          <ac:spMkLst>
            <pc:docMk/>
            <pc:sldMk cId="1661770757" sldId="465"/>
            <ac:spMk id="40" creationId="{9073D962-D3D2-4A72-8593-65C213CBFFC3}"/>
          </ac:spMkLst>
        </pc:spChg>
        <pc:spChg chg="add del">
          <ac:chgData name="동혁 임" userId="879f4c796d7a5333" providerId="LiveId" clId="{99A0B7FB-7ABD-43B7-B0BE-CF1927BF6B47}" dt="2020-06-06T13:30:38.498" v="43675" actId="26606"/>
          <ac:spMkLst>
            <pc:docMk/>
            <pc:sldMk cId="1661770757" sldId="465"/>
            <ac:spMk id="41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13:30:38.498" v="43675" actId="26606"/>
          <ac:spMkLst>
            <pc:docMk/>
            <pc:sldMk cId="1661770757" sldId="465"/>
            <ac:spMk id="42" creationId="{AA58F78C-27AB-465F-AA33-15E08AF267F9}"/>
          </ac:spMkLst>
        </pc:spChg>
        <pc:spChg chg="add del">
          <ac:chgData name="동혁 임" userId="879f4c796d7a5333" providerId="LiveId" clId="{99A0B7FB-7ABD-43B7-B0BE-CF1927BF6B47}" dt="2020-06-06T13:30:38.951" v="43677" actId="26606"/>
          <ac:spMkLst>
            <pc:docMk/>
            <pc:sldMk cId="1661770757" sldId="465"/>
            <ac:spMk id="44" creationId="{28186986-3D2C-46E2-AF3E-16E1628E19D6}"/>
          </ac:spMkLst>
        </pc:spChg>
        <pc:spChg chg="add del">
          <ac:chgData name="동혁 임" userId="879f4c796d7a5333" providerId="LiveId" clId="{99A0B7FB-7ABD-43B7-B0BE-CF1927BF6B47}" dt="2020-06-06T13:30:38.951" v="43677" actId="26606"/>
          <ac:spMkLst>
            <pc:docMk/>
            <pc:sldMk cId="1661770757" sldId="465"/>
            <ac:spMk id="45" creationId="{481EABE0-FA8E-49A5-A966-F0539111C953}"/>
          </ac:spMkLst>
        </pc:spChg>
        <pc:spChg chg="add del">
          <ac:chgData name="동혁 임" userId="879f4c796d7a5333" providerId="LiveId" clId="{99A0B7FB-7ABD-43B7-B0BE-CF1927BF6B47}" dt="2020-06-06T13:30:38.951" v="43677" actId="26606"/>
          <ac:spMkLst>
            <pc:docMk/>
            <pc:sldMk cId="1661770757" sldId="465"/>
            <ac:spMk id="46" creationId="{56A3E26D-73B1-468C-B97B-BC1815959759}"/>
          </ac:spMkLst>
        </pc:spChg>
        <pc:spChg chg="add del">
          <ac:chgData name="동혁 임" userId="879f4c796d7a5333" providerId="LiveId" clId="{99A0B7FB-7ABD-43B7-B0BE-CF1927BF6B47}" dt="2020-06-06T13:30:39.356" v="43679" actId="26606"/>
          <ac:spMkLst>
            <pc:docMk/>
            <pc:sldMk cId="1661770757" sldId="465"/>
            <ac:spMk id="48" creationId="{11CA6726-6071-461E-8A94-86FD36CBFBDB}"/>
          </ac:spMkLst>
        </pc:spChg>
        <pc:spChg chg="add del">
          <ac:chgData name="동혁 임" userId="879f4c796d7a5333" providerId="LiveId" clId="{99A0B7FB-7ABD-43B7-B0BE-CF1927BF6B47}" dt="2020-06-06T13:30:39.356" v="43679" actId="26606"/>
          <ac:spMkLst>
            <pc:docMk/>
            <pc:sldMk cId="1661770757" sldId="465"/>
            <ac:spMk id="49" creationId="{9073D962-D3D2-4A72-8593-65C213CBFFC3}"/>
          </ac:spMkLst>
        </pc:spChg>
        <pc:spChg chg="add del">
          <ac:chgData name="동혁 임" userId="879f4c796d7a5333" providerId="LiveId" clId="{99A0B7FB-7ABD-43B7-B0BE-CF1927BF6B47}" dt="2020-06-06T13:30:39.356" v="43679" actId="26606"/>
          <ac:spMkLst>
            <pc:docMk/>
            <pc:sldMk cId="1661770757" sldId="465"/>
            <ac:spMk id="50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13:30:39.356" v="43679" actId="26606"/>
          <ac:spMkLst>
            <pc:docMk/>
            <pc:sldMk cId="1661770757" sldId="465"/>
            <ac:spMk id="51" creationId="{AA58F78C-27AB-465F-AA33-15E08AF267F9}"/>
          </ac:spMkLst>
        </pc:spChg>
        <pc:spChg chg="add del">
          <ac:chgData name="동혁 임" userId="879f4c796d7a5333" providerId="LiveId" clId="{99A0B7FB-7ABD-43B7-B0BE-CF1927BF6B47}" dt="2020-06-06T13:31:00.571" v="43681" actId="26606"/>
          <ac:spMkLst>
            <pc:docMk/>
            <pc:sldMk cId="1661770757" sldId="465"/>
            <ac:spMk id="53" creationId="{4C2AC11E-3162-4990-A36E-92B07ECF16C2}"/>
          </ac:spMkLst>
        </pc:spChg>
        <pc:spChg chg="add del">
          <ac:chgData name="동혁 임" userId="879f4c796d7a5333" providerId="LiveId" clId="{99A0B7FB-7ABD-43B7-B0BE-CF1927BF6B47}" dt="2020-06-06T13:31:00.571" v="43681" actId="26606"/>
          <ac:spMkLst>
            <pc:docMk/>
            <pc:sldMk cId="1661770757" sldId="465"/>
            <ac:spMk id="54" creationId="{9073D962-D3D2-4A72-8593-65C213CBFFC3}"/>
          </ac:spMkLst>
        </pc:spChg>
        <pc:spChg chg="add del">
          <ac:chgData name="동혁 임" userId="879f4c796d7a5333" providerId="LiveId" clId="{99A0B7FB-7ABD-43B7-B0BE-CF1927BF6B47}" dt="2020-06-06T13:31:00.571" v="43681" actId="26606"/>
          <ac:spMkLst>
            <pc:docMk/>
            <pc:sldMk cId="1661770757" sldId="465"/>
            <ac:spMk id="55" creationId="{2387511B-F6E1-4929-AC90-94FB8B6B0F41}"/>
          </ac:spMkLst>
        </pc:spChg>
        <pc:spChg chg="add del">
          <ac:chgData name="동혁 임" userId="879f4c796d7a5333" providerId="LiveId" clId="{99A0B7FB-7ABD-43B7-B0BE-CF1927BF6B47}" dt="2020-06-06T13:31:00.571" v="43681" actId="26606"/>
          <ac:spMkLst>
            <pc:docMk/>
            <pc:sldMk cId="1661770757" sldId="465"/>
            <ac:spMk id="56" creationId="{AA58F78C-27AB-465F-AA33-15E08AF267F9}"/>
          </ac:spMkLst>
        </pc:spChg>
        <pc:spChg chg="add del">
          <ac:chgData name="동혁 임" userId="879f4c796d7a5333" providerId="LiveId" clId="{99A0B7FB-7ABD-43B7-B0BE-CF1927BF6B47}" dt="2020-06-06T13:31:10.645" v="43697" actId="26606"/>
          <ac:spMkLst>
            <pc:docMk/>
            <pc:sldMk cId="1661770757" sldId="465"/>
            <ac:spMk id="58" creationId="{93062723-6941-4ABE-8146-AC6FA530BA4C}"/>
          </ac:spMkLst>
        </pc:spChg>
        <pc:spChg chg="add del">
          <ac:chgData name="동혁 임" userId="879f4c796d7a5333" providerId="LiveId" clId="{99A0B7FB-7ABD-43B7-B0BE-CF1927BF6B47}" dt="2020-06-06T13:31:10.645" v="43697" actId="26606"/>
          <ac:spMkLst>
            <pc:docMk/>
            <pc:sldMk cId="1661770757" sldId="465"/>
            <ac:spMk id="59" creationId="{917859B3-4C91-478D-929D-BB6433F90849}"/>
          </ac:spMkLst>
        </pc:spChg>
        <pc:spChg chg="add del">
          <ac:chgData name="동혁 임" userId="879f4c796d7a5333" providerId="LiveId" clId="{99A0B7FB-7ABD-43B7-B0BE-CF1927BF6B47}" dt="2020-06-06T13:31:10.645" v="43697" actId="26606"/>
          <ac:spMkLst>
            <pc:docMk/>
            <pc:sldMk cId="1661770757" sldId="465"/>
            <ac:spMk id="60" creationId="{6283FBD2-A663-469F-855C-06D86E3C1161}"/>
          </ac:spMkLst>
        </pc:spChg>
        <pc:spChg chg="add del">
          <ac:chgData name="동혁 임" userId="879f4c796d7a5333" providerId="LiveId" clId="{99A0B7FB-7ABD-43B7-B0BE-CF1927BF6B47}" dt="2020-06-06T13:31:10.645" v="43697" actId="26606"/>
          <ac:spMkLst>
            <pc:docMk/>
            <pc:sldMk cId="1661770757" sldId="465"/>
            <ac:spMk id="61" creationId="{8A1279FC-7441-4E55-B082-2774E6316482}"/>
          </ac:spMkLst>
        </pc:spChg>
        <pc:picChg chg="add mod ord modCrop">
          <ac:chgData name="동혁 임" userId="879f4c796d7a5333" providerId="LiveId" clId="{99A0B7FB-7ABD-43B7-B0BE-CF1927BF6B47}" dt="2020-06-06T13:31:26.310" v="43701" actId="1076"/>
          <ac:picMkLst>
            <pc:docMk/>
            <pc:sldMk cId="1661770757" sldId="465"/>
            <ac:picMk id="6" creationId="{FAE5EE67-7966-4D75-989B-1D57B9D081A4}"/>
          </ac:picMkLst>
        </pc:picChg>
        <pc:picChg chg="add mod ord">
          <ac:chgData name="동혁 임" userId="879f4c796d7a5333" providerId="LiveId" clId="{99A0B7FB-7ABD-43B7-B0BE-CF1927BF6B47}" dt="2020-06-06T13:31:35.286" v="43704" actId="1076"/>
          <ac:picMkLst>
            <pc:docMk/>
            <pc:sldMk cId="1661770757" sldId="465"/>
            <ac:picMk id="8" creationId="{9264FAAF-EEC6-4AC9-B2C4-38E27D1BDA4E}"/>
          </ac:picMkLst>
        </pc:picChg>
        <pc:picChg chg="add mod ord">
          <ac:chgData name="동혁 임" userId="879f4c796d7a5333" providerId="LiveId" clId="{99A0B7FB-7ABD-43B7-B0BE-CF1927BF6B47}" dt="2020-06-06T13:31:33.215" v="43703" actId="1076"/>
          <ac:picMkLst>
            <pc:docMk/>
            <pc:sldMk cId="1661770757" sldId="465"/>
            <ac:picMk id="10" creationId="{C523E2A2-9835-4EF3-83B2-7461C2EC71F3}"/>
          </ac:picMkLst>
        </pc:picChg>
        <pc:picChg chg="add mod ord">
          <ac:chgData name="동혁 임" userId="879f4c796d7a5333" providerId="LiveId" clId="{99A0B7FB-7ABD-43B7-B0BE-CF1927BF6B47}" dt="2020-06-06T13:31:23.027" v="43700" actId="1076"/>
          <ac:picMkLst>
            <pc:docMk/>
            <pc:sldMk cId="1661770757" sldId="465"/>
            <ac:picMk id="12" creationId="{974E01A8-9ED6-4D22-83AC-3E0DF512D081}"/>
          </ac:picMkLst>
        </pc:pic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2430363429" sldId="465"/>
        </pc:sldMkLst>
      </pc:sldChg>
      <pc:sldChg chg="addSp delSp modSp new mod setBg">
        <pc:chgData name="동혁 임" userId="879f4c796d7a5333" providerId="LiveId" clId="{99A0B7FB-7ABD-43B7-B0BE-CF1927BF6B47}" dt="2020-06-06T13:48:15.106" v="46683" actId="403"/>
        <pc:sldMkLst>
          <pc:docMk/>
          <pc:sldMk cId="1784362329" sldId="466"/>
        </pc:sldMkLst>
        <pc:spChg chg="mod ord">
          <ac:chgData name="동혁 임" userId="879f4c796d7a5333" providerId="LiveId" clId="{99A0B7FB-7ABD-43B7-B0BE-CF1927BF6B47}" dt="2020-06-06T13:48:07.767" v="46676" actId="2711"/>
          <ac:spMkLst>
            <pc:docMk/>
            <pc:sldMk cId="1784362329" sldId="466"/>
            <ac:spMk id="2" creationId="{72E6985F-0B69-40FC-A8AE-E7DC27CEB165}"/>
          </ac:spMkLst>
        </pc:spChg>
        <pc:spChg chg="del mod">
          <ac:chgData name="동혁 임" userId="879f4c796d7a5333" providerId="LiveId" clId="{99A0B7FB-7ABD-43B7-B0BE-CF1927BF6B47}" dt="2020-06-06T13:47:00.034" v="46648" actId="931"/>
          <ac:spMkLst>
            <pc:docMk/>
            <pc:sldMk cId="1784362329" sldId="466"/>
            <ac:spMk id="3" creationId="{6DB78CC2-D5E4-4C20-9AE7-8DA445C14A66}"/>
          </ac:spMkLst>
        </pc:spChg>
        <pc:spChg chg="mod">
          <ac:chgData name="동혁 임" userId="879f4c796d7a5333" providerId="LiveId" clId="{99A0B7FB-7ABD-43B7-B0BE-CF1927BF6B47}" dt="2020-06-06T13:48:15.106" v="46683" actId="403"/>
          <ac:spMkLst>
            <pc:docMk/>
            <pc:sldMk cId="1784362329" sldId="466"/>
            <ac:spMk id="4" creationId="{8338726A-C1E1-41CE-AFCE-B8E0441930B5}"/>
          </ac:spMkLst>
        </pc:spChg>
        <pc:spChg chg="add del">
          <ac:chgData name="동혁 임" userId="879f4c796d7a5333" providerId="LiveId" clId="{99A0B7FB-7ABD-43B7-B0BE-CF1927BF6B47}" dt="2020-06-06T13:47:37.729" v="46669" actId="26606"/>
          <ac:spMkLst>
            <pc:docMk/>
            <pc:sldMk cId="1784362329" sldId="466"/>
            <ac:spMk id="13" creationId="{6D24BC9E-AC6A-42EE-AFD8-B290720B841F}"/>
          </ac:spMkLst>
        </pc:spChg>
        <pc:spChg chg="add del">
          <ac:chgData name="동혁 임" userId="879f4c796d7a5333" providerId="LiveId" clId="{99A0B7FB-7ABD-43B7-B0BE-CF1927BF6B47}" dt="2020-06-06T13:47:37.729" v="46669" actId="26606"/>
          <ac:spMkLst>
            <pc:docMk/>
            <pc:sldMk cId="1784362329" sldId="466"/>
            <ac:spMk id="15" creationId="{0990C621-3B8B-4820-8328-D47EF7CE823C}"/>
          </ac:spMkLst>
        </pc:spChg>
        <pc:spChg chg="add del">
          <ac:chgData name="동혁 임" userId="879f4c796d7a5333" providerId="LiveId" clId="{99A0B7FB-7ABD-43B7-B0BE-CF1927BF6B47}" dt="2020-06-06T13:47:37.729" v="46669" actId="26606"/>
          <ac:spMkLst>
            <pc:docMk/>
            <pc:sldMk cId="1784362329" sldId="466"/>
            <ac:spMk id="17" creationId="{C1A2385B-1D2A-4E17-84FA-6CB7F0AAE473}"/>
          </ac:spMkLst>
        </pc:spChg>
        <pc:spChg chg="add del">
          <ac:chgData name="동혁 임" userId="879f4c796d7a5333" providerId="LiveId" clId="{99A0B7FB-7ABD-43B7-B0BE-CF1927BF6B47}" dt="2020-06-06T13:47:37.729" v="46669" actId="26606"/>
          <ac:spMkLst>
            <pc:docMk/>
            <pc:sldMk cId="1784362329" sldId="466"/>
            <ac:spMk id="19" creationId="{5E791F2F-79DB-4CC0-9FA1-001E3E91E8B7}"/>
          </ac:spMkLst>
        </pc:spChg>
        <pc:spChg chg="add del">
          <ac:chgData name="동혁 임" userId="879f4c796d7a5333" providerId="LiveId" clId="{99A0B7FB-7ABD-43B7-B0BE-CF1927BF6B47}" dt="2020-06-06T13:47:18.087" v="46658" actId="26606"/>
          <ac:spMkLst>
            <pc:docMk/>
            <pc:sldMk cId="1784362329" sldId="466"/>
            <ac:spMk id="24" creationId="{DB90EDA9-2517-46EC-B6D4-3918D04786C1}"/>
          </ac:spMkLst>
        </pc:spChg>
        <pc:spChg chg="add del">
          <ac:chgData name="동혁 임" userId="879f4c796d7a5333" providerId="LiveId" clId="{99A0B7FB-7ABD-43B7-B0BE-CF1927BF6B47}" dt="2020-06-06T13:47:18.087" v="46658" actId="26606"/>
          <ac:spMkLst>
            <pc:docMk/>
            <pc:sldMk cId="1784362329" sldId="466"/>
            <ac:spMk id="26" creationId="{D449B1F2-532C-44C7-8AC7-28EA15EE02CB}"/>
          </ac:spMkLst>
        </pc:spChg>
        <pc:spChg chg="add del">
          <ac:chgData name="동혁 임" userId="879f4c796d7a5333" providerId="LiveId" clId="{99A0B7FB-7ABD-43B7-B0BE-CF1927BF6B47}" dt="2020-06-06T13:47:18.087" v="46658" actId="26606"/>
          <ac:spMkLst>
            <pc:docMk/>
            <pc:sldMk cId="1784362329" sldId="466"/>
            <ac:spMk id="28" creationId="{EE7D3784-5CF9-4282-9B1C-523957852BF6}"/>
          </ac:spMkLst>
        </pc:spChg>
        <pc:spChg chg="add del">
          <ac:chgData name="동혁 임" userId="879f4c796d7a5333" providerId="LiveId" clId="{99A0B7FB-7ABD-43B7-B0BE-CF1927BF6B47}" dt="2020-06-06T13:47:19.848" v="46660" actId="26606"/>
          <ac:spMkLst>
            <pc:docMk/>
            <pc:sldMk cId="1784362329" sldId="466"/>
            <ac:spMk id="30" creationId="{AAA05C59-284A-43D9-AE28-6F5AA1F003A4}"/>
          </ac:spMkLst>
        </pc:spChg>
        <pc:spChg chg="add del">
          <ac:chgData name="동혁 임" userId="879f4c796d7a5333" providerId="LiveId" clId="{99A0B7FB-7ABD-43B7-B0BE-CF1927BF6B47}" dt="2020-06-06T13:47:19.848" v="46660" actId="26606"/>
          <ac:spMkLst>
            <pc:docMk/>
            <pc:sldMk cId="1784362329" sldId="466"/>
            <ac:spMk id="31" creationId="{120BB4C9-B781-4AEE-ACAB-8EE849F24F60}"/>
          </ac:spMkLst>
        </pc:spChg>
        <pc:spChg chg="add del">
          <ac:chgData name="동혁 임" userId="879f4c796d7a5333" providerId="LiveId" clId="{99A0B7FB-7ABD-43B7-B0BE-CF1927BF6B47}" dt="2020-06-06T13:47:19.848" v="46660" actId="26606"/>
          <ac:spMkLst>
            <pc:docMk/>
            <pc:sldMk cId="1784362329" sldId="466"/>
            <ac:spMk id="32" creationId="{975647DA-FC1D-4189-8B97-4EF3C2C0BAA6}"/>
          </ac:spMkLst>
        </pc:spChg>
        <pc:spChg chg="add del">
          <ac:chgData name="동혁 임" userId="879f4c796d7a5333" providerId="LiveId" clId="{99A0B7FB-7ABD-43B7-B0BE-CF1927BF6B47}" dt="2020-06-06T13:47:30.644" v="46662" actId="26606"/>
          <ac:spMkLst>
            <pc:docMk/>
            <pc:sldMk cId="1784362329" sldId="466"/>
            <ac:spMk id="34" creationId="{DB90EDA9-2517-46EC-B6D4-3918D04786C1}"/>
          </ac:spMkLst>
        </pc:spChg>
        <pc:spChg chg="add del">
          <ac:chgData name="동혁 임" userId="879f4c796d7a5333" providerId="LiveId" clId="{99A0B7FB-7ABD-43B7-B0BE-CF1927BF6B47}" dt="2020-06-06T13:47:30.644" v="46662" actId="26606"/>
          <ac:spMkLst>
            <pc:docMk/>
            <pc:sldMk cId="1784362329" sldId="466"/>
            <ac:spMk id="35" creationId="{D449B1F2-532C-44C7-8AC7-28EA15EE02CB}"/>
          </ac:spMkLst>
        </pc:spChg>
        <pc:spChg chg="add del">
          <ac:chgData name="동혁 임" userId="879f4c796d7a5333" providerId="LiveId" clId="{99A0B7FB-7ABD-43B7-B0BE-CF1927BF6B47}" dt="2020-06-06T13:47:30.644" v="46662" actId="26606"/>
          <ac:spMkLst>
            <pc:docMk/>
            <pc:sldMk cId="1784362329" sldId="466"/>
            <ac:spMk id="36" creationId="{EE7D3784-5CF9-4282-9B1C-523957852BF6}"/>
          </ac:spMkLst>
        </pc:spChg>
        <pc:spChg chg="add del">
          <ac:chgData name="동혁 임" userId="879f4c796d7a5333" providerId="LiveId" clId="{99A0B7FB-7ABD-43B7-B0BE-CF1927BF6B47}" dt="2020-06-06T13:47:32.880" v="46664" actId="26606"/>
          <ac:spMkLst>
            <pc:docMk/>
            <pc:sldMk cId="1784362329" sldId="466"/>
            <ac:spMk id="38" creationId="{6D731904-7733-45B0-902C-289497204C19}"/>
          </ac:spMkLst>
        </pc:spChg>
        <pc:spChg chg="add del">
          <ac:chgData name="동혁 임" userId="879f4c796d7a5333" providerId="LiveId" clId="{99A0B7FB-7ABD-43B7-B0BE-CF1927BF6B47}" dt="2020-06-06T13:47:32.880" v="46664" actId="26606"/>
          <ac:spMkLst>
            <pc:docMk/>
            <pc:sldMk cId="1784362329" sldId="466"/>
            <ac:spMk id="39" creationId="{504E6397-35D7-4AEC-9DA9-B7F6B12B88A5}"/>
          </ac:spMkLst>
        </pc:spChg>
        <pc:spChg chg="add del">
          <ac:chgData name="동혁 임" userId="879f4c796d7a5333" providerId="LiveId" clId="{99A0B7FB-7ABD-43B7-B0BE-CF1927BF6B47}" dt="2020-06-06T13:47:32.880" v="46664" actId="26606"/>
          <ac:spMkLst>
            <pc:docMk/>
            <pc:sldMk cId="1784362329" sldId="466"/>
            <ac:spMk id="40" creationId="{62C5A04F-2AEB-4631-8314-A8B812E1EC8E}"/>
          </ac:spMkLst>
        </pc:spChg>
        <pc:spChg chg="add del">
          <ac:chgData name="동혁 임" userId="879f4c796d7a5333" providerId="LiveId" clId="{99A0B7FB-7ABD-43B7-B0BE-CF1927BF6B47}" dt="2020-06-06T13:47:32.880" v="46664" actId="26606"/>
          <ac:spMkLst>
            <pc:docMk/>
            <pc:sldMk cId="1784362329" sldId="466"/>
            <ac:spMk id="41" creationId="{4B2B1C70-BF3F-41BD-871B-63D8F911F77B}"/>
          </ac:spMkLst>
        </pc:spChg>
        <pc:spChg chg="add del">
          <ac:chgData name="동혁 임" userId="879f4c796d7a5333" providerId="LiveId" clId="{99A0B7FB-7ABD-43B7-B0BE-CF1927BF6B47}" dt="2020-06-06T13:47:33.213" v="46666" actId="26606"/>
          <ac:spMkLst>
            <pc:docMk/>
            <pc:sldMk cId="1784362329" sldId="466"/>
            <ac:spMk id="43" creationId="{F4F2FC05-7D27-410F-BDA9-ADF4831368C7}"/>
          </ac:spMkLst>
        </pc:spChg>
        <pc:spChg chg="add del">
          <ac:chgData name="동혁 임" userId="879f4c796d7a5333" providerId="LiveId" clId="{99A0B7FB-7ABD-43B7-B0BE-CF1927BF6B47}" dt="2020-06-06T13:47:33.213" v="46666" actId="26606"/>
          <ac:spMkLst>
            <pc:docMk/>
            <pc:sldMk cId="1784362329" sldId="466"/>
            <ac:spMk id="44" creationId="{9080D120-BD54-46E1-BA37-82F5E8089E90}"/>
          </ac:spMkLst>
        </pc:spChg>
        <pc:spChg chg="add del">
          <ac:chgData name="동혁 임" userId="879f4c796d7a5333" providerId="LiveId" clId="{99A0B7FB-7ABD-43B7-B0BE-CF1927BF6B47}" dt="2020-06-06T13:47:33.213" v="46666" actId="26606"/>
          <ac:spMkLst>
            <pc:docMk/>
            <pc:sldMk cId="1784362329" sldId="466"/>
            <ac:spMk id="45" creationId="{81D83946-74FA-498A-AC80-9926F041B5C5}"/>
          </ac:spMkLst>
        </pc:spChg>
        <pc:spChg chg="add del">
          <ac:chgData name="동혁 임" userId="879f4c796d7a5333" providerId="LiveId" clId="{99A0B7FB-7ABD-43B7-B0BE-CF1927BF6B47}" dt="2020-06-06T13:47:33.213" v="46666" actId="26606"/>
          <ac:spMkLst>
            <pc:docMk/>
            <pc:sldMk cId="1784362329" sldId="466"/>
            <ac:spMk id="46" creationId="{5060D983-8B52-443A-8183-2A1DE05618B5}"/>
          </ac:spMkLst>
        </pc:spChg>
        <pc:spChg chg="add del">
          <ac:chgData name="동혁 임" userId="879f4c796d7a5333" providerId="LiveId" clId="{99A0B7FB-7ABD-43B7-B0BE-CF1927BF6B47}" dt="2020-06-06T13:47:37.725" v="46668" actId="26606"/>
          <ac:spMkLst>
            <pc:docMk/>
            <pc:sldMk cId="1784362329" sldId="466"/>
            <ac:spMk id="48" creationId="{E36BB3C5-822B-45E1-A81E-5CC3176C61A1}"/>
          </ac:spMkLst>
        </pc:spChg>
        <pc:spChg chg="add del">
          <ac:chgData name="동혁 임" userId="879f4c796d7a5333" providerId="LiveId" clId="{99A0B7FB-7ABD-43B7-B0BE-CF1927BF6B47}" dt="2020-06-06T13:47:37.725" v="46668" actId="26606"/>
          <ac:spMkLst>
            <pc:docMk/>
            <pc:sldMk cId="1784362329" sldId="466"/>
            <ac:spMk id="49" creationId="{FB39ECA9-4CDE-4883-98E8-287E905E9F07}"/>
          </ac:spMkLst>
        </pc:spChg>
        <pc:spChg chg="add del">
          <ac:chgData name="동혁 임" userId="879f4c796d7a5333" providerId="LiveId" clId="{99A0B7FB-7ABD-43B7-B0BE-CF1927BF6B47}" dt="2020-06-06T13:47:37.725" v="46668" actId="26606"/>
          <ac:spMkLst>
            <pc:docMk/>
            <pc:sldMk cId="1784362329" sldId="466"/>
            <ac:spMk id="50" creationId="{A67483D0-BAEB-4927-88AD-76F5DA8468DE}"/>
          </ac:spMkLst>
        </pc:spChg>
        <pc:spChg chg="add del">
          <ac:chgData name="동혁 임" userId="879f4c796d7a5333" providerId="LiveId" clId="{99A0B7FB-7ABD-43B7-B0BE-CF1927BF6B47}" dt="2020-06-06T13:47:37.725" v="46668" actId="26606"/>
          <ac:spMkLst>
            <pc:docMk/>
            <pc:sldMk cId="1784362329" sldId="466"/>
            <ac:spMk id="51" creationId="{0DBB7B12-4298-4CFB-B539-44A91C930328}"/>
          </ac:spMkLst>
        </pc:spChg>
        <pc:spChg chg="add">
          <ac:chgData name="동혁 임" userId="879f4c796d7a5333" providerId="LiveId" clId="{99A0B7FB-7ABD-43B7-B0BE-CF1927BF6B47}" dt="2020-06-06T13:47:37.729" v="46669" actId="26606"/>
          <ac:spMkLst>
            <pc:docMk/>
            <pc:sldMk cId="1784362329" sldId="466"/>
            <ac:spMk id="53" creationId="{6D24BC9E-AC6A-42EE-AFD8-B290720B841F}"/>
          </ac:spMkLst>
        </pc:spChg>
        <pc:spChg chg="add">
          <ac:chgData name="동혁 임" userId="879f4c796d7a5333" providerId="LiveId" clId="{99A0B7FB-7ABD-43B7-B0BE-CF1927BF6B47}" dt="2020-06-06T13:47:37.729" v="46669" actId="26606"/>
          <ac:spMkLst>
            <pc:docMk/>
            <pc:sldMk cId="1784362329" sldId="466"/>
            <ac:spMk id="54" creationId="{0990C621-3B8B-4820-8328-D47EF7CE823C}"/>
          </ac:spMkLst>
        </pc:spChg>
        <pc:spChg chg="add">
          <ac:chgData name="동혁 임" userId="879f4c796d7a5333" providerId="LiveId" clId="{99A0B7FB-7ABD-43B7-B0BE-CF1927BF6B47}" dt="2020-06-06T13:47:37.729" v="46669" actId="26606"/>
          <ac:spMkLst>
            <pc:docMk/>
            <pc:sldMk cId="1784362329" sldId="466"/>
            <ac:spMk id="55" creationId="{C1A2385B-1D2A-4E17-84FA-6CB7F0AAE473}"/>
          </ac:spMkLst>
        </pc:spChg>
        <pc:spChg chg="add">
          <ac:chgData name="동혁 임" userId="879f4c796d7a5333" providerId="LiveId" clId="{99A0B7FB-7ABD-43B7-B0BE-CF1927BF6B47}" dt="2020-06-06T13:47:37.729" v="46669" actId="26606"/>
          <ac:spMkLst>
            <pc:docMk/>
            <pc:sldMk cId="1784362329" sldId="466"/>
            <ac:spMk id="56" creationId="{5E791F2F-79DB-4CC0-9FA1-001E3E91E8B7}"/>
          </ac:spMkLst>
        </pc:spChg>
        <pc:picChg chg="add mod ord">
          <ac:chgData name="동혁 임" userId="879f4c796d7a5333" providerId="LiveId" clId="{99A0B7FB-7ABD-43B7-B0BE-CF1927BF6B47}" dt="2020-06-06T13:47:52.564" v="46672" actId="1076"/>
          <ac:picMkLst>
            <pc:docMk/>
            <pc:sldMk cId="1784362329" sldId="466"/>
            <ac:picMk id="6" creationId="{95C01828-A1C1-4468-B7E4-8F4C868FD039}"/>
          </ac:picMkLst>
        </pc:picChg>
        <pc:picChg chg="add mod ord">
          <ac:chgData name="동혁 임" userId="879f4c796d7a5333" providerId="LiveId" clId="{99A0B7FB-7ABD-43B7-B0BE-CF1927BF6B47}" dt="2020-06-06T13:47:55.571" v="46673" actId="1076"/>
          <ac:picMkLst>
            <pc:docMk/>
            <pc:sldMk cId="1784362329" sldId="466"/>
            <ac:picMk id="8" creationId="{AD9D4895-D4F9-4C83-BF03-91CCC1A8124C}"/>
          </ac:picMkLst>
        </pc:pic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3024754864" sldId="466"/>
        </pc:sldMkLst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2042310074" sldId="467"/>
        </pc:sldMkLst>
      </pc:sldChg>
      <pc:sldChg chg="addSp delSp modSp new mod setBg">
        <pc:chgData name="동혁 임" userId="879f4c796d7a5333" providerId="LiveId" clId="{99A0B7FB-7ABD-43B7-B0BE-CF1927BF6B47}" dt="2020-06-06T14:02:35.912" v="48562" actId="20577"/>
        <pc:sldMkLst>
          <pc:docMk/>
          <pc:sldMk cId="2287857531" sldId="467"/>
        </pc:sldMkLst>
        <pc:spChg chg="mod ord">
          <ac:chgData name="동혁 임" userId="879f4c796d7a5333" providerId="LiveId" clId="{99A0B7FB-7ABD-43B7-B0BE-CF1927BF6B47}" dt="2020-06-06T14:00:28.841" v="48480" actId="2711"/>
          <ac:spMkLst>
            <pc:docMk/>
            <pc:sldMk cId="2287857531" sldId="467"/>
            <ac:spMk id="2" creationId="{23045A91-D2E6-48BD-9660-0BF112E52492}"/>
          </ac:spMkLst>
        </pc:spChg>
        <pc:spChg chg="add del mod">
          <ac:chgData name="동혁 임" userId="879f4c796d7a5333" providerId="LiveId" clId="{99A0B7FB-7ABD-43B7-B0BE-CF1927BF6B47}" dt="2020-06-06T13:58:21.446" v="48250" actId="931"/>
          <ac:spMkLst>
            <pc:docMk/>
            <pc:sldMk cId="2287857531" sldId="467"/>
            <ac:spMk id="3" creationId="{8CCEA9FE-BABC-4529-A1F8-63CC44DD5EE0}"/>
          </ac:spMkLst>
        </pc:spChg>
        <pc:spChg chg="mod">
          <ac:chgData name="동혁 임" userId="879f4c796d7a5333" providerId="LiveId" clId="{99A0B7FB-7ABD-43B7-B0BE-CF1927BF6B47}" dt="2020-06-06T14:02:35.912" v="48562" actId="20577"/>
          <ac:spMkLst>
            <pc:docMk/>
            <pc:sldMk cId="2287857531" sldId="467"/>
            <ac:spMk id="4" creationId="{A5E98C20-137D-4B55-A62F-9A291097C299}"/>
          </ac:spMkLst>
        </pc:spChg>
        <pc:spChg chg="add del">
          <ac:chgData name="동혁 임" userId="879f4c796d7a5333" providerId="LiveId" clId="{99A0B7FB-7ABD-43B7-B0BE-CF1927BF6B47}" dt="2020-06-06T13:59:07.125" v="48267" actId="26606"/>
          <ac:spMkLst>
            <pc:docMk/>
            <pc:sldMk cId="2287857531" sldId="467"/>
            <ac:spMk id="13" creationId="{0C2F8F76-4F55-4ED5-AC3D-1714C449C867}"/>
          </ac:spMkLst>
        </pc:spChg>
        <pc:spChg chg="add del">
          <ac:chgData name="동혁 임" userId="879f4c796d7a5333" providerId="LiveId" clId="{99A0B7FB-7ABD-43B7-B0BE-CF1927BF6B47}" dt="2020-06-06T13:59:07.125" v="48267" actId="26606"/>
          <ac:spMkLst>
            <pc:docMk/>
            <pc:sldMk cId="2287857531" sldId="467"/>
            <ac:spMk id="15" creationId="{57F6BDD4-E066-4008-8011-6CC31AEB4556}"/>
          </ac:spMkLst>
        </pc:spChg>
        <pc:spChg chg="add del">
          <ac:chgData name="동혁 임" userId="879f4c796d7a5333" providerId="LiveId" clId="{99A0B7FB-7ABD-43B7-B0BE-CF1927BF6B47}" dt="2020-06-06T13:59:07.125" v="48267" actId="26606"/>
          <ac:spMkLst>
            <pc:docMk/>
            <pc:sldMk cId="2287857531" sldId="467"/>
            <ac:spMk id="17" creationId="{2711A8FB-68FC-45FC-B01E-38F809E2D439}"/>
          </ac:spMkLst>
        </pc:spChg>
        <pc:spChg chg="add del">
          <ac:chgData name="동혁 임" userId="879f4c796d7a5333" providerId="LiveId" clId="{99A0B7FB-7ABD-43B7-B0BE-CF1927BF6B47}" dt="2020-06-06T13:59:07.125" v="48267" actId="26606"/>
          <ac:spMkLst>
            <pc:docMk/>
            <pc:sldMk cId="2287857531" sldId="467"/>
            <ac:spMk id="19" creationId="{281E2DF8-F6D8-4E5C-B76E-E082FD8C1FBD}"/>
          </ac:spMkLst>
        </pc:spChg>
        <pc:spChg chg="add del">
          <ac:chgData name="동혁 임" userId="879f4c796d7a5333" providerId="LiveId" clId="{99A0B7FB-7ABD-43B7-B0BE-CF1927BF6B47}" dt="2020-06-06T14:00:15.754" v="48473" actId="26606"/>
          <ac:spMkLst>
            <pc:docMk/>
            <pc:sldMk cId="2287857531" sldId="467"/>
            <ac:spMk id="24" creationId="{0C2F8F76-4F55-4ED5-AC3D-1714C449C867}"/>
          </ac:spMkLst>
        </pc:spChg>
        <pc:spChg chg="add del">
          <ac:chgData name="동혁 임" userId="879f4c796d7a5333" providerId="LiveId" clId="{99A0B7FB-7ABD-43B7-B0BE-CF1927BF6B47}" dt="2020-06-06T14:00:15.754" v="48473" actId="26606"/>
          <ac:spMkLst>
            <pc:docMk/>
            <pc:sldMk cId="2287857531" sldId="467"/>
            <ac:spMk id="26" creationId="{57F6BDD4-E066-4008-8011-6CC31AEB4556}"/>
          </ac:spMkLst>
        </pc:spChg>
        <pc:spChg chg="add del">
          <ac:chgData name="동혁 임" userId="879f4c796d7a5333" providerId="LiveId" clId="{99A0B7FB-7ABD-43B7-B0BE-CF1927BF6B47}" dt="2020-06-06T14:00:15.754" v="48473" actId="26606"/>
          <ac:spMkLst>
            <pc:docMk/>
            <pc:sldMk cId="2287857531" sldId="467"/>
            <ac:spMk id="28" creationId="{2711A8FB-68FC-45FC-B01E-38F809E2D439}"/>
          </ac:spMkLst>
        </pc:spChg>
        <pc:spChg chg="add del">
          <ac:chgData name="동혁 임" userId="879f4c796d7a5333" providerId="LiveId" clId="{99A0B7FB-7ABD-43B7-B0BE-CF1927BF6B47}" dt="2020-06-06T14:00:15.754" v="48473" actId="26606"/>
          <ac:spMkLst>
            <pc:docMk/>
            <pc:sldMk cId="2287857531" sldId="467"/>
            <ac:spMk id="30" creationId="{281E2DF8-F6D8-4E5C-B76E-E082FD8C1FBD}"/>
          </ac:spMkLst>
        </pc:spChg>
        <pc:spChg chg="add del">
          <ac:chgData name="동혁 임" userId="879f4c796d7a5333" providerId="LiveId" clId="{99A0B7FB-7ABD-43B7-B0BE-CF1927BF6B47}" dt="2020-06-06T14:00:20.170" v="48475" actId="26606"/>
          <ac:spMkLst>
            <pc:docMk/>
            <pc:sldMk cId="2287857531" sldId="467"/>
            <ac:spMk id="35" creationId="{0C2F8F76-4F55-4ED5-AC3D-1714C449C867}"/>
          </ac:spMkLst>
        </pc:spChg>
        <pc:spChg chg="add del">
          <ac:chgData name="동혁 임" userId="879f4c796d7a5333" providerId="LiveId" clId="{99A0B7FB-7ABD-43B7-B0BE-CF1927BF6B47}" dt="2020-06-06T14:00:20.170" v="48475" actId="26606"/>
          <ac:spMkLst>
            <pc:docMk/>
            <pc:sldMk cId="2287857531" sldId="467"/>
            <ac:spMk id="37" creationId="{57F6BDD4-E066-4008-8011-6CC31AEB4556}"/>
          </ac:spMkLst>
        </pc:spChg>
        <pc:spChg chg="add del">
          <ac:chgData name="동혁 임" userId="879f4c796d7a5333" providerId="LiveId" clId="{99A0B7FB-7ABD-43B7-B0BE-CF1927BF6B47}" dt="2020-06-06T14:00:20.170" v="48475" actId="26606"/>
          <ac:spMkLst>
            <pc:docMk/>
            <pc:sldMk cId="2287857531" sldId="467"/>
            <ac:spMk id="39" creationId="{2711A8FB-68FC-45FC-B01E-38F809E2D439}"/>
          </ac:spMkLst>
        </pc:spChg>
        <pc:spChg chg="add del">
          <ac:chgData name="동혁 임" userId="879f4c796d7a5333" providerId="LiveId" clId="{99A0B7FB-7ABD-43B7-B0BE-CF1927BF6B47}" dt="2020-06-06T14:00:20.170" v="48475" actId="26606"/>
          <ac:spMkLst>
            <pc:docMk/>
            <pc:sldMk cId="2287857531" sldId="467"/>
            <ac:spMk id="41" creationId="{281E2DF8-F6D8-4E5C-B76E-E082FD8C1FBD}"/>
          </ac:spMkLst>
        </pc:spChg>
        <pc:spChg chg="add">
          <ac:chgData name="동혁 임" userId="879f4c796d7a5333" providerId="LiveId" clId="{99A0B7FB-7ABD-43B7-B0BE-CF1927BF6B47}" dt="2020-06-06T14:00:20.170" v="48475" actId="26606"/>
          <ac:spMkLst>
            <pc:docMk/>
            <pc:sldMk cId="2287857531" sldId="467"/>
            <ac:spMk id="46" creationId="{0C2F8F76-4F55-4ED5-AC3D-1714C449C867}"/>
          </ac:spMkLst>
        </pc:spChg>
        <pc:spChg chg="add">
          <ac:chgData name="동혁 임" userId="879f4c796d7a5333" providerId="LiveId" clId="{99A0B7FB-7ABD-43B7-B0BE-CF1927BF6B47}" dt="2020-06-06T14:00:20.170" v="48475" actId="26606"/>
          <ac:spMkLst>
            <pc:docMk/>
            <pc:sldMk cId="2287857531" sldId="467"/>
            <ac:spMk id="48" creationId="{57F6BDD4-E066-4008-8011-6CC31AEB4556}"/>
          </ac:spMkLst>
        </pc:spChg>
        <pc:spChg chg="add">
          <ac:chgData name="동혁 임" userId="879f4c796d7a5333" providerId="LiveId" clId="{99A0B7FB-7ABD-43B7-B0BE-CF1927BF6B47}" dt="2020-06-06T14:00:20.170" v="48475" actId="26606"/>
          <ac:spMkLst>
            <pc:docMk/>
            <pc:sldMk cId="2287857531" sldId="467"/>
            <ac:spMk id="50" creationId="{2711A8FB-68FC-45FC-B01E-38F809E2D439}"/>
          </ac:spMkLst>
        </pc:spChg>
        <pc:spChg chg="add">
          <ac:chgData name="동혁 임" userId="879f4c796d7a5333" providerId="LiveId" clId="{99A0B7FB-7ABD-43B7-B0BE-CF1927BF6B47}" dt="2020-06-06T14:00:20.170" v="48475" actId="26606"/>
          <ac:spMkLst>
            <pc:docMk/>
            <pc:sldMk cId="2287857531" sldId="467"/>
            <ac:spMk id="52" creationId="{281E2DF8-F6D8-4E5C-B76E-E082FD8C1FBD}"/>
          </ac:spMkLst>
        </pc:spChg>
        <pc:picChg chg="add del mod">
          <ac:chgData name="동혁 임" userId="879f4c796d7a5333" providerId="LiveId" clId="{99A0B7FB-7ABD-43B7-B0BE-CF1927BF6B47}" dt="2020-06-06T13:58:17.204" v="48249" actId="931"/>
          <ac:picMkLst>
            <pc:docMk/>
            <pc:sldMk cId="2287857531" sldId="467"/>
            <ac:picMk id="6" creationId="{C16FAD03-EE0E-4434-A95E-153494B831BA}"/>
          </ac:picMkLst>
        </pc:picChg>
        <pc:picChg chg="add mod">
          <ac:chgData name="동혁 임" userId="879f4c796d7a5333" providerId="LiveId" clId="{99A0B7FB-7ABD-43B7-B0BE-CF1927BF6B47}" dt="2020-06-06T14:00:58.128" v="48488" actId="14100"/>
          <ac:picMkLst>
            <pc:docMk/>
            <pc:sldMk cId="2287857531" sldId="467"/>
            <ac:picMk id="8" creationId="{9F196FC0-D11A-46F7-8ED8-BDC87A771A7A}"/>
          </ac:picMkLst>
        </pc:picChg>
        <pc:picChg chg="add mod">
          <ac:chgData name="동혁 임" userId="879f4c796d7a5333" providerId="LiveId" clId="{99A0B7FB-7ABD-43B7-B0BE-CF1927BF6B47}" dt="2020-06-06T14:00:53.896" v="48486" actId="1076"/>
          <ac:picMkLst>
            <pc:docMk/>
            <pc:sldMk cId="2287857531" sldId="467"/>
            <ac:picMk id="10" creationId="{2734D1CA-2EFD-43BC-AE84-85C04DA7C291}"/>
          </ac:picMkLst>
        </pc:picChg>
      </pc:sldChg>
      <pc:sldChg chg="addSp delSp modSp new del mod">
        <pc:chgData name="동혁 임" userId="879f4c796d7a5333" providerId="LiveId" clId="{99A0B7FB-7ABD-43B7-B0BE-CF1927BF6B47}" dt="2020-06-06T13:55:15.322" v="48097" actId="680"/>
        <pc:sldMkLst>
          <pc:docMk/>
          <pc:sldMk cId="3021672212" sldId="467"/>
        </pc:sldMkLst>
        <pc:spChg chg="add del">
          <ac:chgData name="동혁 임" userId="879f4c796d7a5333" providerId="LiveId" clId="{99A0B7FB-7ABD-43B7-B0BE-CF1927BF6B47}" dt="2020-06-06T13:55:12.454" v="48093" actId="931"/>
          <ac:spMkLst>
            <pc:docMk/>
            <pc:sldMk cId="3021672212" sldId="467"/>
            <ac:spMk id="3" creationId="{506905CE-3BEA-47AB-9533-017668CE3591}"/>
          </ac:spMkLst>
        </pc:spChg>
        <pc:spChg chg="mod">
          <ac:chgData name="동혁 임" userId="879f4c796d7a5333" providerId="LiveId" clId="{99A0B7FB-7ABD-43B7-B0BE-CF1927BF6B47}" dt="2020-06-06T13:54:42.902" v="48086"/>
          <ac:spMkLst>
            <pc:docMk/>
            <pc:sldMk cId="3021672212" sldId="467"/>
            <ac:spMk id="4" creationId="{6F36ABCD-B2AC-443A-B021-761984DB3F9E}"/>
          </ac:spMkLst>
        </pc:spChg>
        <pc:picChg chg="add del mod">
          <ac:chgData name="동혁 임" userId="879f4c796d7a5333" providerId="LiveId" clId="{99A0B7FB-7ABD-43B7-B0BE-CF1927BF6B47}" dt="2020-06-06T13:55:12.454" v="48093" actId="931"/>
          <ac:picMkLst>
            <pc:docMk/>
            <pc:sldMk cId="3021672212" sldId="467"/>
            <ac:picMk id="6" creationId="{E7A024F6-7A80-4876-86FD-6E9FEC164506}"/>
          </ac:picMkLst>
        </pc:picChg>
        <pc:picChg chg="add del mod">
          <ac:chgData name="동혁 임" userId="879f4c796d7a5333" providerId="LiveId" clId="{99A0B7FB-7ABD-43B7-B0BE-CF1927BF6B47}" dt="2020-06-06T13:55:12.454" v="48093" actId="931"/>
          <ac:picMkLst>
            <pc:docMk/>
            <pc:sldMk cId="3021672212" sldId="467"/>
            <ac:picMk id="8" creationId="{F35F0000-737E-408C-80AE-697953F585A4}"/>
          </ac:picMkLst>
        </pc:picChg>
      </pc:sldChg>
      <pc:sldChg chg="addSp delSp modSp new mod setBg">
        <pc:chgData name="동혁 임" userId="879f4c796d7a5333" providerId="LiveId" clId="{99A0B7FB-7ABD-43B7-B0BE-CF1927BF6B47}" dt="2020-06-06T14:02:47.895" v="48564" actId="5793"/>
        <pc:sldMkLst>
          <pc:docMk/>
          <pc:sldMk cId="1203384978" sldId="468"/>
        </pc:sldMkLst>
        <pc:spChg chg="mod ord">
          <ac:chgData name="동혁 임" userId="879f4c796d7a5333" providerId="LiveId" clId="{99A0B7FB-7ABD-43B7-B0BE-CF1927BF6B47}" dt="2020-06-06T14:01:59.335" v="48505" actId="2711"/>
          <ac:spMkLst>
            <pc:docMk/>
            <pc:sldMk cId="1203384978" sldId="468"/>
            <ac:spMk id="2" creationId="{39311E9B-EB4B-4967-A791-1640BDC89749}"/>
          </ac:spMkLst>
        </pc:spChg>
        <pc:spChg chg="del">
          <ac:chgData name="동혁 임" userId="879f4c796d7a5333" providerId="LiveId" clId="{99A0B7FB-7ABD-43B7-B0BE-CF1927BF6B47}" dt="2020-06-06T13:58:48.086" v="48259" actId="931"/>
          <ac:spMkLst>
            <pc:docMk/>
            <pc:sldMk cId="1203384978" sldId="468"/>
            <ac:spMk id="3" creationId="{E5AD771F-651D-4C61-9CC1-AD0E0816A9A5}"/>
          </ac:spMkLst>
        </pc:spChg>
        <pc:spChg chg="mod">
          <ac:chgData name="동혁 임" userId="879f4c796d7a5333" providerId="LiveId" clId="{99A0B7FB-7ABD-43B7-B0BE-CF1927BF6B47}" dt="2020-06-06T14:02:47.895" v="48564" actId="5793"/>
          <ac:spMkLst>
            <pc:docMk/>
            <pc:sldMk cId="1203384978" sldId="468"/>
            <ac:spMk id="4" creationId="{886DF423-BA0E-4EB0-9CB6-BB70EC22E877}"/>
          </ac:spMkLst>
        </pc:spChg>
        <pc:spChg chg="add">
          <ac:chgData name="동혁 임" userId="879f4c796d7a5333" providerId="LiveId" clId="{99A0B7FB-7ABD-43B7-B0BE-CF1927BF6B47}" dt="2020-06-06T13:58:50.174" v="48262" actId="26606"/>
          <ac:spMkLst>
            <pc:docMk/>
            <pc:sldMk cId="1203384978" sldId="468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6T13:58:50.174" v="48262" actId="26606"/>
          <ac:spMkLst>
            <pc:docMk/>
            <pc:sldMk cId="1203384978" sldId="468"/>
            <ac:spMk id="13" creationId="{57F6BDD4-E066-4008-8011-6CC31AEB4556}"/>
          </ac:spMkLst>
        </pc:spChg>
        <pc:spChg chg="add del mod">
          <ac:chgData name="동혁 임" userId="879f4c796d7a5333" providerId="LiveId" clId="{99A0B7FB-7ABD-43B7-B0BE-CF1927BF6B47}" dt="2020-06-06T14:01:25.408" v="48497" actId="478"/>
          <ac:spMkLst>
            <pc:docMk/>
            <pc:sldMk cId="1203384978" sldId="468"/>
            <ac:spMk id="14" creationId="{FBE8C896-A8A9-44D3-B8B0-C743B854CF25}"/>
          </ac:spMkLst>
        </pc:spChg>
        <pc:spChg chg="add">
          <ac:chgData name="동혁 임" userId="879f4c796d7a5333" providerId="LiveId" clId="{99A0B7FB-7ABD-43B7-B0BE-CF1927BF6B47}" dt="2020-06-06T13:58:50.174" v="48262" actId="26606"/>
          <ac:spMkLst>
            <pc:docMk/>
            <pc:sldMk cId="1203384978" sldId="468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6T13:58:50.174" v="48262" actId="26606"/>
          <ac:spMkLst>
            <pc:docMk/>
            <pc:sldMk cId="1203384978" sldId="468"/>
            <ac:spMk id="17" creationId="{281E2DF8-F6D8-4E5C-B76E-E082FD8C1FBD}"/>
          </ac:spMkLst>
        </pc:spChg>
        <pc:picChg chg="add del mod">
          <ac:chgData name="동혁 임" userId="879f4c796d7a5333" providerId="LiveId" clId="{99A0B7FB-7ABD-43B7-B0BE-CF1927BF6B47}" dt="2020-06-06T14:01:18.671" v="48496" actId="478"/>
          <ac:picMkLst>
            <pc:docMk/>
            <pc:sldMk cId="1203384978" sldId="468"/>
            <ac:picMk id="6" creationId="{77DBE7E5-EB44-464D-87CB-94DCC0683FBD}"/>
          </ac:picMkLst>
        </pc:picChg>
        <pc:picChg chg="add mod">
          <ac:chgData name="동혁 임" userId="879f4c796d7a5333" providerId="LiveId" clId="{99A0B7FB-7ABD-43B7-B0BE-CF1927BF6B47}" dt="2020-06-06T14:01:44.224" v="48503" actId="1076"/>
          <ac:picMkLst>
            <pc:docMk/>
            <pc:sldMk cId="1203384978" sldId="468"/>
            <ac:picMk id="8" creationId="{DC857774-81A8-4677-91B6-498BD5CDBB59}"/>
          </ac:picMkLst>
        </pc:picChg>
        <pc:picChg chg="add mod">
          <ac:chgData name="동혁 임" userId="879f4c796d7a5333" providerId="LiveId" clId="{99A0B7FB-7ABD-43B7-B0BE-CF1927BF6B47}" dt="2020-06-06T14:01:45.797" v="48504" actId="1076"/>
          <ac:picMkLst>
            <pc:docMk/>
            <pc:sldMk cId="1203384978" sldId="468"/>
            <ac:picMk id="10" creationId="{C4316730-0B32-445A-9742-D0DFE39F54F1}"/>
          </ac:picMkLst>
        </pc:picChg>
      </pc:sldChg>
      <pc:sldChg chg="add del">
        <pc:chgData name="동혁 임" userId="879f4c796d7a5333" providerId="LiveId" clId="{99A0B7FB-7ABD-43B7-B0BE-CF1927BF6B47}" dt="2020-06-06T03:40:55.115" v="32334" actId="47"/>
        <pc:sldMkLst>
          <pc:docMk/>
          <pc:sldMk cId="2204562347" sldId="468"/>
        </pc:sldMkLst>
      </pc:sldChg>
      <pc:sldChg chg="new add del">
        <pc:chgData name="동혁 임" userId="879f4c796d7a5333" providerId="LiveId" clId="{99A0B7FB-7ABD-43B7-B0BE-CF1927BF6B47}" dt="2020-06-06T13:58:16.140" v="48247" actId="680"/>
        <pc:sldMkLst>
          <pc:docMk/>
          <pc:sldMk cId="3954140205" sldId="468"/>
        </pc:sldMkLst>
      </pc:sldChg>
      <pc:sldChg chg="addSp delSp modSp new mod setBg">
        <pc:chgData name="동혁 임" userId="879f4c796d7a5333" providerId="LiveId" clId="{99A0B7FB-7ABD-43B7-B0BE-CF1927BF6B47}" dt="2020-06-07T02:33:59.201" v="50029" actId="20577"/>
        <pc:sldMkLst>
          <pc:docMk/>
          <pc:sldMk cId="786797340" sldId="469"/>
        </pc:sldMkLst>
        <pc:spChg chg="mod ord">
          <ac:chgData name="동혁 임" userId="879f4c796d7a5333" providerId="LiveId" clId="{99A0B7FB-7ABD-43B7-B0BE-CF1927BF6B47}" dt="2020-06-07T02:33:46.696" v="50013" actId="2711"/>
          <ac:spMkLst>
            <pc:docMk/>
            <pc:sldMk cId="786797340" sldId="469"/>
            <ac:spMk id="2" creationId="{183BB07A-127C-4931-BFB6-F95081A26A5E}"/>
          </ac:spMkLst>
        </pc:spChg>
        <pc:spChg chg="add del">
          <ac:chgData name="동혁 임" userId="879f4c796d7a5333" providerId="LiveId" clId="{99A0B7FB-7ABD-43B7-B0BE-CF1927BF6B47}" dt="2020-06-07T02:25:15.113" v="48605" actId="931"/>
          <ac:spMkLst>
            <pc:docMk/>
            <pc:sldMk cId="786797340" sldId="469"/>
            <ac:spMk id="3" creationId="{66ADDFF0-64FF-4956-B0C2-E561FD3B22E7}"/>
          </ac:spMkLst>
        </pc:spChg>
        <pc:spChg chg="mod ord">
          <ac:chgData name="동혁 임" userId="879f4c796d7a5333" providerId="LiveId" clId="{99A0B7FB-7ABD-43B7-B0BE-CF1927BF6B47}" dt="2020-06-07T02:33:59.201" v="50029" actId="20577"/>
          <ac:spMkLst>
            <pc:docMk/>
            <pc:sldMk cId="786797340" sldId="469"/>
            <ac:spMk id="4" creationId="{D12FA1C9-63F2-463C-A256-0288649002EA}"/>
          </ac:spMkLst>
        </pc:spChg>
        <pc:spChg chg="add del">
          <ac:chgData name="동혁 임" userId="879f4c796d7a5333" providerId="LiveId" clId="{99A0B7FB-7ABD-43B7-B0BE-CF1927BF6B47}" dt="2020-06-07T02:29:49.944" v="49328" actId="26606"/>
          <ac:spMkLst>
            <pc:docMk/>
            <pc:sldMk cId="786797340" sldId="469"/>
            <ac:spMk id="12" creationId="{B23FE733-F95B-4DF6-AFC5-BEEB3577C494}"/>
          </ac:spMkLst>
        </pc:spChg>
        <pc:spChg chg="add del">
          <ac:chgData name="동혁 임" userId="879f4c796d7a5333" providerId="LiveId" clId="{99A0B7FB-7ABD-43B7-B0BE-CF1927BF6B47}" dt="2020-06-07T02:29:31.067" v="49324" actId="26606"/>
          <ac:spMkLst>
            <pc:docMk/>
            <pc:sldMk cId="786797340" sldId="469"/>
            <ac:spMk id="13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02:29:49.944" v="49328" actId="26606"/>
          <ac:spMkLst>
            <pc:docMk/>
            <pc:sldMk cId="786797340" sldId="469"/>
            <ac:spMk id="14" creationId="{9080D120-BD54-46E1-BA37-82F5E8089E90}"/>
          </ac:spMkLst>
        </pc:spChg>
        <pc:spChg chg="add del">
          <ac:chgData name="동혁 임" userId="879f4c796d7a5333" providerId="LiveId" clId="{99A0B7FB-7ABD-43B7-B0BE-CF1927BF6B47}" dt="2020-06-07T02:29:31.067" v="49324" actId="26606"/>
          <ac:spMkLst>
            <pc:docMk/>
            <pc:sldMk cId="786797340" sldId="469"/>
            <ac:spMk id="15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02:29:49.944" v="49328" actId="26606"/>
          <ac:spMkLst>
            <pc:docMk/>
            <pc:sldMk cId="786797340" sldId="469"/>
            <ac:spMk id="16" creationId="{81D83946-74FA-498A-AC80-9926F041B5C5}"/>
          </ac:spMkLst>
        </pc:spChg>
        <pc:spChg chg="add del">
          <ac:chgData name="동혁 임" userId="879f4c796d7a5333" providerId="LiveId" clId="{99A0B7FB-7ABD-43B7-B0BE-CF1927BF6B47}" dt="2020-06-07T02:29:31.067" v="49324" actId="26606"/>
          <ac:spMkLst>
            <pc:docMk/>
            <pc:sldMk cId="786797340" sldId="469"/>
            <ac:spMk id="17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02:29:31.067" v="49324" actId="26606"/>
          <ac:spMkLst>
            <pc:docMk/>
            <pc:sldMk cId="786797340" sldId="469"/>
            <ac:spMk id="19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02:29:49.944" v="49328" actId="26606"/>
          <ac:spMkLst>
            <pc:docMk/>
            <pc:sldMk cId="786797340" sldId="469"/>
            <ac:spMk id="21" creationId="{5060D983-8B52-443A-8183-2A1DE05618B5}"/>
          </ac:spMkLst>
        </pc:spChg>
        <pc:spChg chg="add del">
          <ac:chgData name="동혁 임" userId="879f4c796d7a5333" providerId="LiveId" clId="{99A0B7FB-7ABD-43B7-B0BE-CF1927BF6B47}" dt="2020-06-07T02:29:52.855" v="49330" actId="26606"/>
          <ac:spMkLst>
            <pc:docMk/>
            <pc:sldMk cId="786797340" sldId="469"/>
            <ac:spMk id="23" creationId="{49B9E8A9-352D-4DCB-9485-C777000D4979}"/>
          </ac:spMkLst>
        </pc:spChg>
        <pc:spChg chg="add del">
          <ac:chgData name="동혁 임" userId="879f4c796d7a5333" providerId="LiveId" clId="{99A0B7FB-7ABD-43B7-B0BE-CF1927BF6B47}" dt="2020-06-07T02:29:52.855" v="49330" actId="26606"/>
          <ac:spMkLst>
            <pc:docMk/>
            <pc:sldMk cId="786797340" sldId="469"/>
            <ac:spMk id="24" creationId="{C2A9B0E5-C2C1-4B85-99A9-117A659D5FE0}"/>
          </ac:spMkLst>
        </pc:spChg>
        <pc:spChg chg="add del">
          <ac:chgData name="동혁 임" userId="879f4c796d7a5333" providerId="LiveId" clId="{99A0B7FB-7ABD-43B7-B0BE-CF1927BF6B47}" dt="2020-06-07T02:29:52.855" v="49330" actId="26606"/>
          <ac:spMkLst>
            <pc:docMk/>
            <pc:sldMk cId="786797340" sldId="469"/>
            <ac:spMk id="25" creationId="{3A8AEACA-9535-4BE8-A91B-8BE82BA54751}"/>
          </ac:spMkLst>
        </pc:spChg>
        <pc:spChg chg="add del">
          <ac:chgData name="동혁 임" userId="879f4c796d7a5333" providerId="LiveId" clId="{99A0B7FB-7ABD-43B7-B0BE-CF1927BF6B47}" dt="2020-06-07T02:33:10.917" v="50004" actId="26606"/>
          <ac:spMkLst>
            <pc:docMk/>
            <pc:sldMk cId="786797340" sldId="469"/>
            <ac:spMk id="27" creationId="{632DF175-2DD8-4694-B4BB-045DCFCE730A}"/>
          </ac:spMkLst>
        </pc:spChg>
        <pc:spChg chg="add del">
          <ac:chgData name="동혁 임" userId="879f4c796d7a5333" providerId="LiveId" clId="{99A0B7FB-7ABD-43B7-B0BE-CF1927BF6B47}" dt="2020-06-07T02:33:10.917" v="50004" actId="26606"/>
          <ac:spMkLst>
            <pc:docMk/>
            <pc:sldMk cId="786797340" sldId="469"/>
            <ac:spMk id="28" creationId="{9080D120-BD54-46E1-BA37-82F5E8089E90}"/>
          </ac:spMkLst>
        </pc:spChg>
        <pc:spChg chg="add del">
          <ac:chgData name="동혁 임" userId="879f4c796d7a5333" providerId="LiveId" clId="{99A0B7FB-7ABD-43B7-B0BE-CF1927BF6B47}" dt="2020-06-07T02:33:10.917" v="50004" actId="26606"/>
          <ac:spMkLst>
            <pc:docMk/>
            <pc:sldMk cId="786797340" sldId="469"/>
            <ac:spMk id="29" creationId="{81D83946-74FA-498A-AC80-9926F041B5C5}"/>
          </ac:spMkLst>
        </pc:spChg>
        <pc:spChg chg="add del">
          <ac:chgData name="동혁 임" userId="879f4c796d7a5333" providerId="LiveId" clId="{99A0B7FB-7ABD-43B7-B0BE-CF1927BF6B47}" dt="2020-06-07T02:33:10.917" v="50004" actId="26606"/>
          <ac:spMkLst>
            <pc:docMk/>
            <pc:sldMk cId="786797340" sldId="469"/>
            <ac:spMk id="30" creationId="{5060D983-8B52-443A-8183-2A1DE05618B5}"/>
          </ac:spMkLst>
        </pc:spChg>
        <pc:spChg chg="add mod">
          <ac:chgData name="동혁 임" userId="879f4c796d7a5333" providerId="LiveId" clId="{99A0B7FB-7ABD-43B7-B0BE-CF1927BF6B47}" dt="2020-06-07T02:33:44.341" v="50012" actId="571"/>
          <ac:spMkLst>
            <pc:docMk/>
            <pc:sldMk cId="786797340" sldId="469"/>
            <ac:spMk id="31" creationId="{FE7C74BB-D91E-4B91-A5F1-62618FE1CA7C}"/>
          </ac:spMkLst>
        </pc:spChg>
        <pc:spChg chg="add mod">
          <ac:chgData name="동혁 임" userId="879f4c796d7a5333" providerId="LiveId" clId="{99A0B7FB-7ABD-43B7-B0BE-CF1927BF6B47}" dt="2020-06-07T02:33:44.341" v="50012" actId="571"/>
          <ac:spMkLst>
            <pc:docMk/>
            <pc:sldMk cId="786797340" sldId="469"/>
            <ac:spMk id="32" creationId="{5F382643-D221-4616-93D4-ED4B5E51EF19}"/>
          </ac:spMkLst>
        </pc:spChg>
        <pc:spChg chg="add">
          <ac:chgData name="동혁 임" userId="879f4c796d7a5333" providerId="LiveId" clId="{99A0B7FB-7ABD-43B7-B0BE-CF1927BF6B47}" dt="2020-06-07T02:33:10.917" v="50004" actId="26606"/>
          <ac:spMkLst>
            <pc:docMk/>
            <pc:sldMk cId="786797340" sldId="469"/>
            <ac:spMk id="35" creationId="{6D24BC9E-AC6A-42EE-AFD8-B290720B841F}"/>
          </ac:spMkLst>
        </pc:spChg>
        <pc:spChg chg="add">
          <ac:chgData name="동혁 임" userId="879f4c796d7a5333" providerId="LiveId" clId="{99A0B7FB-7ABD-43B7-B0BE-CF1927BF6B47}" dt="2020-06-07T02:33:10.917" v="50004" actId="26606"/>
          <ac:spMkLst>
            <pc:docMk/>
            <pc:sldMk cId="786797340" sldId="469"/>
            <ac:spMk id="37" creationId="{0990C621-3B8B-4820-8328-D47EF7CE823C}"/>
          </ac:spMkLst>
        </pc:spChg>
        <pc:spChg chg="add">
          <ac:chgData name="동혁 임" userId="879f4c796d7a5333" providerId="LiveId" clId="{99A0B7FB-7ABD-43B7-B0BE-CF1927BF6B47}" dt="2020-06-07T02:33:10.917" v="50004" actId="26606"/>
          <ac:spMkLst>
            <pc:docMk/>
            <pc:sldMk cId="786797340" sldId="469"/>
            <ac:spMk id="39" creationId="{C1A2385B-1D2A-4E17-84FA-6CB7F0AAE473}"/>
          </ac:spMkLst>
        </pc:spChg>
        <pc:spChg chg="add">
          <ac:chgData name="동혁 임" userId="879f4c796d7a5333" providerId="LiveId" clId="{99A0B7FB-7ABD-43B7-B0BE-CF1927BF6B47}" dt="2020-06-07T02:33:10.917" v="50004" actId="26606"/>
          <ac:spMkLst>
            <pc:docMk/>
            <pc:sldMk cId="786797340" sldId="469"/>
            <ac:spMk id="41" creationId="{5E791F2F-79DB-4CC0-9FA1-001E3E91E8B7}"/>
          </ac:spMkLst>
        </pc:spChg>
        <pc:picChg chg="add del mod">
          <ac:chgData name="동혁 임" userId="879f4c796d7a5333" providerId="LiveId" clId="{99A0B7FB-7ABD-43B7-B0BE-CF1927BF6B47}" dt="2020-06-07T02:16:36.192" v="48603" actId="931"/>
          <ac:picMkLst>
            <pc:docMk/>
            <pc:sldMk cId="786797340" sldId="469"/>
            <ac:picMk id="6" creationId="{E31BDF2A-CB84-42D8-AE7B-8C49A5E8F551}"/>
          </ac:picMkLst>
        </pc:picChg>
        <pc:picChg chg="add mod ord">
          <ac:chgData name="동혁 임" userId="879f4c796d7a5333" providerId="LiveId" clId="{99A0B7FB-7ABD-43B7-B0BE-CF1927BF6B47}" dt="2020-06-07T02:33:36.763" v="50009" actId="1076"/>
          <ac:picMkLst>
            <pc:docMk/>
            <pc:sldMk cId="786797340" sldId="469"/>
            <ac:picMk id="8" creationId="{6371A916-C940-479E-97D3-94CA2C02C2C7}"/>
          </ac:picMkLst>
        </pc:picChg>
        <pc:picChg chg="add mod">
          <ac:chgData name="동혁 임" userId="879f4c796d7a5333" providerId="LiveId" clId="{99A0B7FB-7ABD-43B7-B0BE-CF1927BF6B47}" dt="2020-06-07T02:33:42.237" v="50010" actId="1076"/>
          <ac:picMkLst>
            <pc:docMk/>
            <pc:sldMk cId="786797340" sldId="469"/>
            <ac:picMk id="10" creationId="{D90FC7F9-8729-4F74-A493-E3D61C1EEBA3}"/>
          </ac:picMkLst>
        </pc:picChg>
      </pc:sldChg>
      <pc:sldChg chg="addSp delSp modSp new mod setBg">
        <pc:chgData name="동혁 임" userId="879f4c796d7a5333" providerId="LiveId" clId="{99A0B7FB-7ABD-43B7-B0BE-CF1927BF6B47}" dt="2020-06-07T02:32:54.536" v="50003" actId="5793"/>
        <pc:sldMkLst>
          <pc:docMk/>
          <pc:sldMk cId="3430483473" sldId="470"/>
        </pc:sldMkLst>
        <pc:spChg chg="mod">
          <ac:chgData name="동혁 임" userId="879f4c796d7a5333" providerId="LiveId" clId="{99A0B7FB-7ABD-43B7-B0BE-CF1927BF6B47}" dt="2020-06-07T02:32:50.816" v="50000" actId="2711"/>
          <ac:spMkLst>
            <pc:docMk/>
            <pc:sldMk cId="3430483473" sldId="470"/>
            <ac:spMk id="2" creationId="{81787E3A-61F2-48AB-8046-F3BB96EE9F46}"/>
          </ac:spMkLst>
        </pc:spChg>
        <pc:spChg chg="del">
          <ac:chgData name="동혁 임" userId="879f4c796d7a5333" providerId="LiveId" clId="{99A0B7FB-7ABD-43B7-B0BE-CF1927BF6B47}" dt="2020-06-07T02:30:26.254" v="49339" actId="931"/>
          <ac:spMkLst>
            <pc:docMk/>
            <pc:sldMk cId="3430483473" sldId="470"/>
            <ac:spMk id="3" creationId="{7AFFAE03-33D3-4C08-8BAF-0F2261B3AECE}"/>
          </ac:spMkLst>
        </pc:spChg>
        <pc:spChg chg="mod ord">
          <ac:chgData name="동혁 임" userId="879f4c796d7a5333" providerId="LiveId" clId="{99A0B7FB-7ABD-43B7-B0BE-CF1927BF6B47}" dt="2020-06-07T02:32:54.536" v="50003" actId="5793"/>
          <ac:spMkLst>
            <pc:docMk/>
            <pc:sldMk cId="3430483473" sldId="470"/>
            <ac:spMk id="4" creationId="{A8B930D6-CAAB-4E98-81BE-CAE0242784A7}"/>
          </ac:spMkLst>
        </pc:spChg>
        <pc:spChg chg="add">
          <ac:chgData name="동혁 임" userId="879f4c796d7a5333" providerId="LiveId" clId="{99A0B7FB-7ABD-43B7-B0BE-CF1927BF6B47}" dt="2020-06-07T02:31:52.441" v="49822" actId="26606"/>
          <ac:spMkLst>
            <pc:docMk/>
            <pc:sldMk cId="3430483473" sldId="470"/>
            <ac:spMk id="13" creationId="{6D24BC9E-AC6A-42EE-AFD8-B290720B841F}"/>
          </ac:spMkLst>
        </pc:spChg>
        <pc:spChg chg="add mod">
          <ac:chgData name="동혁 임" userId="879f4c796d7a5333" providerId="LiveId" clId="{99A0B7FB-7ABD-43B7-B0BE-CF1927BF6B47}" dt="2020-06-07T02:32:48.753" v="49999" actId="571"/>
          <ac:spMkLst>
            <pc:docMk/>
            <pc:sldMk cId="3430483473" sldId="470"/>
            <ac:spMk id="14" creationId="{25438D28-1BDE-416F-87E6-0C7F681A76A6}"/>
          </ac:spMkLst>
        </pc:spChg>
        <pc:spChg chg="add">
          <ac:chgData name="동혁 임" userId="879f4c796d7a5333" providerId="LiveId" clId="{99A0B7FB-7ABD-43B7-B0BE-CF1927BF6B47}" dt="2020-06-07T02:31:52.441" v="49822" actId="26606"/>
          <ac:spMkLst>
            <pc:docMk/>
            <pc:sldMk cId="3430483473" sldId="470"/>
            <ac:spMk id="15" creationId="{0990C621-3B8B-4820-8328-D47EF7CE823C}"/>
          </ac:spMkLst>
        </pc:spChg>
        <pc:spChg chg="add mod">
          <ac:chgData name="동혁 임" userId="879f4c796d7a5333" providerId="LiveId" clId="{99A0B7FB-7ABD-43B7-B0BE-CF1927BF6B47}" dt="2020-06-07T02:32:48.753" v="49999" actId="571"/>
          <ac:spMkLst>
            <pc:docMk/>
            <pc:sldMk cId="3430483473" sldId="470"/>
            <ac:spMk id="16" creationId="{876E6392-D13A-47C8-8A5D-1D9DC64B1507}"/>
          </ac:spMkLst>
        </pc:spChg>
        <pc:spChg chg="add">
          <ac:chgData name="동혁 임" userId="879f4c796d7a5333" providerId="LiveId" clId="{99A0B7FB-7ABD-43B7-B0BE-CF1927BF6B47}" dt="2020-06-07T02:31:52.441" v="49822" actId="26606"/>
          <ac:spMkLst>
            <pc:docMk/>
            <pc:sldMk cId="3430483473" sldId="470"/>
            <ac:spMk id="17" creationId="{C1A2385B-1D2A-4E17-84FA-6CB7F0AAE473}"/>
          </ac:spMkLst>
        </pc:spChg>
        <pc:spChg chg="add">
          <ac:chgData name="동혁 임" userId="879f4c796d7a5333" providerId="LiveId" clId="{99A0B7FB-7ABD-43B7-B0BE-CF1927BF6B47}" dt="2020-06-07T02:31:52.441" v="49822" actId="26606"/>
          <ac:spMkLst>
            <pc:docMk/>
            <pc:sldMk cId="3430483473" sldId="470"/>
            <ac:spMk id="19" creationId="{5E791F2F-79DB-4CC0-9FA1-001E3E91E8B7}"/>
          </ac:spMkLst>
        </pc:spChg>
        <pc:picChg chg="add mod">
          <ac:chgData name="동혁 임" userId="879f4c796d7a5333" providerId="LiveId" clId="{99A0B7FB-7ABD-43B7-B0BE-CF1927BF6B47}" dt="2020-06-07T02:31:52.441" v="49822" actId="26606"/>
          <ac:picMkLst>
            <pc:docMk/>
            <pc:sldMk cId="3430483473" sldId="470"/>
            <ac:picMk id="6" creationId="{F490763D-E63B-435D-8190-0D87F1779FC1}"/>
          </ac:picMkLst>
        </pc:picChg>
        <pc:picChg chg="add mod">
          <ac:chgData name="동혁 임" userId="879f4c796d7a5333" providerId="LiveId" clId="{99A0B7FB-7ABD-43B7-B0BE-CF1927BF6B47}" dt="2020-06-07T02:31:52.441" v="49822" actId="26606"/>
          <ac:picMkLst>
            <pc:docMk/>
            <pc:sldMk cId="3430483473" sldId="470"/>
            <ac:picMk id="8" creationId="{A0516112-0713-46AA-8F8E-B8A0969A0CC6}"/>
          </ac:picMkLst>
        </pc:picChg>
      </pc:sldChg>
      <pc:sldChg chg="new del">
        <pc:chgData name="동혁 임" userId="879f4c796d7a5333" providerId="LiveId" clId="{99A0B7FB-7ABD-43B7-B0BE-CF1927BF6B47}" dt="2020-06-07T02:31:42.945" v="49818" actId="47"/>
        <pc:sldMkLst>
          <pc:docMk/>
          <pc:sldMk cId="227237589" sldId="471"/>
        </pc:sldMkLst>
      </pc:sldChg>
      <pc:sldChg chg="addSp delSp modSp new mod setBg">
        <pc:chgData name="동혁 임" userId="879f4c796d7a5333" providerId="LiveId" clId="{99A0B7FB-7ABD-43B7-B0BE-CF1927BF6B47}" dt="2020-06-07T02:40:26.938" v="51269" actId="6549"/>
        <pc:sldMkLst>
          <pc:docMk/>
          <pc:sldMk cId="3652902692" sldId="471"/>
        </pc:sldMkLst>
        <pc:spChg chg="mod">
          <ac:chgData name="동혁 임" userId="879f4c796d7a5333" providerId="LiveId" clId="{99A0B7FB-7ABD-43B7-B0BE-CF1927BF6B47}" dt="2020-06-07T02:40:13.546" v="51266" actId="2711"/>
          <ac:spMkLst>
            <pc:docMk/>
            <pc:sldMk cId="3652902692" sldId="471"/>
            <ac:spMk id="2" creationId="{8EFF6AFD-5AE2-4374-B5F1-6FD2C248EA91}"/>
          </ac:spMkLst>
        </pc:spChg>
        <pc:spChg chg="del">
          <ac:chgData name="동혁 임" userId="879f4c796d7a5333" providerId="LiveId" clId="{99A0B7FB-7ABD-43B7-B0BE-CF1927BF6B47}" dt="2020-06-07T02:34:38.264" v="50119" actId="931"/>
          <ac:spMkLst>
            <pc:docMk/>
            <pc:sldMk cId="3652902692" sldId="471"/>
            <ac:spMk id="3" creationId="{BF3D0712-E4DA-4CEB-A17F-367138A2E7A2}"/>
          </ac:spMkLst>
        </pc:spChg>
        <pc:spChg chg="mod ord">
          <ac:chgData name="동혁 임" userId="879f4c796d7a5333" providerId="LiveId" clId="{99A0B7FB-7ABD-43B7-B0BE-CF1927BF6B47}" dt="2020-06-07T02:40:26.938" v="51269" actId="6549"/>
          <ac:spMkLst>
            <pc:docMk/>
            <pc:sldMk cId="3652902692" sldId="471"/>
            <ac:spMk id="4" creationId="{38B30BAD-4764-411E-981C-D2085BF142D5}"/>
          </ac:spMkLst>
        </pc:spChg>
        <pc:spChg chg="add del">
          <ac:chgData name="동혁 임" userId="879f4c796d7a5333" providerId="LiveId" clId="{99A0B7FB-7ABD-43B7-B0BE-CF1927BF6B47}" dt="2020-06-07T02:38:48.497" v="51050" actId="26606"/>
          <ac:spMkLst>
            <pc:docMk/>
            <pc:sldMk cId="3652902692" sldId="471"/>
            <ac:spMk id="13" creationId="{6D24BC9E-AC6A-42EE-AFD8-B290720B841F}"/>
          </ac:spMkLst>
        </pc:spChg>
        <pc:spChg chg="add del">
          <ac:chgData name="동혁 임" userId="879f4c796d7a5333" providerId="LiveId" clId="{99A0B7FB-7ABD-43B7-B0BE-CF1927BF6B47}" dt="2020-06-07T02:38:48.497" v="51050" actId="26606"/>
          <ac:spMkLst>
            <pc:docMk/>
            <pc:sldMk cId="3652902692" sldId="471"/>
            <ac:spMk id="15" creationId="{0990C621-3B8B-4820-8328-D47EF7CE823C}"/>
          </ac:spMkLst>
        </pc:spChg>
        <pc:spChg chg="add del">
          <ac:chgData name="동혁 임" userId="879f4c796d7a5333" providerId="LiveId" clId="{99A0B7FB-7ABD-43B7-B0BE-CF1927BF6B47}" dt="2020-06-07T02:38:48.497" v="51050" actId="26606"/>
          <ac:spMkLst>
            <pc:docMk/>
            <pc:sldMk cId="3652902692" sldId="471"/>
            <ac:spMk id="17" creationId="{C1A2385B-1D2A-4E17-84FA-6CB7F0AAE473}"/>
          </ac:spMkLst>
        </pc:spChg>
        <pc:spChg chg="add del">
          <ac:chgData name="동혁 임" userId="879f4c796d7a5333" providerId="LiveId" clId="{99A0B7FB-7ABD-43B7-B0BE-CF1927BF6B47}" dt="2020-06-07T02:38:48.497" v="51050" actId="26606"/>
          <ac:spMkLst>
            <pc:docMk/>
            <pc:sldMk cId="3652902692" sldId="471"/>
            <ac:spMk id="19" creationId="{5E791F2F-79DB-4CC0-9FA1-001E3E91E8B7}"/>
          </ac:spMkLst>
        </pc:spChg>
        <pc:spChg chg="add del">
          <ac:chgData name="동혁 임" userId="879f4c796d7a5333" providerId="LiveId" clId="{99A0B7FB-7ABD-43B7-B0BE-CF1927BF6B47}" dt="2020-06-07T02:38:49.483" v="51052" actId="26606"/>
          <ac:spMkLst>
            <pc:docMk/>
            <pc:sldMk cId="3652902692" sldId="471"/>
            <ac:spMk id="21" creationId="{DB90EDA9-2517-46EC-B6D4-3918D04786C1}"/>
          </ac:spMkLst>
        </pc:spChg>
        <pc:spChg chg="add del">
          <ac:chgData name="동혁 임" userId="879f4c796d7a5333" providerId="LiveId" clId="{99A0B7FB-7ABD-43B7-B0BE-CF1927BF6B47}" dt="2020-06-07T02:38:49.483" v="51052" actId="26606"/>
          <ac:spMkLst>
            <pc:docMk/>
            <pc:sldMk cId="3652902692" sldId="471"/>
            <ac:spMk id="22" creationId="{D449B1F2-532C-44C7-8AC7-28EA15EE02CB}"/>
          </ac:spMkLst>
        </pc:spChg>
        <pc:spChg chg="add del">
          <ac:chgData name="동혁 임" userId="879f4c796d7a5333" providerId="LiveId" clId="{99A0B7FB-7ABD-43B7-B0BE-CF1927BF6B47}" dt="2020-06-07T02:38:49.483" v="51052" actId="26606"/>
          <ac:spMkLst>
            <pc:docMk/>
            <pc:sldMk cId="3652902692" sldId="471"/>
            <ac:spMk id="23" creationId="{EE7D3784-5CF9-4282-9B1C-523957852BF6}"/>
          </ac:spMkLst>
        </pc:spChg>
        <pc:spChg chg="add del">
          <ac:chgData name="동혁 임" userId="879f4c796d7a5333" providerId="LiveId" clId="{99A0B7FB-7ABD-43B7-B0BE-CF1927BF6B47}" dt="2020-06-07T02:38:58.929" v="51056" actId="26606"/>
          <ac:spMkLst>
            <pc:docMk/>
            <pc:sldMk cId="3652902692" sldId="471"/>
            <ac:spMk id="25" creationId="{6D24BC9E-AC6A-42EE-AFD8-B290720B841F}"/>
          </ac:spMkLst>
        </pc:spChg>
        <pc:spChg chg="add del">
          <ac:chgData name="동혁 임" userId="879f4c796d7a5333" providerId="LiveId" clId="{99A0B7FB-7ABD-43B7-B0BE-CF1927BF6B47}" dt="2020-06-07T02:38:58.929" v="51056" actId="26606"/>
          <ac:spMkLst>
            <pc:docMk/>
            <pc:sldMk cId="3652902692" sldId="471"/>
            <ac:spMk id="26" creationId="{0990C621-3B8B-4820-8328-D47EF7CE823C}"/>
          </ac:spMkLst>
        </pc:spChg>
        <pc:spChg chg="add del">
          <ac:chgData name="동혁 임" userId="879f4c796d7a5333" providerId="LiveId" clId="{99A0B7FB-7ABD-43B7-B0BE-CF1927BF6B47}" dt="2020-06-07T02:38:58.929" v="51056" actId="26606"/>
          <ac:spMkLst>
            <pc:docMk/>
            <pc:sldMk cId="3652902692" sldId="471"/>
            <ac:spMk id="27" creationId="{C1A2385B-1D2A-4E17-84FA-6CB7F0AAE473}"/>
          </ac:spMkLst>
        </pc:spChg>
        <pc:spChg chg="add del">
          <ac:chgData name="동혁 임" userId="879f4c796d7a5333" providerId="LiveId" clId="{99A0B7FB-7ABD-43B7-B0BE-CF1927BF6B47}" dt="2020-06-07T02:38:58.929" v="51056" actId="26606"/>
          <ac:spMkLst>
            <pc:docMk/>
            <pc:sldMk cId="3652902692" sldId="471"/>
            <ac:spMk id="28" creationId="{5E791F2F-79DB-4CC0-9FA1-001E3E91E8B7}"/>
          </ac:spMkLst>
        </pc:spChg>
        <pc:spChg chg="add">
          <ac:chgData name="동혁 임" userId="879f4c796d7a5333" providerId="LiveId" clId="{99A0B7FB-7ABD-43B7-B0BE-CF1927BF6B47}" dt="2020-06-07T02:38:58.929" v="51056" actId="26606"/>
          <ac:spMkLst>
            <pc:docMk/>
            <pc:sldMk cId="3652902692" sldId="471"/>
            <ac:spMk id="33" creationId="{6D24BC9E-AC6A-42EE-AFD8-B290720B841F}"/>
          </ac:spMkLst>
        </pc:spChg>
        <pc:spChg chg="add">
          <ac:chgData name="동혁 임" userId="879f4c796d7a5333" providerId="LiveId" clId="{99A0B7FB-7ABD-43B7-B0BE-CF1927BF6B47}" dt="2020-06-07T02:38:58.929" v="51056" actId="26606"/>
          <ac:spMkLst>
            <pc:docMk/>
            <pc:sldMk cId="3652902692" sldId="471"/>
            <ac:spMk id="35" creationId="{0990C621-3B8B-4820-8328-D47EF7CE823C}"/>
          </ac:spMkLst>
        </pc:spChg>
        <pc:spChg chg="add">
          <ac:chgData name="동혁 임" userId="879f4c796d7a5333" providerId="LiveId" clId="{99A0B7FB-7ABD-43B7-B0BE-CF1927BF6B47}" dt="2020-06-07T02:38:58.929" v="51056" actId="26606"/>
          <ac:spMkLst>
            <pc:docMk/>
            <pc:sldMk cId="3652902692" sldId="471"/>
            <ac:spMk id="37" creationId="{C1A2385B-1D2A-4E17-84FA-6CB7F0AAE473}"/>
          </ac:spMkLst>
        </pc:spChg>
        <pc:spChg chg="add">
          <ac:chgData name="동혁 임" userId="879f4c796d7a5333" providerId="LiveId" clId="{99A0B7FB-7ABD-43B7-B0BE-CF1927BF6B47}" dt="2020-06-07T02:38:58.929" v="51056" actId="26606"/>
          <ac:spMkLst>
            <pc:docMk/>
            <pc:sldMk cId="3652902692" sldId="471"/>
            <ac:spMk id="39" creationId="{5E791F2F-79DB-4CC0-9FA1-001E3E91E8B7}"/>
          </ac:spMkLst>
        </pc:spChg>
        <pc:picChg chg="add mod ord">
          <ac:chgData name="동혁 임" userId="879f4c796d7a5333" providerId="LiveId" clId="{99A0B7FB-7ABD-43B7-B0BE-CF1927BF6B47}" dt="2020-06-07T02:38:58.929" v="51056" actId="26606"/>
          <ac:picMkLst>
            <pc:docMk/>
            <pc:sldMk cId="3652902692" sldId="471"/>
            <ac:picMk id="6" creationId="{E2ECD80D-692D-4EE6-B931-7084045AD79C}"/>
          </ac:picMkLst>
        </pc:picChg>
        <pc:picChg chg="add mod">
          <ac:chgData name="동혁 임" userId="879f4c796d7a5333" providerId="LiveId" clId="{99A0B7FB-7ABD-43B7-B0BE-CF1927BF6B47}" dt="2020-06-07T02:38:58.929" v="51056" actId="26606"/>
          <ac:picMkLst>
            <pc:docMk/>
            <pc:sldMk cId="3652902692" sldId="471"/>
            <ac:picMk id="8" creationId="{FA5758AA-7E47-4930-981D-2708F47ACFF7}"/>
          </ac:picMkLst>
        </pc:picChg>
        <pc:picChg chg="add del mod">
          <ac:chgData name="동혁 임" userId="879f4c796d7a5333" providerId="LiveId" clId="{99A0B7FB-7ABD-43B7-B0BE-CF1927BF6B47}" dt="2020-06-07T02:38:36.980" v="51038" actId="478"/>
          <ac:picMkLst>
            <pc:docMk/>
            <pc:sldMk cId="3652902692" sldId="471"/>
            <ac:picMk id="10" creationId="{519D00C4-01DB-45CF-8768-908B25D45859}"/>
          </ac:picMkLst>
        </pc:picChg>
        <pc:picChg chg="add del mod ord">
          <ac:chgData name="동혁 임" userId="879f4c796d7a5333" providerId="LiveId" clId="{99A0B7FB-7ABD-43B7-B0BE-CF1927BF6B47}" dt="2020-06-07T02:38:37.962" v="51040" actId="478"/>
          <ac:picMkLst>
            <pc:docMk/>
            <pc:sldMk cId="3652902692" sldId="471"/>
            <ac:picMk id="12" creationId="{1BEB7E21-F5F3-4F22-AC8C-255674A28B39}"/>
          </ac:picMkLst>
        </pc:picChg>
        <pc:picChg chg="add del mod">
          <ac:chgData name="동혁 임" userId="879f4c796d7a5333" providerId="LiveId" clId="{99A0B7FB-7ABD-43B7-B0BE-CF1927BF6B47}" dt="2020-06-07T02:38:37.527" v="51039" actId="478"/>
          <ac:picMkLst>
            <pc:docMk/>
            <pc:sldMk cId="3652902692" sldId="471"/>
            <ac:picMk id="14" creationId="{A9AF06EB-DD86-4753-9E89-B98263F72E89}"/>
          </ac:picMkLst>
        </pc:picChg>
      </pc:sldChg>
      <pc:sldChg chg="addSp delSp modSp new mod setBg">
        <pc:chgData name="동혁 임" userId="879f4c796d7a5333" providerId="LiveId" clId="{99A0B7FB-7ABD-43B7-B0BE-CF1927BF6B47}" dt="2020-06-07T02:41:03.667" v="51437" actId="27636"/>
        <pc:sldMkLst>
          <pc:docMk/>
          <pc:sldMk cId="2419631114" sldId="472"/>
        </pc:sldMkLst>
        <pc:spChg chg="mod">
          <ac:chgData name="동혁 임" userId="879f4c796d7a5333" providerId="LiveId" clId="{99A0B7FB-7ABD-43B7-B0BE-CF1927BF6B47}" dt="2020-06-07T02:40:34.851" v="51270" actId="2711"/>
          <ac:spMkLst>
            <pc:docMk/>
            <pc:sldMk cId="2419631114" sldId="472"/>
            <ac:spMk id="2" creationId="{3965C9D5-8037-4A05-9864-53F570FCB891}"/>
          </ac:spMkLst>
        </pc:spChg>
        <pc:spChg chg="del mod">
          <ac:chgData name="동혁 임" userId="879f4c796d7a5333" providerId="LiveId" clId="{99A0B7FB-7ABD-43B7-B0BE-CF1927BF6B47}" dt="2020-06-07T02:38:21.188" v="51030" actId="931"/>
          <ac:spMkLst>
            <pc:docMk/>
            <pc:sldMk cId="2419631114" sldId="472"/>
            <ac:spMk id="3" creationId="{3159AFB1-A8C3-44D7-86FA-1470AE617780}"/>
          </ac:spMkLst>
        </pc:spChg>
        <pc:spChg chg="mod ord">
          <ac:chgData name="동혁 임" userId="879f4c796d7a5333" providerId="LiveId" clId="{99A0B7FB-7ABD-43B7-B0BE-CF1927BF6B47}" dt="2020-06-07T02:41:03.667" v="51437" actId="27636"/>
          <ac:spMkLst>
            <pc:docMk/>
            <pc:sldMk cId="2419631114" sldId="472"/>
            <ac:spMk id="4" creationId="{562647F7-1088-4DFB-9E05-7806E2DF2815}"/>
          </ac:spMkLst>
        </pc:spChg>
        <pc:spChg chg="add">
          <ac:chgData name="동혁 임" userId="879f4c796d7a5333" providerId="LiveId" clId="{99A0B7FB-7ABD-43B7-B0BE-CF1927BF6B47}" dt="2020-06-07T02:38:32.523" v="51037" actId="26606"/>
          <ac:spMkLst>
            <pc:docMk/>
            <pc:sldMk cId="2419631114" sldId="472"/>
            <ac:spMk id="15" creationId="{5BA49487-3FDB-4FB7-9D50-2B4F9454DA91}"/>
          </ac:spMkLst>
        </pc:spChg>
        <pc:spChg chg="add">
          <ac:chgData name="동혁 임" userId="879f4c796d7a5333" providerId="LiveId" clId="{99A0B7FB-7ABD-43B7-B0BE-CF1927BF6B47}" dt="2020-06-07T02:38:32.523" v="51037" actId="26606"/>
          <ac:spMkLst>
            <pc:docMk/>
            <pc:sldMk cId="2419631114" sldId="472"/>
            <ac:spMk id="17" creationId="{1C938212-FA12-4FF1-87C8-ACDE99D06F69}"/>
          </ac:spMkLst>
        </pc:spChg>
        <pc:spChg chg="add">
          <ac:chgData name="동혁 임" userId="879f4c796d7a5333" providerId="LiveId" clId="{99A0B7FB-7ABD-43B7-B0BE-CF1927BF6B47}" dt="2020-06-07T02:38:32.523" v="51037" actId="26606"/>
          <ac:spMkLst>
            <pc:docMk/>
            <pc:sldMk cId="2419631114" sldId="472"/>
            <ac:spMk id="19" creationId="{369F152D-E540-4B48-BA11-2ADF043C6111}"/>
          </ac:spMkLst>
        </pc:spChg>
        <pc:spChg chg="add">
          <ac:chgData name="동혁 임" userId="879f4c796d7a5333" providerId="LiveId" clId="{99A0B7FB-7ABD-43B7-B0BE-CF1927BF6B47}" dt="2020-06-07T02:38:32.523" v="51037" actId="26606"/>
          <ac:spMkLst>
            <pc:docMk/>
            <pc:sldMk cId="2419631114" sldId="472"/>
            <ac:spMk id="21" creationId="{0C059F7E-04C4-4C46-9B3E-E5CE267E347D}"/>
          </ac:spMkLst>
        </pc:spChg>
        <pc:picChg chg="add mod">
          <ac:chgData name="동혁 임" userId="879f4c796d7a5333" providerId="LiveId" clId="{99A0B7FB-7ABD-43B7-B0BE-CF1927BF6B47}" dt="2020-06-07T02:38:32.523" v="51037" actId="26606"/>
          <ac:picMkLst>
            <pc:docMk/>
            <pc:sldMk cId="2419631114" sldId="472"/>
            <ac:picMk id="6" creationId="{B1FAADCF-8634-4B61-9EBF-3417F9F8819E}"/>
          </ac:picMkLst>
        </pc:picChg>
        <pc:picChg chg="add mod">
          <ac:chgData name="동혁 임" userId="879f4c796d7a5333" providerId="LiveId" clId="{99A0B7FB-7ABD-43B7-B0BE-CF1927BF6B47}" dt="2020-06-07T02:38:32.523" v="51037" actId="26606"/>
          <ac:picMkLst>
            <pc:docMk/>
            <pc:sldMk cId="2419631114" sldId="472"/>
            <ac:picMk id="8" creationId="{8DDF7405-E5DB-47E8-85B0-815C530D95A0}"/>
          </ac:picMkLst>
        </pc:picChg>
        <pc:picChg chg="add mod">
          <ac:chgData name="동혁 임" userId="879f4c796d7a5333" providerId="LiveId" clId="{99A0B7FB-7ABD-43B7-B0BE-CF1927BF6B47}" dt="2020-06-07T02:38:32.523" v="51037" actId="26606"/>
          <ac:picMkLst>
            <pc:docMk/>
            <pc:sldMk cId="2419631114" sldId="472"/>
            <ac:picMk id="10" creationId="{40ACB3E8-A0AE-467E-9424-4B5ADDA1C388}"/>
          </ac:picMkLst>
        </pc:picChg>
      </pc:sldChg>
      <pc:sldChg chg="addSp delSp modSp new mod setBg">
        <pc:chgData name="동혁 임" userId="879f4c796d7a5333" providerId="LiveId" clId="{99A0B7FB-7ABD-43B7-B0BE-CF1927BF6B47}" dt="2020-06-07T09:44:12.212" v="55072" actId="5793"/>
        <pc:sldMkLst>
          <pc:docMk/>
          <pc:sldMk cId="3592814931" sldId="473"/>
        </pc:sldMkLst>
        <pc:spChg chg="mod">
          <ac:chgData name="동혁 임" userId="879f4c796d7a5333" providerId="LiveId" clId="{99A0B7FB-7ABD-43B7-B0BE-CF1927BF6B47}" dt="2020-06-07T03:50:55.865" v="52174"/>
          <ac:spMkLst>
            <pc:docMk/>
            <pc:sldMk cId="3592814931" sldId="473"/>
            <ac:spMk id="2" creationId="{02158E1F-015F-4BDC-BCB7-E225378699C4}"/>
          </ac:spMkLst>
        </pc:spChg>
        <pc:spChg chg="del mod">
          <ac:chgData name="동혁 임" userId="879f4c796d7a5333" providerId="LiveId" clId="{99A0B7FB-7ABD-43B7-B0BE-CF1927BF6B47}" dt="2020-06-07T03:42:18.597" v="52084" actId="931"/>
          <ac:spMkLst>
            <pc:docMk/>
            <pc:sldMk cId="3592814931" sldId="473"/>
            <ac:spMk id="3" creationId="{BAB8A361-E555-498D-878D-631513E30D85}"/>
          </ac:spMkLst>
        </pc:spChg>
        <pc:spChg chg="mod">
          <ac:chgData name="동혁 임" userId="879f4c796d7a5333" providerId="LiveId" clId="{99A0B7FB-7ABD-43B7-B0BE-CF1927BF6B47}" dt="2020-06-07T09:44:12.212" v="55072" actId="5793"/>
          <ac:spMkLst>
            <pc:docMk/>
            <pc:sldMk cId="3592814931" sldId="473"/>
            <ac:spMk id="4" creationId="{CEEC4E5A-FB73-460F-9DC3-5F32AF9841E1}"/>
          </ac:spMkLst>
        </pc:spChg>
        <pc:spChg chg="add del">
          <ac:chgData name="동혁 임" userId="879f4c796d7a5333" providerId="LiveId" clId="{99A0B7FB-7ABD-43B7-B0BE-CF1927BF6B47}" dt="2020-06-07T03:49:44.443" v="52105" actId="26606"/>
          <ac:spMkLst>
            <pc:docMk/>
            <pc:sldMk cId="3592814931" sldId="473"/>
            <ac:spMk id="13" creationId="{6D24BC9E-AC6A-42EE-AFD8-B290720B841F}"/>
          </ac:spMkLst>
        </pc:spChg>
        <pc:spChg chg="add del">
          <ac:chgData name="동혁 임" userId="879f4c796d7a5333" providerId="LiveId" clId="{99A0B7FB-7ABD-43B7-B0BE-CF1927BF6B47}" dt="2020-06-07T03:49:44.443" v="52105" actId="26606"/>
          <ac:spMkLst>
            <pc:docMk/>
            <pc:sldMk cId="3592814931" sldId="473"/>
            <ac:spMk id="15" creationId="{0990C621-3B8B-4820-8328-D47EF7CE823C}"/>
          </ac:spMkLst>
        </pc:spChg>
        <pc:spChg chg="add del">
          <ac:chgData name="동혁 임" userId="879f4c796d7a5333" providerId="LiveId" clId="{99A0B7FB-7ABD-43B7-B0BE-CF1927BF6B47}" dt="2020-06-07T03:49:44.443" v="52105" actId="26606"/>
          <ac:spMkLst>
            <pc:docMk/>
            <pc:sldMk cId="3592814931" sldId="473"/>
            <ac:spMk id="17" creationId="{C1A2385B-1D2A-4E17-84FA-6CB7F0AAE473}"/>
          </ac:spMkLst>
        </pc:spChg>
        <pc:spChg chg="add del">
          <ac:chgData name="동혁 임" userId="879f4c796d7a5333" providerId="LiveId" clId="{99A0B7FB-7ABD-43B7-B0BE-CF1927BF6B47}" dt="2020-06-07T03:49:44.443" v="52105" actId="26606"/>
          <ac:spMkLst>
            <pc:docMk/>
            <pc:sldMk cId="3592814931" sldId="473"/>
            <ac:spMk id="19" creationId="{5E791F2F-79DB-4CC0-9FA1-001E3E91E8B7}"/>
          </ac:spMkLst>
        </pc:spChg>
        <pc:spChg chg="add">
          <ac:chgData name="동혁 임" userId="879f4c796d7a5333" providerId="LiveId" clId="{99A0B7FB-7ABD-43B7-B0BE-CF1927BF6B47}" dt="2020-06-07T03:49:44.443" v="52105" actId="26606"/>
          <ac:spMkLst>
            <pc:docMk/>
            <pc:sldMk cId="3592814931" sldId="473"/>
            <ac:spMk id="24" creationId="{6D24BC9E-AC6A-42EE-AFD8-B290720B841F}"/>
          </ac:spMkLst>
        </pc:spChg>
        <pc:spChg chg="add">
          <ac:chgData name="동혁 임" userId="879f4c796d7a5333" providerId="LiveId" clId="{99A0B7FB-7ABD-43B7-B0BE-CF1927BF6B47}" dt="2020-06-07T03:49:44.443" v="52105" actId="26606"/>
          <ac:spMkLst>
            <pc:docMk/>
            <pc:sldMk cId="3592814931" sldId="473"/>
            <ac:spMk id="26" creationId="{0990C621-3B8B-4820-8328-D47EF7CE823C}"/>
          </ac:spMkLst>
        </pc:spChg>
        <pc:spChg chg="add">
          <ac:chgData name="동혁 임" userId="879f4c796d7a5333" providerId="LiveId" clId="{99A0B7FB-7ABD-43B7-B0BE-CF1927BF6B47}" dt="2020-06-07T03:49:44.443" v="52105" actId="26606"/>
          <ac:spMkLst>
            <pc:docMk/>
            <pc:sldMk cId="3592814931" sldId="473"/>
            <ac:spMk id="28" creationId="{C1A2385B-1D2A-4E17-84FA-6CB7F0AAE473}"/>
          </ac:spMkLst>
        </pc:spChg>
        <pc:spChg chg="add">
          <ac:chgData name="동혁 임" userId="879f4c796d7a5333" providerId="LiveId" clId="{99A0B7FB-7ABD-43B7-B0BE-CF1927BF6B47}" dt="2020-06-07T03:49:44.443" v="52105" actId="26606"/>
          <ac:spMkLst>
            <pc:docMk/>
            <pc:sldMk cId="3592814931" sldId="473"/>
            <ac:spMk id="30" creationId="{5E791F2F-79DB-4CC0-9FA1-001E3E91E8B7}"/>
          </ac:spMkLst>
        </pc:spChg>
        <pc:picChg chg="add mod">
          <ac:chgData name="동혁 임" userId="879f4c796d7a5333" providerId="LiveId" clId="{99A0B7FB-7ABD-43B7-B0BE-CF1927BF6B47}" dt="2020-06-07T03:42:23.176" v="52087" actId="26606"/>
          <ac:picMkLst>
            <pc:docMk/>
            <pc:sldMk cId="3592814931" sldId="473"/>
            <ac:picMk id="6" creationId="{F648A822-6C46-48A9-B1B3-B8A3AF6365A3}"/>
          </ac:picMkLst>
        </pc:picChg>
        <pc:picChg chg="add mod ord">
          <ac:chgData name="동혁 임" userId="879f4c796d7a5333" providerId="LiveId" clId="{99A0B7FB-7ABD-43B7-B0BE-CF1927BF6B47}" dt="2020-06-07T03:42:23.176" v="52087" actId="26606"/>
          <ac:picMkLst>
            <pc:docMk/>
            <pc:sldMk cId="3592814931" sldId="473"/>
            <ac:picMk id="8" creationId="{F8EC4813-E9B5-4C9A-9BAB-6866ED4FBD6D}"/>
          </ac:picMkLst>
        </pc:picChg>
      </pc:sldChg>
      <pc:sldChg chg="addSp modSp new mod setBg">
        <pc:chgData name="동혁 임" userId="879f4c796d7a5333" providerId="LiveId" clId="{99A0B7FB-7ABD-43B7-B0BE-CF1927BF6B47}" dt="2020-06-07T03:50:53.403" v="52173" actId="2711"/>
        <pc:sldMkLst>
          <pc:docMk/>
          <pc:sldMk cId="3912773786" sldId="474"/>
        </pc:sldMkLst>
        <pc:spChg chg="mod">
          <ac:chgData name="동혁 임" userId="879f4c796d7a5333" providerId="LiveId" clId="{99A0B7FB-7ABD-43B7-B0BE-CF1927BF6B47}" dt="2020-06-07T03:50:53.403" v="52173" actId="2711"/>
          <ac:spMkLst>
            <pc:docMk/>
            <pc:sldMk cId="3912773786" sldId="474"/>
            <ac:spMk id="2" creationId="{A155F90E-13FC-4236-BEAB-B51BF5DEC59E}"/>
          </ac:spMkLst>
        </pc:spChg>
        <pc:spChg chg="mod">
          <ac:chgData name="동혁 임" userId="879f4c796d7a5333" providerId="LiveId" clId="{99A0B7FB-7ABD-43B7-B0BE-CF1927BF6B47}" dt="2020-06-07T03:50:53.403" v="52173" actId="2711"/>
          <ac:spMkLst>
            <pc:docMk/>
            <pc:sldMk cId="3912773786" sldId="474"/>
            <ac:spMk id="3" creationId="{44440F4F-0136-488A-B3AA-08BAE4905938}"/>
          </ac:spMkLst>
        </pc:spChg>
        <pc:spChg chg="add">
          <ac:chgData name="동혁 임" userId="879f4c796d7a5333" providerId="LiveId" clId="{99A0B7FB-7ABD-43B7-B0BE-CF1927BF6B47}" dt="2020-06-07T03:50:36.796" v="52161" actId="26606"/>
          <ac:spMkLst>
            <pc:docMk/>
            <pc:sldMk cId="3912773786" sldId="474"/>
            <ac:spMk id="8" creationId="{1ACA2EA0-FFD3-42EC-9406-B595015ED96E}"/>
          </ac:spMkLst>
        </pc:spChg>
        <pc:spChg chg="add">
          <ac:chgData name="동혁 임" userId="879f4c796d7a5333" providerId="LiveId" clId="{99A0B7FB-7ABD-43B7-B0BE-CF1927BF6B47}" dt="2020-06-07T03:50:36.796" v="52161" actId="26606"/>
          <ac:spMkLst>
            <pc:docMk/>
            <pc:sldMk cId="3912773786" sldId="474"/>
            <ac:spMk id="10" creationId="{D5288BCE-665C-472A-8C43-664BCFA31E43}"/>
          </ac:spMkLst>
        </pc:spChg>
        <pc:spChg chg="add">
          <ac:chgData name="동혁 임" userId="879f4c796d7a5333" providerId="LiveId" clId="{99A0B7FB-7ABD-43B7-B0BE-CF1927BF6B47}" dt="2020-06-07T03:50:36.796" v="52161" actId="26606"/>
          <ac:spMkLst>
            <pc:docMk/>
            <pc:sldMk cId="3912773786" sldId="474"/>
            <ac:spMk id="12" creationId="{46C57131-53A7-4C1A-BEA8-25F06A06AD29}"/>
          </ac:spMkLst>
        </pc:spChg>
      </pc:sldChg>
      <pc:sldChg chg="addSp delSp modSp new mod setBg">
        <pc:chgData name="동혁 임" userId="879f4c796d7a5333" providerId="LiveId" clId="{99A0B7FB-7ABD-43B7-B0BE-CF1927BF6B47}" dt="2020-06-07T09:44:15.276" v="55074" actId="5793"/>
        <pc:sldMkLst>
          <pc:docMk/>
          <pc:sldMk cId="1723978138" sldId="475"/>
        </pc:sldMkLst>
        <pc:spChg chg="mod ord">
          <ac:chgData name="동혁 임" userId="879f4c796d7a5333" providerId="LiveId" clId="{99A0B7FB-7ABD-43B7-B0BE-CF1927BF6B47}" dt="2020-06-07T08:23:48.534" v="52944" actId="21"/>
          <ac:spMkLst>
            <pc:docMk/>
            <pc:sldMk cId="1723978138" sldId="475"/>
            <ac:spMk id="2" creationId="{F24F0A0C-DC47-4E82-95BD-9505E621E5E5}"/>
          </ac:spMkLst>
        </pc:spChg>
        <pc:spChg chg="del">
          <ac:chgData name="동혁 임" userId="879f4c796d7a5333" providerId="LiveId" clId="{99A0B7FB-7ABD-43B7-B0BE-CF1927BF6B47}" dt="2020-06-07T07:01:38.741" v="52176" actId="931"/>
          <ac:spMkLst>
            <pc:docMk/>
            <pc:sldMk cId="1723978138" sldId="475"/>
            <ac:spMk id="3" creationId="{584BE51D-4581-414D-9C4D-ADD45C04F55D}"/>
          </ac:spMkLst>
        </pc:spChg>
        <pc:spChg chg="mod ord">
          <ac:chgData name="동혁 임" userId="879f4c796d7a5333" providerId="LiveId" clId="{99A0B7FB-7ABD-43B7-B0BE-CF1927BF6B47}" dt="2020-06-07T09:44:15.276" v="55074" actId="5793"/>
          <ac:spMkLst>
            <pc:docMk/>
            <pc:sldMk cId="1723978138" sldId="475"/>
            <ac:spMk id="4" creationId="{A06D6CC8-1FA4-406D-9A02-0ACB059C3293}"/>
          </ac:spMkLst>
        </pc:spChg>
        <pc:spChg chg="add del mod">
          <ac:chgData name="동혁 임" userId="879f4c796d7a5333" providerId="LiveId" clId="{99A0B7FB-7ABD-43B7-B0BE-CF1927BF6B47}" dt="2020-06-07T07:44:56.370" v="52490" actId="931"/>
          <ac:spMkLst>
            <pc:docMk/>
            <pc:sldMk cId="1723978138" sldId="475"/>
            <ac:spMk id="8" creationId="{B3DE187A-44DD-47EB-87CA-17B92E4A88AD}"/>
          </ac:spMkLst>
        </pc:spChg>
        <pc:spChg chg="add del">
          <ac:chgData name="동혁 임" userId="879f4c796d7a5333" providerId="LiveId" clId="{99A0B7FB-7ABD-43B7-B0BE-CF1927BF6B47}" dt="2020-06-07T07:45:16.651" v="52498" actId="26606"/>
          <ac:spMkLst>
            <pc:docMk/>
            <pc:sldMk cId="1723978138" sldId="475"/>
            <ac:spMk id="11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07:45:16.651" v="52498" actId="26606"/>
          <ac:spMkLst>
            <pc:docMk/>
            <pc:sldMk cId="1723978138" sldId="475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07:45:16.651" v="52498" actId="26606"/>
          <ac:spMkLst>
            <pc:docMk/>
            <pc:sldMk cId="1723978138" sldId="475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07:45:16.651" v="52498" actId="26606"/>
          <ac:spMkLst>
            <pc:docMk/>
            <pc:sldMk cId="1723978138" sldId="475"/>
            <ac:spMk id="17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07:45:16.642" v="52497" actId="26606"/>
          <ac:spMkLst>
            <pc:docMk/>
            <pc:sldMk cId="1723978138" sldId="475"/>
            <ac:spMk id="23" creationId="{5BA49487-3FDB-4FB7-9D50-2B4F9454DA91}"/>
          </ac:spMkLst>
        </pc:spChg>
        <pc:spChg chg="add del">
          <ac:chgData name="동혁 임" userId="879f4c796d7a5333" providerId="LiveId" clId="{99A0B7FB-7ABD-43B7-B0BE-CF1927BF6B47}" dt="2020-06-07T07:45:16.642" v="52497" actId="26606"/>
          <ac:spMkLst>
            <pc:docMk/>
            <pc:sldMk cId="1723978138" sldId="475"/>
            <ac:spMk id="25" creationId="{1C938212-FA12-4FF1-87C8-ACDE99D06F69}"/>
          </ac:spMkLst>
        </pc:spChg>
        <pc:spChg chg="add del">
          <ac:chgData name="동혁 임" userId="879f4c796d7a5333" providerId="LiveId" clId="{99A0B7FB-7ABD-43B7-B0BE-CF1927BF6B47}" dt="2020-06-07T07:45:16.642" v="52497" actId="26606"/>
          <ac:spMkLst>
            <pc:docMk/>
            <pc:sldMk cId="1723978138" sldId="475"/>
            <ac:spMk id="27" creationId="{369F152D-E540-4B48-BA11-2ADF043C6111}"/>
          </ac:spMkLst>
        </pc:spChg>
        <pc:spChg chg="add del">
          <ac:chgData name="동혁 임" userId="879f4c796d7a5333" providerId="LiveId" clId="{99A0B7FB-7ABD-43B7-B0BE-CF1927BF6B47}" dt="2020-06-07T07:45:16.642" v="52497" actId="26606"/>
          <ac:spMkLst>
            <pc:docMk/>
            <pc:sldMk cId="1723978138" sldId="475"/>
            <ac:spMk id="29" creationId="{0C059F7E-04C4-4C46-9B3E-E5CE267E347D}"/>
          </ac:spMkLst>
        </pc:spChg>
        <pc:spChg chg="add">
          <ac:chgData name="동혁 임" userId="879f4c796d7a5333" providerId="LiveId" clId="{99A0B7FB-7ABD-43B7-B0BE-CF1927BF6B47}" dt="2020-06-07T07:45:16.651" v="52498" actId="26606"/>
          <ac:spMkLst>
            <pc:docMk/>
            <pc:sldMk cId="1723978138" sldId="475"/>
            <ac:spMk id="31" creationId="{2DDE3054-7688-403A-8800-8FA4F1B54962}"/>
          </ac:spMkLst>
        </pc:spChg>
        <pc:spChg chg="add">
          <ac:chgData name="동혁 임" userId="879f4c796d7a5333" providerId="LiveId" clId="{99A0B7FB-7ABD-43B7-B0BE-CF1927BF6B47}" dt="2020-06-07T07:45:16.651" v="52498" actId="26606"/>
          <ac:spMkLst>
            <pc:docMk/>
            <pc:sldMk cId="1723978138" sldId="475"/>
            <ac:spMk id="32" creationId="{1C938212-FA12-4FF1-87C8-ACDE99D06F69}"/>
          </ac:spMkLst>
        </pc:spChg>
        <pc:spChg chg="add">
          <ac:chgData name="동혁 임" userId="879f4c796d7a5333" providerId="LiveId" clId="{99A0B7FB-7ABD-43B7-B0BE-CF1927BF6B47}" dt="2020-06-07T07:45:16.651" v="52498" actId="26606"/>
          <ac:spMkLst>
            <pc:docMk/>
            <pc:sldMk cId="1723978138" sldId="475"/>
            <ac:spMk id="33" creationId="{369F152D-E540-4B48-BA11-2ADF043C6111}"/>
          </ac:spMkLst>
        </pc:spChg>
        <pc:spChg chg="add">
          <ac:chgData name="동혁 임" userId="879f4c796d7a5333" providerId="LiveId" clId="{99A0B7FB-7ABD-43B7-B0BE-CF1927BF6B47}" dt="2020-06-07T07:45:16.651" v="52498" actId="26606"/>
          <ac:spMkLst>
            <pc:docMk/>
            <pc:sldMk cId="1723978138" sldId="475"/>
            <ac:spMk id="34" creationId="{0C059F7E-04C4-4C46-9B3E-E5CE267E347D}"/>
          </ac:spMkLst>
        </pc:spChg>
        <pc:picChg chg="add del mod modCrop">
          <ac:chgData name="동혁 임" userId="879f4c796d7a5333" providerId="LiveId" clId="{99A0B7FB-7ABD-43B7-B0BE-CF1927BF6B47}" dt="2020-06-07T07:44:49.364" v="52489" actId="478"/>
          <ac:picMkLst>
            <pc:docMk/>
            <pc:sldMk cId="1723978138" sldId="475"/>
            <ac:picMk id="6" creationId="{B3D8C6B9-F3E7-4871-9DBC-2BA23F42EC42}"/>
          </ac:picMkLst>
        </pc:picChg>
        <pc:picChg chg="add mod ord">
          <ac:chgData name="동혁 임" userId="879f4c796d7a5333" providerId="LiveId" clId="{99A0B7FB-7ABD-43B7-B0BE-CF1927BF6B47}" dt="2020-06-07T07:45:16.651" v="52498" actId="26606"/>
          <ac:picMkLst>
            <pc:docMk/>
            <pc:sldMk cId="1723978138" sldId="475"/>
            <ac:picMk id="10" creationId="{265E5CFE-0EB9-4BCF-92B2-AB497300B769}"/>
          </ac:picMkLst>
        </pc:picChg>
        <pc:picChg chg="add mod ord">
          <ac:chgData name="동혁 임" userId="879f4c796d7a5333" providerId="LiveId" clId="{99A0B7FB-7ABD-43B7-B0BE-CF1927BF6B47}" dt="2020-06-07T07:45:16.651" v="52498" actId="26606"/>
          <ac:picMkLst>
            <pc:docMk/>
            <pc:sldMk cId="1723978138" sldId="475"/>
            <ac:picMk id="14" creationId="{3EF9AE94-31C5-4BD4-9834-D478554FD6D5}"/>
          </ac:picMkLst>
        </pc:picChg>
        <pc:picChg chg="add mod">
          <ac:chgData name="동혁 임" userId="879f4c796d7a5333" providerId="LiveId" clId="{99A0B7FB-7ABD-43B7-B0BE-CF1927BF6B47}" dt="2020-06-07T07:45:16.651" v="52498" actId="26606"/>
          <ac:picMkLst>
            <pc:docMk/>
            <pc:sldMk cId="1723978138" sldId="475"/>
            <ac:picMk id="18" creationId="{05C78909-B261-449D-A11F-3E45B6C288BB}"/>
          </ac:picMkLst>
        </pc:picChg>
      </pc:sldChg>
      <pc:sldChg chg="addSp delSp modSp new mod setBg">
        <pc:chgData name="동혁 임" userId="879f4c796d7a5333" providerId="LiveId" clId="{99A0B7FB-7ABD-43B7-B0BE-CF1927BF6B47}" dt="2020-06-07T09:44:18.271" v="55076" actId="5793"/>
        <pc:sldMkLst>
          <pc:docMk/>
          <pc:sldMk cId="3364827592" sldId="476"/>
        </pc:sldMkLst>
        <pc:spChg chg="mod ord">
          <ac:chgData name="동혁 임" userId="879f4c796d7a5333" providerId="LiveId" clId="{99A0B7FB-7ABD-43B7-B0BE-CF1927BF6B47}" dt="2020-06-07T08:23:14.320" v="52941" actId="2711"/>
          <ac:spMkLst>
            <pc:docMk/>
            <pc:sldMk cId="3364827592" sldId="476"/>
            <ac:spMk id="2" creationId="{923B1825-D7CB-4CBA-B790-BC9D442F5E4E}"/>
          </ac:spMkLst>
        </pc:spChg>
        <pc:spChg chg="add del">
          <ac:chgData name="동혁 임" userId="879f4c796d7a5333" providerId="LiveId" clId="{99A0B7FB-7ABD-43B7-B0BE-CF1927BF6B47}" dt="2020-06-07T08:20:16.996" v="52934" actId="931"/>
          <ac:spMkLst>
            <pc:docMk/>
            <pc:sldMk cId="3364827592" sldId="476"/>
            <ac:spMk id="3" creationId="{DA7576E9-1555-4CE7-AC94-560ACA69C633}"/>
          </ac:spMkLst>
        </pc:spChg>
        <pc:spChg chg="mod">
          <ac:chgData name="동혁 임" userId="879f4c796d7a5333" providerId="LiveId" clId="{99A0B7FB-7ABD-43B7-B0BE-CF1927BF6B47}" dt="2020-06-07T09:44:18.271" v="55076" actId="5793"/>
          <ac:spMkLst>
            <pc:docMk/>
            <pc:sldMk cId="3364827592" sldId="476"/>
            <ac:spMk id="4" creationId="{9B908061-6EEB-43F2-A550-5758EC2A36D8}"/>
          </ac:spMkLst>
        </pc:spChg>
        <pc:spChg chg="add del">
          <ac:chgData name="동혁 임" userId="879f4c796d7a5333" providerId="LiveId" clId="{99A0B7FB-7ABD-43B7-B0BE-CF1927BF6B47}" dt="2020-06-07T08:23:05.778" v="52940" actId="26606"/>
          <ac:spMkLst>
            <pc:docMk/>
            <pc:sldMk cId="3364827592" sldId="476"/>
            <ac:spMk id="15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08:23:05.778" v="52940" actId="26606"/>
          <ac:spMkLst>
            <pc:docMk/>
            <pc:sldMk cId="3364827592" sldId="476"/>
            <ac:spMk id="17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08:23:05.778" v="52940" actId="26606"/>
          <ac:spMkLst>
            <pc:docMk/>
            <pc:sldMk cId="3364827592" sldId="476"/>
            <ac:spMk id="19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08:23:05.778" v="52940" actId="26606"/>
          <ac:spMkLst>
            <pc:docMk/>
            <pc:sldMk cId="3364827592" sldId="476"/>
            <ac:spMk id="21" creationId="{281E2DF8-F6D8-4E5C-B76E-E082FD8C1FBD}"/>
          </ac:spMkLst>
        </pc:spChg>
        <pc:spChg chg="add">
          <ac:chgData name="동혁 임" userId="879f4c796d7a5333" providerId="LiveId" clId="{99A0B7FB-7ABD-43B7-B0BE-CF1927BF6B47}" dt="2020-06-07T08:23:05.778" v="52940" actId="26606"/>
          <ac:spMkLst>
            <pc:docMk/>
            <pc:sldMk cId="3364827592" sldId="476"/>
            <ac:spMk id="26" creationId="{0C2F8F76-4F55-4ED5-AC3D-1714C449C867}"/>
          </ac:spMkLst>
        </pc:spChg>
        <pc:spChg chg="add">
          <ac:chgData name="동혁 임" userId="879f4c796d7a5333" providerId="LiveId" clId="{99A0B7FB-7ABD-43B7-B0BE-CF1927BF6B47}" dt="2020-06-07T08:23:05.778" v="52940" actId="26606"/>
          <ac:spMkLst>
            <pc:docMk/>
            <pc:sldMk cId="3364827592" sldId="476"/>
            <ac:spMk id="28" creationId="{57F6BDD4-E066-4008-8011-6CC31AEB4556}"/>
          </ac:spMkLst>
        </pc:spChg>
        <pc:spChg chg="add">
          <ac:chgData name="동혁 임" userId="879f4c796d7a5333" providerId="LiveId" clId="{99A0B7FB-7ABD-43B7-B0BE-CF1927BF6B47}" dt="2020-06-07T08:23:05.778" v="52940" actId="26606"/>
          <ac:spMkLst>
            <pc:docMk/>
            <pc:sldMk cId="3364827592" sldId="476"/>
            <ac:spMk id="30" creationId="{2711A8FB-68FC-45FC-B01E-38F809E2D439}"/>
          </ac:spMkLst>
        </pc:spChg>
        <pc:spChg chg="add">
          <ac:chgData name="동혁 임" userId="879f4c796d7a5333" providerId="LiveId" clId="{99A0B7FB-7ABD-43B7-B0BE-CF1927BF6B47}" dt="2020-06-07T08:23:05.778" v="52940" actId="26606"/>
          <ac:spMkLst>
            <pc:docMk/>
            <pc:sldMk cId="3364827592" sldId="476"/>
            <ac:spMk id="32" creationId="{281E2DF8-F6D8-4E5C-B76E-E082FD8C1FBD}"/>
          </ac:spMkLst>
        </pc:spChg>
        <pc:picChg chg="add del mod">
          <ac:chgData name="동혁 임" userId="879f4c796d7a5333" providerId="LiveId" clId="{99A0B7FB-7ABD-43B7-B0BE-CF1927BF6B47}" dt="2020-06-07T08:20:12.315" v="52931" actId="931"/>
          <ac:picMkLst>
            <pc:docMk/>
            <pc:sldMk cId="3364827592" sldId="476"/>
            <ac:picMk id="6" creationId="{2360DE95-3FA3-4235-9AC6-9BF75B4229FB}"/>
          </ac:picMkLst>
        </pc:picChg>
        <pc:picChg chg="add del mod">
          <ac:chgData name="동혁 임" userId="879f4c796d7a5333" providerId="LiveId" clId="{99A0B7FB-7ABD-43B7-B0BE-CF1927BF6B47}" dt="2020-06-07T08:20:12.315" v="52931" actId="931"/>
          <ac:picMkLst>
            <pc:docMk/>
            <pc:sldMk cId="3364827592" sldId="476"/>
            <ac:picMk id="8" creationId="{D77632F9-1673-4C02-A8E1-8F8FAB0A8C66}"/>
          </ac:picMkLst>
        </pc:picChg>
        <pc:picChg chg="add mod">
          <ac:chgData name="동혁 임" userId="879f4c796d7a5333" providerId="LiveId" clId="{99A0B7FB-7ABD-43B7-B0BE-CF1927BF6B47}" dt="2020-06-07T08:23:05.778" v="52940" actId="26606"/>
          <ac:picMkLst>
            <pc:docMk/>
            <pc:sldMk cId="3364827592" sldId="476"/>
            <ac:picMk id="10" creationId="{839536E9-3675-46B0-85B1-AC2DEFEFC62A}"/>
          </ac:picMkLst>
        </pc:picChg>
      </pc:sldChg>
      <pc:sldChg chg="addSp delSp modSp new mod setBg">
        <pc:chgData name="동혁 임" userId="879f4c796d7a5333" providerId="LiveId" clId="{99A0B7FB-7ABD-43B7-B0BE-CF1927BF6B47}" dt="2020-06-07T09:44:32.945" v="55098"/>
        <pc:sldMkLst>
          <pc:docMk/>
          <pc:sldMk cId="2393247855" sldId="477"/>
        </pc:sldMkLst>
        <pc:spChg chg="mod ord">
          <ac:chgData name="동혁 임" userId="879f4c796d7a5333" providerId="LiveId" clId="{99A0B7FB-7ABD-43B7-B0BE-CF1927BF6B47}" dt="2020-06-07T08:28:08.399" v="53313" actId="2711"/>
          <ac:spMkLst>
            <pc:docMk/>
            <pc:sldMk cId="2393247855" sldId="477"/>
            <ac:spMk id="2" creationId="{07D5BB0C-6A1B-4DF8-B12B-51327FAAC5F2}"/>
          </ac:spMkLst>
        </pc:spChg>
        <pc:spChg chg="del">
          <ac:chgData name="동혁 임" userId="879f4c796d7a5333" providerId="LiveId" clId="{99A0B7FB-7ABD-43B7-B0BE-CF1927BF6B47}" dt="2020-06-07T08:24:59.440" v="53289" actId="931"/>
          <ac:spMkLst>
            <pc:docMk/>
            <pc:sldMk cId="2393247855" sldId="477"/>
            <ac:spMk id="3" creationId="{C1923F71-0F77-481D-AD6C-73162DDBC9B8}"/>
          </ac:spMkLst>
        </pc:spChg>
        <pc:spChg chg="mod ord">
          <ac:chgData name="동혁 임" userId="879f4c796d7a5333" providerId="LiveId" clId="{99A0B7FB-7ABD-43B7-B0BE-CF1927BF6B47}" dt="2020-06-07T09:44:32.945" v="55098"/>
          <ac:spMkLst>
            <pc:docMk/>
            <pc:sldMk cId="2393247855" sldId="477"/>
            <ac:spMk id="4" creationId="{B9E3AB07-364B-4E46-B2A1-AD6863AA071F}"/>
          </ac:spMkLst>
        </pc:spChg>
        <pc:spChg chg="add del">
          <ac:chgData name="동혁 임" userId="879f4c796d7a5333" providerId="LiveId" clId="{99A0B7FB-7ABD-43B7-B0BE-CF1927BF6B47}" dt="2020-06-07T08:26:34.367" v="53301" actId="26606"/>
          <ac:spMkLst>
            <pc:docMk/>
            <pc:sldMk cId="2393247855" sldId="477"/>
            <ac:spMk id="13" creationId="{6D24BC9E-AC6A-42EE-AFD8-B290720B841F}"/>
          </ac:spMkLst>
        </pc:spChg>
        <pc:spChg chg="add del">
          <ac:chgData name="동혁 임" userId="879f4c796d7a5333" providerId="LiveId" clId="{99A0B7FB-7ABD-43B7-B0BE-CF1927BF6B47}" dt="2020-06-07T08:26:34.367" v="53301" actId="26606"/>
          <ac:spMkLst>
            <pc:docMk/>
            <pc:sldMk cId="2393247855" sldId="477"/>
            <ac:spMk id="15" creationId="{0990C621-3B8B-4820-8328-D47EF7CE823C}"/>
          </ac:spMkLst>
        </pc:spChg>
        <pc:spChg chg="add del">
          <ac:chgData name="동혁 임" userId="879f4c796d7a5333" providerId="LiveId" clId="{99A0B7FB-7ABD-43B7-B0BE-CF1927BF6B47}" dt="2020-06-07T08:26:34.367" v="53301" actId="26606"/>
          <ac:spMkLst>
            <pc:docMk/>
            <pc:sldMk cId="2393247855" sldId="477"/>
            <ac:spMk id="17" creationId="{C1A2385B-1D2A-4E17-84FA-6CB7F0AAE473}"/>
          </ac:spMkLst>
        </pc:spChg>
        <pc:spChg chg="add del">
          <ac:chgData name="동혁 임" userId="879f4c796d7a5333" providerId="LiveId" clId="{99A0B7FB-7ABD-43B7-B0BE-CF1927BF6B47}" dt="2020-06-07T08:26:34.367" v="53301" actId="26606"/>
          <ac:spMkLst>
            <pc:docMk/>
            <pc:sldMk cId="2393247855" sldId="477"/>
            <ac:spMk id="19" creationId="{5E791F2F-79DB-4CC0-9FA1-001E3E91E8B7}"/>
          </ac:spMkLst>
        </pc:spChg>
        <pc:spChg chg="add del">
          <ac:chgData name="동혁 임" userId="879f4c796d7a5333" providerId="LiveId" clId="{99A0B7FB-7ABD-43B7-B0BE-CF1927BF6B47}" dt="2020-06-07T08:26:32.727" v="53298" actId="26606"/>
          <ac:spMkLst>
            <pc:docMk/>
            <pc:sldMk cId="2393247855" sldId="477"/>
            <ac:spMk id="24" creationId="{DB90EDA9-2517-46EC-B6D4-3918D04786C1}"/>
          </ac:spMkLst>
        </pc:spChg>
        <pc:spChg chg="add del">
          <ac:chgData name="동혁 임" userId="879f4c796d7a5333" providerId="LiveId" clId="{99A0B7FB-7ABD-43B7-B0BE-CF1927BF6B47}" dt="2020-06-07T08:26:32.727" v="53298" actId="26606"/>
          <ac:spMkLst>
            <pc:docMk/>
            <pc:sldMk cId="2393247855" sldId="477"/>
            <ac:spMk id="26" creationId="{D449B1F2-532C-44C7-8AC7-28EA15EE02CB}"/>
          </ac:spMkLst>
        </pc:spChg>
        <pc:spChg chg="add del">
          <ac:chgData name="동혁 임" userId="879f4c796d7a5333" providerId="LiveId" clId="{99A0B7FB-7ABD-43B7-B0BE-CF1927BF6B47}" dt="2020-06-07T08:26:32.727" v="53298" actId="26606"/>
          <ac:spMkLst>
            <pc:docMk/>
            <pc:sldMk cId="2393247855" sldId="477"/>
            <ac:spMk id="28" creationId="{EE7D3784-5CF9-4282-9B1C-523957852BF6}"/>
          </ac:spMkLst>
        </pc:spChg>
        <pc:spChg chg="add del">
          <ac:chgData name="동혁 임" userId="879f4c796d7a5333" providerId="LiveId" clId="{99A0B7FB-7ABD-43B7-B0BE-CF1927BF6B47}" dt="2020-06-07T08:26:34.356" v="53300" actId="26606"/>
          <ac:spMkLst>
            <pc:docMk/>
            <pc:sldMk cId="2393247855" sldId="477"/>
            <ac:spMk id="49" creationId="{9D3A9E89-033E-4C4A-8C41-416DABFFD307}"/>
          </ac:spMkLst>
        </pc:spChg>
        <pc:spChg chg="add del">
          <ac:chgData name="동혁 임" userId="879f4c796d7a5333" providerId="LiveId" clId="{99A0B7FB-7ABD-43B7-B0BE-CF1927BF6B47}" dt="2020-06-07T08:26:34.356" v="53300" actId="26606"/>
          <ac:spMkLst>
            <pc:docMk/>
            <pc:sldMk cId="2393247855" sldId="477"/>
            <ac:spMk id="50" creationId="{78907291-9D6D-4740-81DB-441477BCA279}"/>
          </ac:spMkLst>
        </pc:spChg>
        <pc:spChg chg="add del">
          <ac:chgData name="동혁 임" userId="879f4c796d7a5333" providerId="LiveId" clId="{99A0B7FB-7ABD-43B7-B0BE-CF1927BF6B47}" dt="2020-06-07T08:26:34.356" v="53300" actId="26606"/>
          <ac:spMkLst>
            <pc:docMk/>
            <pc:sldMk cId="2393247855" sldId="477"/>
            <ac:spMk id="51" creationId="{86293361-111E-427D-8E5B-256944AC8395}"/>
          </ac:spMkLst>
        </pc:spChg>
        <pc:spChg chg="add del">
          <ac:chgData name="동혁 임" userId="879f4c796d7a5333" providerId="LiveId" clId="{99A0B7FB-7ABD-43B7-B0BE-CF1927BF6B47}" dt="2020-06-07T08:27:30.578" v="53309" actId="26606"/>
          <ac:spMkLst>
            <pc:docMk/>
            <pc:sldMk cId="2393247855" sldId="477"/>
            <ac:spMk id="54" creationId="{231BF440-39FA-4087-84CC-2EEC0BBDAF29}"/>
          </ac:spMkLst>
        </pc:spChg>
        <pc:spChg chg="add del">
          <ac:chgData name="동혁 임" userId="879f4c796d7a5333" providerId="LiveId" clId="{99A0B7FB-7ABD-43B7-B0BE-CF1927BF6B47}" dt="2020-06-07T08:27:30.578" v="53309" actId="26606"/>
          <ac:spMkLst>
            <pc:docMk/>
            <pc:sldMk cId="2393247855" sldId="477"/>
            <ac:spMk id="55" creationId="{F04E4CBA-303B-48BD-8451-C2701CB0EEBF}"/>
          </ac:spMkLst>
        </pc:spChg>
        <pc:spChg chg="add del">
          <ac:chgData name="동혁 임" userId="879f4c796d7a5333" providerId="LiveId" clId="{99A0B7FB-7ABD-43B7-B0BE-CF1927BF6B47}" dt="2020-06-07T08:27:30.578" v="53309" actId="26606"/>
          <ac:spMkLst>
            <pc:docMk/>
            <pc:sldMk cId="2393247855" sldId="477"/>
            <ac:spMk id="56" creationId="{F6CA58B3-AFCC-4A40-9882-50D5080879B0}"/>
          </ac:spMkLst>
        </pc:spChg>
        <pc:spChg chg="add del">
          <ac:chgData name="동혁 임" userId="879f4c796d7a5333" providerId="LiveId" clId="{99A0B7FB-7ABD-43B7-B0BE-CF1927BF6B47}" dt="2020-06-07T08:27:30.578" v="53309" actId="26606"/>
          <ac:spMkLst>
            <pc:docMk/>
            <pc:sldMk cId="2393247855" sldId="477"/>
            <ac:spMk id="57" creationId="{75C56826-D4E5-42ED-8529-079651CB3005}"/>
          </ac:spMkLst>
        </pc:spChg>
        <pc:spChg chg="add del">
          <ac:chgData name="동혁 임" userId="879f4c796d7a5333" providerId="LiveId" clId="{99A0B7FB-7ABD-43B7-B0BE-CF1927BF6B47}" dt="2020-06-07T08:27:30.578" v="53309" actId="26606"/>
          <ac:spMkLst>
            <pc:docMk/>
            <pc:sldMk cId="2393247855" sldId="477"/>
            <ac:spMk id="58" creationId="{82095FCE-EF05-4443-B97A-85DEE3A5CA17}"/>
          </ac:spMkLst>
        </pc:spChg>
        <pc:spChg chg="add del">
          <ac:chgData name="동혁 임" userId="879f4c796d7a5333" providerId="LiveId" clId="{99A0B7FB-7ABD-43B7-B0BE-CF1927BF6B47}" dt="2020-06-07T08:27:30.578" v="53309" actId="26606"/>
          <ac:spMkLst>
            <pc:docMk/>
            <pc:sldMk cId="2393247855" sldId="477"/>
            <ac:spMk id="59" creationId="{CA00AE6B-AA30-4CF8-BA6F-339B780AD76C}"/>
          </ac:spMkLst>
        </pc:spChg>
        <pc:spChg chg="add del">
          <ac:chgData name="동혁 임" userId="879f4c796d7a5333" providerId="LiveId" clId="{99A0B7FB-7ABD-43B7-B0BE-CF1927BF6B47}" dt="2020-06-07T08:26:48.057" v="53304" actId="26606"/>
          <ac:spMkLst>
            <pc:docMk/>
            <pc:sldMk cId="2393247855" sldId="477"/>
            <ac:spMk id="64" creationId="{AAA05C59-284A-43D9-AE28-6F5AA1F003A4}"/>
          </ac:spMkLst>
        </pc:spChg>
        <pc:spChg chg="add del">
          <ac:chgData name="동혁 임" userId="879f4c796d7a5333" providerId="LiveId" clId="{99A0B7FB-7ABD-43B7-B0BE-CF1927BF6B47}" dt="2020-06-07T08:26:48.057" v="53304" actId="26606"/>
          <ac:spMkLst>
            <pc:docMk/>
            <pc:sldMk cId="2393247855" sldId="477"/>
            <ac:spMk id="66" creationId="{120BB4C9-B781-4AEE-ACAB-8EE849F24F60}"/>
          </ac:spMkLst>
        </pc:spChg>
        <pc:spChg chg="add del">
          <ac:chgData name="동혁 임" userId="879f4c796d7a5333" providerId="LiveId" clId="{99A0B7FB-7ABD-43B7-B0BE-CF1927BF6B47}" dt="2020-06-07T08:26:48.057" v="53304" actId="26606"/>
          <ac:spMkLst>
            <pc:docMk/>
            <pc:sldMk cId="2393247855" sldId="477"/>
            <ac:spMk id="68" creationId="{975647DA-FC1D-4189-8B97-4EF3C2C0BAA6}"/>
          </ac:spMkLst>
        </pc:spChg>
        <pc:spChg chg="add del">
          <ac:chgData name="동혁 임" userId="879f4c796d7a5333" providerId="LiveId" clId="{99A0B7FB-7ABD-43B7-B0BE-CF1927BF6B47}" dt="2020-06-07T08:26:53.945" v="53306" actId="26606"/>
          <ac:spMkLst>
            <pc:docMk/>
            <pc:sldMk cId="2393247855" sldId="477"/>
            <ac:spMk id="70" creationId="{0DBB7B12-4298-4CFB-B539-44A91C930328}"/>
          </ac:spMkLst>
        </pc:spChg>
        <pc:spChg chg="add del">
          <ac:chgData name="동혁 임" userId="879f4c796d7a5333" providerId="LiveId" clId="{99A0B7FB-7ABD-43B7-B0BE-CF1927BF6B47}" dt="2020-06-07T08:26:53.945" v="53306" actId="26606"/>
          <ac:spMkLst>
            <pc:docMk/>
            <pc:sldMk cId="2393247855" sldId="477"/>
            <ac:spMk id="71" creationId="{E36BB3C5-822B-45E1-A81E-5CC3176C61A1}"/>
          </ac:spMkLst>
        </pc:spChg>
        <pc:spChg chg="add del">
          <ac:chgData name="동혁 임" userId="879f4c796d7a5333" providerId="LiveId" clId="{99A0B7FB-7ABD-43B7-B0BE-CF1927BF6B47}" dt="2020-06-07T08:26:53.945" v="53306" actId="26606"/>
          <ac:spMkLst>
            <pc:docMk/>
            <pc:sldMk cId="2393247855" sldId="477"/>
            <ac:spMk id="72" creationId="{FB39ECA9-4CDE-4883-98E8-287E905E9F07}"/>
          </ac:spMkLst>
        </pc:spChg>
        <pc:spChg chg="add del">
          <ac:chgData name="동혁 임" userId="879f4c796d7a5333" providerId="LiveId" clId="{99A0B7FB-7ABD-43B7-B0BE-CF1927BF6B47}" dt="2020-06-07T08:26:53.945" v="53306" actId="26606"/>
          <ac:spMkLst>
            <pc:docMk/>
            <pc:sldMk cId="2393247855" sldId="477"/>
            <ac:spMk id="73" creationId="{A67483D0-BAEB-4927-88AD-76F5DA8468DE}"/>
          </ac:spMkLst>
        </pc:spChg>
        <pc:spChg chg="add del">
          <ac:chgData name="동혁 임" userId="879f4c796d7a5333" providerId="LiveId" clId="{99A0B7FB-7ABD-43B7-B0BE-CF1927BF6B47}" dt="2020-06-07T08:27:30.570" v="53308" actId="26606"/>
          <ac:spMkLst>
            <pc:docMk/>
            <pc:sldMk cId="2393247855" sldId="477"/>
            <ac:spMk id="74" creationId="{CA00AE6B-AA30-4CF8-BA6F-339B780AD76C}"/>
          </ac:spMkLst>
        </pc:spChg>
        <pc:spChg chg="add del">
          <ac:chgData name="동혁 임" userId="879f4c796d7a5333" providerId="LiveId" clId="{99A0B7FB-7ABD-43B7-B0BE-CF1927BF6B47}" dt="2020-06-07T08:27:30.570" v="53308" actId="26606"/>
          <ac:spMkLst>
            <pc:docMk/>
            <pc:sldMk cId="2393247855" sldId="477"/>
            <ac:spMk id="75" creationId="{231BF440-39FA-4087-84CC-2EEC0BBDAF29}"/>
          </ac:spMkLst>
        </pc:spChg>
        <pc:spChg chg="add del">
          <ac:chgData name="동혁 임" userId="879f4c796d7a5333" providerId="LiveId" clId="{99A0B7FB-7ABD-43B7-B0BE-CF1927BF6B47}" dt="2020-06-07T08:27:30.570" v="53308" actId="26606"/>
          <ac:spMkLst>
            <pc:docMk/>
            <pc:sldMk cId="2393247855" sldId="477"/>
            <ac:spMk id="76" creationId="{F04E4CBA-303B-48BD-8451-C2701CB0EEBF}"/>
          </ac:spMkLst>
        </pc:spChg>
        <pc:spChg chg="add del">
          <ac:chgData name="동혁 임" userId="879f4c796d7a5333" providerId="LiveId" clId="{99A0B7FB-7ABD-43B7-B0BE-CF1927BF6B47}" dt="2020-06-07T08:27:30.570" v="53308" actId="26606"/>
          <ac:spMkLst>
            <pc:docMk/>
            <pc:sldMk cId="2393247855" sldId="477"/>
            <ac:spMk id="77" creationId="{F6CA58B3-AFCC-4A40-9882-50D5080879B0}"/>
          </ac:spMkLst>
        </pc:spChg>
        <pc:spChg chg="add del">
          <ac:chgData name="동혁 임" userId="879f4c796d7a5333" providerId="LiveId" clId="{99A0B7FB-7ABD-43B7-B0BE-CF1927BF6B47}" dt="2020-06-07T08:27:30.570" v="53308" actId="26606"/>
          <ac:spMkLst>
            <pc:docMk/>
            <pc:sldMk cId="2393247855" sldId="477"/>
            <ac:spMk id="78" creationId="{75C56826-D4E5-42ED-8529-079651CB3005}"/>
          </ac:spMkLst>
        </pc:spChg>
        <pc:spChg chg="add del">
          <ac:chgData name="동혁 임" userId="879f4c796d7a5333" providerId="LiveId" clId="{99A0B7FB-7ABD-43B7-B0BE-CF1927BF6B47}" dt="2020-06-07T08:27:30.570" v="53308" actId="26606"/>
          <ac:spMkLst>
            <pc:docMk/>
            <pc:sldMk cId="2393247855" sldId="477"/>
            <ac:spMk id="79" creationId="{82095FCE-EF05-4443-B97A-85DEE3A5CA17}"/>
          </ac:spMkLst>
        </pc:spChg>
        <pc:spChg chg="add del">
          <ac:chgData name="동혁 임" userId="879f4c796d7a5333" providerId="LiveId" clId="{99A0B7FB-7ABD-43B7-B0BE-CF1927BF6B47}" dt="2020-06-07T08:27:40.019" v="53312" actId="26606"/>
          <ac:spMkLst>
            <pc:docMk/>
            <pc:sldMk cId="2393247855" sldId="477"/>
            <ac:spMk id="81" creationId="{DB90EDA9-2517-46EC-B6D4-3918D04786C1}"/>
          </ac:spMkLst>
        </pc:spChg>
        <pc:spChg chg="add del">
          <ac:chgData name="동혁 임" userId="879f4c796d7a5333" providerId="LiveId" clId="{99A0B7FB-7ABD-43B7-B0BE-CF1927BF6B47}" dt="2020-06-07T08:27:40.019" v="53312" actId="26606"/>
          <ac:spMkLst>
            <pc:docMk/>
            <pc:sldMk cId="2393247855" sldId="477"/>
            <ac:spMk id="82" creationId="{D449B1F2-532C-44C7-8AC7-28EA15EE02CB}"/>
          </ac:spMkLst>
        </pc:spChg>
        <pc:spChg chg="add del">
          <ac:chgData name="동혁 임" userId="879f4c796d7a5333" providerId="LiveId" clId="{99A0B7FB-7ABD-43B7-B0BE-CF1927BF6B47}" dt="2020-06-07T08:27:40.019" v="53312" actId="26606"/>
          <ac:spMkLst>
            <pc:docMk/>
            <pc:sldMk cId="2393247855" sldId="477"/>
            <ac:spMk id="83" creationId="{EE7D3784-5CF9-4282-9B1C-523957852BF6}"/>
          </ac:spMkLst>
        </pc:spChg>
        <pc:spChg chg="add">
          <ac:chgData name="동혁 임" userId="879f4c796d7a5333" providerId="LiveId" clId="{99A0B7FB-7ABD-43B7-B0BE-CF1927BF6B47}" dt="2020-06-07T08:27:40.019" v="53312" actId="26606"/>
          <ac:spMkLst>
            <pc:docMk/>
            <pc:sldMk cId="2393247855" sldId="477"/>
            <ac:spMk id="88" creationId="{63F5877B-98C7-49DD-83AB-0F6F57CB6543}"/>
          </ac:spMkLst>
        </pc:spChg>
        <pc:spChg chg="add">
          <ac:chgData name="동혁 임" userId="879f4c796d7a5333" providerId="LiveId" clId="{99A0B7FB-7ABD-43B7-B0BE-CF1927BF6B47}" dt="2020-06-07T08:27:40.019" v="53312" actId="26606"/>
          <ac:spMkLst>
            <pc:docMk/>
            <pc:sldMk cId="2393247855" sldId="477"/>
            <ac:spMk id="90" creationId="{4EA91930-66BC-4C41-B4F5-C31EB216F64B}"/>
          </ac:spMkLst>
        </pc:spChg>
        <pc:spChg chg="add">
          <ac:chgData name="동혁 임" userId="879f4c796d7a5333" providerId="LiveId" clId="{99A0B7FB-7ABD-43B7-B0BE-CF1927BF6B47}" dt="2020-06-07T08:27:40.019" v="53312" actId="26606"/>
          <ac:spMkLst>
            <pc:docMk/>
            <pc:sldMk cId="2393247855" sldId="477"/>
            <ac:spMk id="92" creationId="{6313CF8F-B436-401E-9575-DE0F8E8B5B17}"/>
          </ac:spMkLst>
        </pc:spChg>
        <pc:spChg chg="add">
          <ac:chgData name="동혁 임" userId="879f4c796d7a5333" providerId="LiveId" clId="{99A0B7FB-7ABD-43B7-B0BE-CF1927BF6B47}" dt="2020-06-07T08:27:40.019" v="53312" actId="26606"/>
          <ac:spMkLst>
            <pc:docMk/>
            <pc:sldMk cId="2393247855" sldId="477"/>
            <ac:spMk id="94" creationId="{2A38CFE9-C30A-4551-ACCB-D5808FBC39CD}"/>
          </ac:spMkLst>
        </pc:spChg>
        <pc:spChg chg="add">
          <ac:chgData name="동혁 임" userId="879f4c796d7a5333" providerId="LiveId" clId="{99A0B7FB-7ABD-43B7-B0BE-CF1927BF6B47}" dt="2020-06-07T08:27:40.019" v="53312" actId="26606"/>
          <ac:spMkLst>
            <pc:docMk/>
            <pc:sldMk cId="2393247855" sldId="477"/>
            <ac:spMk id="96" creationId="{67EF550F-47CE-4FB2-9DAC-12AD835C833D}"/>
          </ac:spMkLst>
        </pc:spChg>
        <pc:grpChg chg="add del">
          <ac:chgData name="동혁 임" userId="879f4c796d7a5333" providerId="LiveId" clId="{99A0B7FB-7ABD-43B7-B0BE-CF1927BF6B47}" dt="2020-06-07T08:26:34.356" v="53300" actId="26606"/>
          <ac:grpSpMkLst>
            <pc:docMk/>
            <pc:sldMk cId="2393247855" sldId="477"/>
            <ac:grpSpMk id="52" creationId="{A41D73DD-160B-4885-A9CF-94EADD70D421}"/>
          </ac:grpSpMkLst>
        </pc:grpChg>
        <pc:picChg chg="add mod ord">
          <ac:chgData name="동혁 임" userId="879f4c796d7a5333" providerId="LiveId" clId="{99A0B7FB-7ABD-43B7-B0BE-CF1927BF6B47}" dt="2020-06-07T08:27:40.019" v="53312" actId="26606"/>
          <ac:picMkLst>
            <pc:docMk/>
            <pc:sldMk cId="2393247855" sldId="477"/>
            <ac:picMk id="6" creationId="{80647921-E337-4C3F-BF6F-A6D21EF25843}"/>
          </ac:picMkLst>
        </pc:picChg>
        <pc:picChg chg="add mod ord">
          <ac:chgData name="동혁 임" userId="879f4c796d7a5333" providerId="LiveId" clId="{99A0B7FB-7ABD-43B7-B0BE-CF1927BF6B47}" dt="2020-06-07T08:27:40.019" v="53312" actId="26606"/>
          <ac:picMkLst>
            <pc:docMk/>
            <pc:sldMk cId="2393247855" sldId="477"/>
            <ac:picMk id="8" creationId="{9A9EC175-4F2F-4C4E-B463-2D926E784FE6}"/>
          </ac:picMkLst>
        </pc:picChg>
      </pc:sldChg>
      <pc:sldChg chg="addSp delSp modSp new mod setBg">
        <pc:chgData name="동혁 임" userId="879f4c796d7a5333" providerId="LiveId" clId="{99A0B7FB-7ABD-43B7-B0BE-CF1927BF6B47}" dt="2020-06-07T09:44:26.003" v="55080" actId="5793"/>
        <pc:sldMkLst>
          <pc:docMk/>
          <pc:sldMk cId="961255971" sldId="478"/>
        </pc:sldMkLst>
        <pc:spChg chg="mod ord">
          <ac:chgData name="동혁 임" userId="879f4c796d7a5333" providerId="LiveId" clId="{99A0B7FB-7ABD-43B7-B0BE-CF1927BF6B47}" dt="2020-06-07T08:47:59.760" v="53732" actId="2711"/>
          <ac:spMkLst>
            <pc:docMk/>
            <pc:sldMk cId="961255971" sldId="478"/>
            <ac:spMk id="2" creationId="{2314814B-5F0F-43AD-A9B7-4F26E0E9DCF7}"/>
          </ac:spMkLst>
        </pc:spChg>
        <pc:spChg chg="del">
          <ac:chgData name="동혁 임" userId="879f4c796d7a5333" providerId="LiveId" clId="{99A0B7FB-7ABD-43B7-B0BE-CF1927BF6B47}" dt="2020-06-07T08:47:32.368" v="53661" actId="931"/>
          <ac:spMkLst>
            <pc:docMk/>
            <pc:sldMk cId="961255971" sldId="478"/>
            <ac:spMk id="3" creationId="{7B78C306-2E34-470A-920E-09DF8337D7B2}"/>
          </ac:spMkLst>
        </pc:spChg>
        <pc:spChg chg="mod">
          <ac:chgData name="동혁 임" userId="879f4c796d7a5333" providerId="LiveId" clId="{99A0B7FB-7ABD-43B7-B0BE-CF1927BF6B47}" dt="2020-06-07T09:44:26.003" v="55080" actId="5793"/>
          <ac:spMkLst>
            <pc:docMk/>
            <pc:sldMk cId="961255971" sldId="478"/>
            <ac:spMk id="4" creationId="{6CED7A34-B745-482A-89F6-1F14C6C36F6E}"/>
          </ac:spMkLst>
        </pc:spChg>
        <pc:spChg chg="add del">
          <ac:chgData name="동혁 임" userId="879f4c796d7a5333" providerId="LiveId" clId="{99A0B7FB-7ABD-43B7-B0BE-CF1927BF6B47}" dt="2020-06-07T08:47:53.727" v="53728" actId="26606"/>
          <ac:spMkLst>
            <pc:docMk/>
            <pc:sldMk cId="961255971" sldId="478"/>
            <ac:spMk id="11" creationId="{8108D317-7CBD-4897-BD1F-959436D2A3BE}"/>
          </ac:spMkLst>
        </pc:spChg>
        <pc:spChg chg="add del">
          <ac:chgData name="동혁 임" userId="879f4c796d7a5333" providerId="LiveId" clId="{99A0B7FB-7ABD-43B7-B0BE-CF1927BF6B47}" dt="2020-06-07T08:47:53.727" v="53728" actId="26606"/>
          <ac:spMkLst>
            <pc:docMk/>
            <pc:sldMk cId="961255971" sldId="478"/>
            <ac:spMk id="13" creationId="{D6297641-8B9F-4767-9606-8A11313227BF}"/>
          </ac:spMkLst>
        </pc:spChg>
        <pc:spChg chg="add del">
          <ac:chgData name="동혁 임" userId="879f4c796d7a5333" providerId="LiveId" clId="{99A0B7FB-7ABD-43B7-B0BE-CF1927BF6B47}" dt="2020-06-07T08:47:53.727" v="53728" actId="26606"/>
          <ac:spMkLst>
            <pc:docMk/>
            <pc:sldMk cId="961255971" sldId="478"/>
            <ac:spMk id="15" creationId="{D8F3CA65-EA00-46B4-9616-39E6853F7BED}"/>
          </ac:spMkLst>
        </pc:spChg>
        <pc:spChg chg="add del">
          <ac:chgData name="동혁 임" userId="879f4c796d7a5333" providerId="LiveId" clId="{99A0B7FB-7ABD-43B7-B0BE-CF1927BF6B47}" dt="2020-06-07T08:47:55.463" v="53730" actId="26606"/>
          <ac:spMkLst>
            <pc:docMk/>
            <pc:sldMk cId="961255971" sldId="478"/>
            <ac:spMk id="17" creationId="{F94AA2BD-2E3F-4B1D-8127-5744B8115311}"/>
          </ac:spMkLst>
        </pc:spChg>
        <pc:spChg chg="add del">
          <ac:chgData name="동혁 임" userId="879f4c796d7a5333" providerId="LiveId" clId="{99A0B7FB-7ABD-43B7-B0BE-CF1927BF6B47}" dt="2020-06-07T08:47:55.463" v="53730" actId="26606"/>
          <ac:spMkLst>
            <pc:docMk/>
            <pc:sldMk cId="961255971" sldId="478"/>
            <ac:spMk id="18" creationId="{4BD02261-2DC8-4AA8-9E16-7751AE892445}"/>
          </ac:spMkLst>
        </pc:spChg>
        <pc:spChg chg="add del">
          <ac:chgData name="동혁 임" userId="879f4c796d7a5333" providerId="LiveId" clId="{99A0B7FB-7ABD-43B7-B0BE-CF1927BF6B47}" dt="2020-06-07T08:47:55.463" v="53730" actId="26606"/>
          <ac:spMkLst>
            <pc:docMk/>
            <pc:sldMk cId="961255971" sldId="478"/>
            <ac:spMk id="19" creationId="{3D752CF2-2291-40B5-B462-C17B174C10BC}"/>
          </ac:spMkLst>
        </pc:spChg>
        <pc:spChg chg="add">
          <ac:chgData name="동혁 임" userId="879f4c796d7a5333" providerId="LiveId" clId="{99A0B7FB-7ABD-43B7-B0BE-CF1927BF6B47}" dt="2020-06-07T08:47:55.470" v="53731" actId="26606"/>
          <ac:spMkLst>
            <pc:docMk/>
            <pc:sldMk cId="961255971" sldId="478"/>
            <ac:spMk id="21" creationId="{0C2F8F76-4F55-4ED5-AC3D-1714C449C867}"/>
          </ac:spMkLst>
        </pc:spChg>
        <pc:spChg chg="add">
          <ac:chgData name="동혁 임" userId="879f4c796d7a5333" providerId="LiveId" clId="{99A0B7FB-7ABD-43B7-B0BE-CF1927BF6B47}" dt="2020-06-07T08:47:55.470" v="53731" actId="26606"/>
          <ac:spMkLst>
            <pc:docMk/>
            <pc:sldMk cId="961255971" sldId="478"/>
            <ac:spMk id="22" creationId="{57F6BDD4-E066-4008-8011-6CC31AEB4556}"/>
          </ac:spMkLst>
        </pc:spChg>
        <pc:spChg chg="add">
          <ac:chgData name="동혁 임" userId="879f4c796d7a5333" providerId="LiveId" clId="{99A0B7FB-7ABD-43B7-B0BE-CF1927BF6B47}" dt="2020-06-07T08:47:55.470" v="53731" actId="26606"/>
          <ac:spMkLst>
            <pc:docMk/>
            <pc:sldMk cId="961255971" sldId="478"/>
            <ac:spMk id="23" creationId="{2711A8FB-68FC-45FC-B01E-38F809E2D439}"/>
          </ac:spMkLst>
        </pc:spChg>
        <pc:spChg chg="add">
          <ac:chgData name="동혁 임" userId="879f4c796d7a5333" providerId="LiveId" clId="{99A0B7FB-7ABD-43B7-B0BE-CF1927BF6B47}" dt="2020-06-07T08:47:55.470" v="53731" actId="26606"/>
          <ac:spMkLst>
            <pc:docMk/>
            <pc:sldMk cId="961255971" sldId="478"/>
            <ac:spMk id="24" creationId="{281E2DF8-F6D8-4E5C-B76E-E082FD8C1FBD}"/>
          </ac:spMkLst>
        </pc:spChg>
        <pc:picChg chg="add mod ord">
          <ac:chgData name="동혁 임" userId="879f4c796d7a5333" providerId="LiveId" clId="{99A0B7FB-7ABD-43B7-B0BE-CF1927BF6B47}" dt="2020-06-07T08:47:55.470" v="53731" actId="26606"/>
          <ac:picMkLst>
            <pc:docMk/>
            <pc:sldMk cId="961255971" sldId="478"/>
            <ac:picMk id="6" creationId="{0C7A9028-E230-4B6A-87AC-D1F95C07C6E1}"/>
          </ac:picMkLst>
        </pc:picChg>
      </pc:sldChg>
      <pc:sldChg chg="addSp delSp modSp new mod setBg">
        <pc:chgData name="동혁 임" userId="879f4c796d7a5333" providerId="LiveId" clId="{99A0B7FB-7ABD-43B7-B0BE-CF1927BF6B47}" dt="2020-06-07T09:42:48.910" v="54883" actId="2711"/>
        <pc:sldMkLst>
          <pc:docMk/>
          <pc:sldMk cId="152365240" sldId="479"/>
        </pc:sldMkLst>
        <pc:spChg chg="mod ord">
          <ac:chgData name="동혁 임" userId="879f4c796d7a5333" providerId="LiveId" clId="{99A0B7FB-7ABD-43B7-B0BE-CF1927BF6B47}" dt="2020-06-07T09:42:48.910" v="54883" actId="2711"/>
          <ac:spMkLst>
            <pc:docMk/>
            <pc:sldMk cId="152365240" sldId="479"/>
            <ac:spMk id="2" creationId="{85AE9153-076F-4A8F-8E4E-53FC48379523}"/>
          </ac:spMkLst>
        </pc:spChg>
        <pc:spChg chg="del mod">
          <ac:chgData name="동혁 임" userId="879f4c796d7a5333" providerId="LiveId" clId="{99A0B7FB-7ABD-43B7-B0BE-CF1927BF6B47}" dt="2020-06-07T09:38:42.855" v="54333" actId="931"/>
          <ac:spMkLst>
            <pc:docMk/>
            <pc:sldMk cId="152365240" sldId="479"/>
            <ac:spMk id="3" creationId="{B764905B-FF9B-4AD2-8993-1A443B430729}"/>
          </ac:spMkLst>
        </pc:spChg>
        <pc:spChg chg="mod ord">
          <ac:chgData name="동혁 임" userId="879f4c796d7a5333" providerId="LiveId" clId="{99A0B7FB-7ABD-43B7-B0BE-CF1927BF6B47}" dt="2020-06-07T09:42:48.910" v="54883" actId="2711"/>
          <ac:spMkLst>
            <pc:docMk/>
            <pc:sldMk cId="152365240" sldId="479"/>
            <ac:spMk id="4" creationId="{E58970F4-9D17-4372-90B4-8973E655EEB2}"/>
          </ac:spMkLst>
        </pc:spChg>
        <pc:spChg chg="add del">
          <ac:chgData name="동혁 임" userId="879f4c796d7a5333" providerId="LiveId" clId="{99A0B7FB-7ABD-43B7-B0BE-CF1927BF6B47}" dt="2020-06-07T09:40:26.249" v="54771" actId="26606"/>
          <ac:spMkLst>
            <pc:docMk/>
            <pc:sldMk cId="152365240" sldId="479"/>
            <ac:spMk id="13" creationId="{6D24BC9E-AC6A-42EE-AFD8-B290720B841F}"/>
          </ac:spMkLst>
        </pc:spChg>
        <pc:spChg chg="add del">
          <ac:chgData name="동혁 임" userId="879f4c796d7a5333" providerId="LiveId" clId="{99A0B7FB-7ABD-43B7-B0BE-CF1927BF6B47}" dt="2020-06-07T09:40:26.249" v="54771" actId="26606"/>
          <ac:spMkLst>
            <pc:docMk/>
            <pc:sldMk cId="152365240" sldId="479"/>
            <ac:spMk id="15" creationId="{0990C621-3B8B-4820-8328-D47EF7CE823C}"/>
          </ac:spMkLst>
        </pc:spChg>
        <pc:spChg chg="add del">
          <ac:chgData name="동혁 임" userId="879f4c796d7a5333" providerId="LiveId" clId="{99A0B7FB-7ABD-43B7-B0BE-CF1927BF6B47}" dt="2020-06-07T09:40:26.249" v="54771" actId="26606"/>
          <ac:spMkLst>
            <pc:docMk/>
            <pc:sldMk cId="152365240" sldId="479"/>
            <ac:spMk id="17" creationId="{C1A2385B-1D2A-4E17-84FA-6CB7F0AAE473}"/>
          </ac:spMkLst>
        </pc:spChg>
        <pc:spChg chg="add del">
          <ac:chgData name="동혁 임" userId="879f4c796d7a5333" providerId="LiveId" clId="{99A0B7FB-7ABD-43B7-B0BE-CF1927BF6B47}" dt="2020-06-07T09:40:26.249" v="54771" actId="26606"/>
          <ac:spMkLst>
            <pc:docMk/>
            <pc:sldMk cId="152365240" sldId="479"/>
            <ac:spMk id="19" creationId="{5E791F2F-79DB-4CC0-9FA1-001E3E91E8B7}"/>
          </ac:spMkLst>
        </pc:spChg>
        <pc:spChg chg="add del">
          <ac:chgData name="동혁 임" userId="879f4c796d7a5333" providerId="LiveId" clId="{99A0B7FB-7ABD-43B7-B0BE-CF1927BF6B47}" dt="2020-06-07T09:40:26.240" v="54770" actId="26606"/>
          <ac:spMkLst>
            <pc:docMk/>
            <pc:sldMk cId="152365240" sldId="479"/>
            <ac:spMk id="24" creationId="{632DF175-2DD8-4694-B4BB-045DCFCE730A}"/>
          </ac:spMkLst>
        </pc:spChg>
        <pc:spChg chg="add del">
          <ac:chgData name="동혁 임" userId="879f4c796d7a5333" providerId="LiveId" clId="{99A0B7FB-7ABD-43B7-B0BE-CF1927BF6B47}" dt="2020-06-07T09:40:26.240" v="54770" actId="26606"/>
          <ac:spMkLst>
            <pc:docMk/>
            <pc:sldMk cId="152365240" sldId="479"/>
            <ac:spMk id="26" creationId="{9080D120-BD54-46E1-BA37-82F5E8089E90}"/>
          </ac:spMkLst>
        </pc:spChg>
        <pc:spChg chg="add del">
          <ac:chgData name="동혁 임" userId="879f4c796d7a5333" providerId="LiveId" clId="{99A0B7FB-7ABD-43B7-B0BE-CF1927BF6B47}" dt="2020-06-07T09:40:26.240" v="54770" actId="26606"/>
          <ac:spMkLst>
            <pc:docMk/>
            <pc:sldMk cId="152365240" sldId="479"/>
            <ac:spMk id="28" creationId="{81D83946-74FA-498A-AC80-9926F041B5C5}"/>
          </ac:spMkLst>
        </pc:spChg>
        <pc:spChg chg="add del">
          <ac:chgData name="동혁 임" userId="879f4c796d7a5333" providerId="LiveId" clId="{99A0B7FB-7ABD-43B7-B0BE-CF1927BF6B47}" dt="2020-06-07T09:40:26.240" v="54770" actId="26606"/>
          <ac:spMkLst>
            <pc:docMk/>
            <pc:sldMk cId="152365240" sldId="479"/>
            <ac:spMk id="30" creationId="{5060D983-8B52-443A-8183-2A1DE05618B5}"/>
          </ac:spMkLst>
        </pc:spChg>
        <pc:spChg chg="add del">
          <ac:chgData name="동혁 임" userId="879f4c796d7a5333" providerId="LiveId" clId="{99A0B7FB-7ABD-43B7-B0BE-CF1927BF6B47}" dt="2020-06-07T09:41:40.621" v="54859" actId="26606"/>
          <ac:spMkLst>
            <pc:docMk/>
            <pc:sldMk cId="152365240" sldId="479"/>
            <ac:spMk id="32" creationId="{E36BB3C5-822B-45E1-A81E-5CC3176C61A1}"/>
          </ac:spMkLst>
        </pc:spChg>
        <pc:spChg chg="add del">
          <ac:chgData name="동혁 임" userId="879f4c796d7a5333" providerId="LiveId" clId="{99A0B7FB-7ABD-43B7-B0BE-CF1927BF6B47}" dt="2020-06-07T09:41:40.621" v="54859" actId="26606"/>
          <ac:spMkLst>
            <pc:docMk/>
            <pc:sldMk cId="152365240" sldId="479"/>
            <ac:spMk id="33" creationId="{FB39ECA9-4CDE-4883-98E8-287E905E9F07}"/>
          </ac:spMkLst>
        </pc:spChg>
        <pc:spChg chg="add del">
          <ac:chgData name="동혁 임" userId="879f4c796d7a5333" providerId="LiveId" clId="{99A0B7FB-7ABD-43B7-B0BE-CF1927BF6B47}" dt="2020-06-07T09:41:40.621" v="54859" actId="26606"/>
          <ac:spMkLst>
            <pc:docMk/>
            <pc:sldMk cId="152365240" sldId="479"/>
            <ac:spMk id="34" creationId="{A67483D0-BAEB-4927-88AD-76F5DA8468DE}"/>
          </ac:spMkLst>
        </pc:spChg>
        <pc:spChg chg="add del">
          <ac:chgData name="동혁 임" userId="879f4c796d7a5333" providerId="LiveId" clId="{99A0B7FB-7ABD-43B7-B0BE-CF1927BF6B47}" dt="2020-06-07T09:41:40.621" v="54859" actId="26606"/>
          <ac:spMkLst>
            <pc:docMk/>
            <pc:sldMk cId="152365240" sldId="479"/>
            <ac:spMk id="35" creationId="{0DBB7B12-4298-4CFB-B539-44A91C930328}"/>
          </ac:spMkLst>
        </pc:spChg>
        <pc:spChg chg="add del">
          <ac:chgData name="동혁 임" userId="879f4c796d7a5333" providerId="LiveId" clId="{99A0B7FB-7ABD-43B7-B0BE-CF1927BF6B47}" dt="2020-06-07T09:41:38.588" v="54856" actId="26606"/>
          <ac:spMkLst>
            <pc:docMk/>
            <pc:sldMk cId="152365240" sldId="479"/>
            <ac:spMk id="40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09:41:38.588" v="54856" actId="26606"/>
          <ac:spMkLst>
            <pc:docMk/>
            <pc:sldMk cId="152365240" sldId="479"/>
            <ac:spMk id="42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09:41:38.588" v="54856" actId="26606"/>
          <ac:spMkLst>
            <pc:docMk/>
            <pc:sldMk cId="152365240" sldId="479"/>
            <ac:spMk id="44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09:41:38.588" v="54856" actId="26606"/>
          <ac:spMkLst>
            <pc:docMk/>
            <pc:sldMk cId="152365240" sldId="479"/>
            <ac:spMk id="46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09:41:40.611" v="54858" actId="26606"/>
          <ac:spMkLst>
            <pc:docMk/>
            <pc:sldMk cId="152365240" sldId="479"/>
            <ac:spMk id="48" creationId="{57F72BCA-EE24-40BE-9ECA-E10C9BA55F90}"/>
          </ac:spMkLst>
        </pc:spChg>
        <pc:spChg chg="add del">
          <ac:chgData name="동혁 임" userId="879f4c796d7a5333" providerId="LiveId" clId="{99A0B7FB-7ABD-43B7-B0BE-CF1927BF6B47}" dt="2020-06-07T09:41:40.611" v="54858" actId="26606"/>
          <ac:spMkLst>
            <pc:docMk/>
            <pc:sldMk cId="152365240" sldId="479"/>
            <ac:spMk id="49" creationId="{6B3C4597-DD46-4BFC-B999-C52879B95B16}"/>
          </ac:spMkLst>
        </pc:spChg>
        <pc:spChg chg="add del">
          <ac:chgData name="동혁 임" userId="879f4c796d7a5333" providerId="LiveId" clId="{99A0B7FB-7ABD-43B7-B0BE-CF1927BF6B47}" dt="2020-06-07T09:41:40.611" v="54858" actId="26606"/>
          <ac:spMkLst>
            <pc:docMk/>
            <pc:sldMk cId="152365240" sldId="479"/>
            <ac:spMk id="50" creationId="{632B59AC-0160-4F1D-934F-B7D8B6AE44A1}"/>
          </ac:spMkLst>
        </pc:spChg>
        <pc:spChg chg="add del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52" creationId="{9F27744B-47AB-4459-8C2F-1D5EE63A3E09}"/>
          </ac:spMkLst>
        </pc:spChg>
        <pc:spChg chg="add del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53" creationId="{7D266DCC-5218-4AE0-B964-6FC2EA3BDF21}"/>
          </ac:spMkLst>
        </pc:spChg>
        <pc:spChg chg="add del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54" creationId="{973DE4F1-1583-4AE3-9696-9659D27C5F66}"/>
          </ac:spMkLst>
        </pc:spChg>
        <pc:spChg chg="add del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55" creationId="{D6297641-8B9F-4767-9606-8A11313227BF}"/>
          </ac:spMkLst>
        </pc:spChg>
        <pc:spChg chg="add del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56" creationId="{FD3C8959-A2A1-469E-8619-82F077E33FE5}"/>
          </ac:spMkLst>
        </pc:spChg>
        <pc:spChg chg="add del">
          <ac:chgData name="동혁 임" userId="879f4c796d7a5333" providerId="LiveId" clId="{99A0B7FB-7ABD-43B7-B0BE-CF1927BF6B47}" dt="2020-06-07T09:42:35.770" v="54879" actId="26606"/>
          <ac:spMkLst>
            <pc:docMk/>
            <pc:sldMk cId="152365240" sldId="479"/>
            <ac:spMk id="61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09:42:35.770" v="54879" actId="26606"/>
          <ac:spMkLst>
            <pc:docMk/>
            <pc:sldMk cId="152365240" sldId="479"/>
            <ac:spMk id="63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09:42:35.770" v="54879" actId="26606"/>
          <ac:spMkLst>
            <pc:docMk/>
            <pc:sldMk cId="152365240" sldId="479"/>
            <ac:spMk id="65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09:42:35.770" v="54879" actId="26606"/>
          <ac:spMkLst>
            <pc:docMk/>
            <pc:sldMk cId="152365240" sldId="479"/>
            <ac:spMk id="67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09:42:44.062" v="54881" actId="26606"/>
          <ac:spMkLst>
            <pc:docMk/>
            <pc:sldMk cId="152365240" sldId="479"/>
            <ac:spMk id="69" creationId="{57F72BCA-EE24-40BE-9ECA-E10C9BA55F90}"/>
          </ac:spMkLst>
        </pc:spChg>
        <pc:spChg chg="add del">
          <ac:chgData name="동혁 임" userId="879f4c796d7a5333" providerId="LiveId" clId="{99A0B7FB-7ABD-43B7-B0BE-CF1927BF6B47}" dt="2020-06-07T09:42:44.062" v="54881" actId="26606"/>
          <ac:spMkLst>
            <pc:docMk/>
            <pc:sldMk cId="152365240" sldId="479"/>
            <ac:spMk id="70" creationId="{6B3C4597-DD46-4BFC-B999-C52879B95B16}"/>
          </ac:spMkLst>
        </pc:spChg>
        <pc:spChg chg="add del">
          <ac:chgData name="동혁 임" userId="879f4c796d7a5333" providerId="LiveId" clId="{99A0B7FB-7ABD-43B7-B0BE-CF1927BF6B47}" dt="2020-06-07T09:42:44.062" v="54881" actId="26606"/>
          <ac:spMkLst>
            <pc:docMk/>
            <pc:sldMk cId="152365240" sldId="479"/>
            <ac:spMk id="71" creationId="{632B59AC-0160-4F1D-934F-B7D8B6AE44A1}"/>
          </ac:spMkLst>
        </pc:spChg>
        <pc:spChg chg="add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73" creationId="{9F27744B-47AB-4459-8C2F-1D5EE63A3E09}"/>
          </ac:spMkLst>
        </pc:spChg>
        <pc:spChg chg="add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74" creationId="{7D266DCC-5218-4AE0-B964-6FC2EA3BDF21}"/>
          </ac:spMkLst>
        </pc:spChg>
        <pc:spChg chg="add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75" creationId="{973DE4F1-1583-4AE3-9696-9659D27C5F66}"/>
          </ac:spMkLst>
        </pc:spChg>
        <pc:spChg chg="add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76" creationId="{D6297641-8B9F-4767-9606-8A11313227BF}"/>
          </ac:spMkLst>
        </pc:spChg>
        <pc:spChg chg="add">
          <ac:chgData name="동혁 임" userId="879f4c796d7a5333" providerId="LiveId" clId="{99A0B7FB-7ABD-43B7-B0BE-CF1927BF6B47}" dt="2020-06-07T09:42:44.072" v="54882" actId="26606"/>
          <ac:spMkLst>
            <pc:docMk/>
            <pc:sldMk cId="152365240" sldId="479"/>
            <ac:spMk id="77" creationId="{FD3C8959-A2A1-469E-8619-82F077E33FE5}"/>
          </ac:spMkLst>
        </pc:spChg>
        <pc:picChg chg="add mod ord">
          <ac:chgData name="동혁 임" userId="879f4c796d7a5333" providerId="LiveId" clId="{99A0B7FB-7ABD-43B7-B0BE-CF1927BF6B47}" dt="2020-06-07T09:42:44.062" v="54881" actId="26606"/>
          <ac:picMkLst>
            <pc:docMk/>
            <pc:sldMk cId="152365240" sldId="479"/>
            <ac:picMk id="6" creationId="{CDF50629-B9AC-47BD-B433-9C872692586C}"/>
          </ac:picMkLst>
        </pc:picChg>
        <pc:picChg chg="add del mod">
          <ac:chgData name="동혁 임" userId="879f4c796d7a5333" providerId="LiveId" clId="{99A0B7FB-7ABD-43B7-B0BE-CF1927BF6B47}" dt="2020-06-07T09:41:34.152" v="54854" actId="478"/>
          <ac:picMkLst>
            <pc:docMk/>
            <pc:sldMk cId="152365240" sldId="479"/>
            <ac:picMk id="8" creationId="{ED7855DA-5FA9-4794-AF23-C5830E8F3202}"/>
          </ac:picMkLst>
        </pc:picChg>
      </pc:sldChg>
      <pc:sldChg chg="addSp delSp modSp new mod setBg">
        <pc:chgData name="동혁 임" userId="879f4c796d7a5333" providerId="LiveId" clId="{99A0B7FB-7ABD-43B7-B0BE-CF1927BF6B47}" dt="2020-06-07T09:43:56.144" v="55068" actId="20577"/>
        <pc:sldMkLst>
          <pc:docMk/>
          <pc:sldMk cId="642924671" sldId="480"/>
        </pc:sldMkLst>
        <pc:spChg chg="mod">
          <ac:chgData name="동혁 임" userId="879f4c796d7a5333" providerId="LiveId" clId="{99A0B7FB-7ABD-43B7-B0BE-CF1927BF6B47}" dt="2020-06-07T09:43:24.870" v="54918" actId="2711"/>
          <ac:spMkLst>
            <pc:docMk/>
            <pc:sldMk cId="642924671" sldId="480"/>
            <ac:spMk id="2" creationId="{728EF31F-0D44-4859-91B8-368BEFABE9E1}"/>
          </ac:spMkLst>
        </pc:spChg>
        <pc:spChg chg="add del">
          <ac:chgData name="동혁 임" userId="879f4c796d7a5333" providerId="LiveId" clId="{99A0B7FB-7ABD-43B7-B0BE-CF1927BF6B47}" dt="2020-06-07T09:42:15.911" v="54874" actId="931"/>
          <ac:spMkLst>
            <pc:docMk/>
            <pc:sldMk cId="642924671" sldId="480"/>
            <ac:spMk id="3" creationId="{6A046281-79DD-4A2B-ABC7-A5FCD4470F95}"/>
          </ac:spMkLst>
        </pc:spChg>
        <pc:spChg chg="mod">
          <ac:chgData name="동혁 임" userId="879f4c796d7a5333" providerId="LiveId" clId="{99A0B7FB-7ABD-43B7-B0BE-CF1927BF6B47}" dt="2020-06-07T09:43:56.144" v="55068" actId="20577"/>
          <ac:spMkLst>
            <pc:docMk/>
            <pc:sldMk cId="642924671" sldId="480"/>
            <ac:spMk id="4" creationId="{74DE54E0-A651-412A-BBDD-E545C5878475}"/>
          </ac:spMkLst>
        </pc:spChg>
        <pc:spChg chg="add del mod">
          <ac:chgData name="동혁 임" userId="879f4c796d7a5333" providerId="LiveId" clId="{99A0B7FB-7ABD-43B7-B0BE-CF1927BF6B47}" dt="2020-06-07T09:42:59.598" v="54885" actId="931"/>
          <ac:spMkLst>
            <pc:docMk/>
            <pc:sldMk cId="642924671" sldId="480"/>
            <ac:spMk id="10" creationId="{9F2BC73F-36CF-4938-90A2-D932FA14A847}"/>
          </ac:spMkLst>
        </pc:spChg>
        <pc:spChg chg="add del mod">
          <ac:chgData name="동혁 임" userId="879f4c796d7a5333" providerId="LiveId" clId="{99A0B7FB-7ABD-43B7-B0BE-CF1927BF6B47}" dt="2020-06-07T09:43:07.353" v="54890" actId="931"/>
          <ac:spMkLst>
            <pc:docMk/>
            <pc:sldMk cId="642924671" sldId="480"/>
            <ac:spMk id="14" creationId="{0FE89053-CA80-4990-BFAC-C085C1ED6F30}"/>
          </ac:spMkLst>
        </pc:spChg>
        <pc:spChg chg="add">
          <ac:chgData name="동혁 임" userId="879f4c796d7a5333" providerId="LiveId" clId="{99A0B7FB-7ABD-43B7-B0BE-CF1927BF6B47}" dt="2020-06-07T09:43:02.471" v="54888" actId="26606"/>
          <ac:spMkLst>
            <pc:docMk/>
            <pc:sldMk cId="642924671" sldId="480"/>
            <ac:spMk id="17" creationId="{0C2F8F76-4F55-4ED5-AC3D-1714C449C867}"/>
          </ac:spMkLst>
        </pc:spChg>
        <pc:spChg chg="add">
          <ac:chgData name="동혁 임" userId="879f4c796d7a5333" providerId="LiveId" clId="{99A0B7FB-7ABD-43B7-B0BE-CF1927BF6B47}" dt="2020-06-07T09:43:02.471" v="54888" actId="26606"/>
          <ac:spMkLst>
            <pc:docMk/>
            <pc:sldMk cId="642924671" sldId="480"/>
            <ac:spMk id="19" creationId="{57F6BDD4-E066-4008-8011-6CC31AEB4556}"/>
          </ac:spMkLst>
        </pc:spChg>
        <pc:spChg chg="add">
          <ac:chgData name="동혁 임" userId="879f4c796d7a5333" providerId="LiveId" clId="{99A0B7FB-7ABD-43B7-B0BE-CF1927BF6B47}" dt="2020-06-07T09:43:02.471" v="54888" actId="26606"/>
          <ac:spMkLst>
            <pc:docMk/>
            <pc:sldMk cId="642924671" sldId="480"/>
            <ac:spMk id="21" creationId="{2711A8FB-68FC-45FC-B01E-38F809E2D439}"/>
          </ac:spMkLst>
        </pc:spChg>
        <pc:spChg chg="add">
          <ac:chgData name="동혁 임" userId="879f4c796d7a5333" providerId="LiveId" clId="{99A0B7FB-7ABD-43B7-B0BE-CF1927BF6B47}" dt="2020-06-07T09:43:02.471" v="54888" actId="26606"/>
          <ac:spMkLst>
            <pc:docMk/>
            <pc:sldMk cId="642924671" sldId="480"/>
            <ac:spMk id="23" creationId="{281E2DF8-F6D8-4E5C-B76E-E082FD8C1FBD}"/>
          </ac:spMkLst>
        </pc:spChg>
        <pc:picChg chg="add del mod">
          <ac:chgData name="동혁 임" userId="879f4c796d7a5333" providerId="LiveId" clId="{99A0B7FB-7ABD-43B7-B0BE-CF1927BF6B47}" dt="2020-06-07T09:42:11.006" v="54873" actId="931"/>
          <ac:picMkLst>
            <pc:docMk/>
            <pc:sldMk cId="642924671" sldId="480"/>
            <ac:picMk id="6" creationId="{51DB377E-080D-4612-8F6A-01C96B3C8DDA}"/>
          </ac:picMkLst>
        </pc:picChg>
        <pc:picChg chg="add del mod">
          <ac:chgData name="동혁 임" userId="879f4c796d7a5333" providerId="LiveId" clId="{99A0B7FB-7ABD-43B7-B0BE-CF1927BF6B47}" dt="2020-06-07T09:42:57.670" v="54884" actId="478"/>
          <ac:picMkLst>
            <pc:docMk/>
            <pc:sldMk cId="642924671" sldId="480"/>
            <ac:picMk id="8" creationId="{B30EBA5E-7831-4A2A-AF48-A1C2F7F00E83}"/>
          </ac:picMkLst>
        </pc:picChg>
        <pc:picChg chg="add del mod ord">
          <ac:chgData name="동혁 임" userId="879f4c796d7a5333" providerId="LiveId" clId="{99A0B7FB-7ABD-43B7-B0BE-CF1927BF6B47}" dt="2020-06-07T09:43:05.311" v="54889" actId="478"/>
          <ac:picMkLst>
            <pc:docMk/>
            <pc:sldMk cId="642924671" sldId="480"/>
            <ac:picMk id="12" creationId="{D5E20F95-65B4-48DD-AA51-6DF1A44C111D}"/>
          </ac:picMkLst>
        </pc:picChg>
        <pc:picChg chg="add mod">
          <ac:chgData name="동혁 임" userId="879f4c796d7a5333" providerId="LiveId" clId="{99A0B7FB-7ABD-43B7-B0BE-CF1927BF6B47}" dt="2020-06-07T09:43:21.610" v="54917" actId="1076"/>
          <ac:picMkLst>
            <pc:docMk/>
            <pc:sldMk cId="642924671" sldId="480"/>
            <ac:picMk id="16" creationId="{5B33AAD8-7284-4487-AFEB-40BA8D784CDB}"/>
          </ac:picMkLst>
        </pc:picChg>
      </pc:sldChg>
      <pc:sldChg chg="addSp delSp modSp new mod setBg">
        <pc:chgData name="동혁 임" userId="879f4c796d7a5333" providerId="LiveId" clId="{99A0B7FB-7ABD-43B7-B0BE-CF1927BF6B47}" dt="2020-06-07T10:09:40.680" v="56482" actId="20577"/>
        <pc:sldMkLst>
          <pc:docMk/>
          <pc:sldMk cId="2919666696" sldId="481"/>
        </pc:sldMkLst>
        <pc:spChg chg="mod ord">
          <ac:chgData name="동혁 임" userId="879f4c796d7a5333" providerId="LiveId" clId="{99A0B7FB-7ABD-43B7-B0BE-CF1927BF6B47}" dt="2020-06-07T10:09:30.968" v="56459" actId="2711"/>
          <ac:spMkLst>
            <pc:docMk/>
            <pc:sldMk cId="2919666696" sldId="481"/>
            <ac:spMk id="2" creationId="{05E05EAC-02E8-470D-8590-198049F9CDD7}"/>
          </ac:spMkLst>
        </pc:spChg>
        <pc:spChg chg="del">
          <ac:chgData name="동혁 임" userId="879f4c796d7a5333" providerId="LiveId" clId="{99A0B7FB-7ABD-43B7-B0BE-CF1927BF6B47}" dt="2020-06-07T09:57:02.319" v="55480" actId="931"/>
          <ac:spMkLst>
            <pc:docMk/>
            <pc:sldMk cId="2919666696" sldId="481"/>
            <ac:spMk id="3" creationId="{F5D416CE-3C08-461E-9907-1567FDB84A24}"/>
          </ac:spMkLst>
        </pc:spChg>
        <pc:spChg chg="mod">
          <ac:chgData name="동혁 임" userId="879f4c796d7a5333" providerId="LiveId" clId="{99A0B7FB-7ABD-43B7-B0BE-CF1927BF6B47}" dt="2020-06-07T10:09:40.680" v="56482" actId="20577"/>
          <ac:spMkLst>
            <pc:docMk/>
            <pc:sldMk cId="2919666696" sldId="481"/>
            <ac:spMk id="4" creationId="{49C14477-32F3-44BC-9950-795049EFC863}"/>
          </ac:spMkLst>
        </pc:spChg>
        <pc:spChg chg="add del">
          <ac:chgData name="동혁 임" userId="879f4c796d7a5333" providerId="LiveId" clId="{99A0B7FB-7ABD-43B7-B0BE-CF1927BF6B47}" dt="2020-06-07T09:58:26.150" v="55612" actId="26606"/>
          <ac:spMkLst>
            <pc:docMk/>
            <pc:sldMk cId="2919666696" sldId="481"/>
            <ac:spMk id="8" creationId="{84ECDE7A-6944-466D-8FFE-149A29BA6BAE}"/>
          </ac:spMkLst>
        </pc:spChg>
        <pc:spChg chg="add del">
          <ac:chgData name="동혁 임" userId="879f4c796d7a5333" providerId="LiveId" clId="{99A0B7FB-7ABD-43B7-B0BE-CF1927BF6B47}" dt="2020-06-07T09:58:26.150" v="55612" actId="26606"/>
          <ac:spMkLst>
            <pc:docMk/>
            <pc:sldMk cId="2919666696" sldId="481"/>
            <ac:spMk id="9" creationId="{B3420082-9415-44EC-802E-C77D71D59C57}"/>
          </ac:spMkLst>
        </pc:spChg>
        <pc:spChg chg="add del">
          <ac:chgData name="동혁 임" userId="879f4c796d7a5333" providerId="LiveId" clId="{99A0B7FB-7ABD-43B7-B0BE-CF1927BF6B47}" dt="2020-06-07T09:58:26.150" v="55612" actId="26606"/>
          <ac:spMkLst>
            <pc:docMk/>
            <pc:sldMk cId="2919666696" sldId="481"/>
            <ac:spMk id="10" creationId="{55A52C45-1FCB-4636-A80F-2849B8226C01}"/>
          </ac:spMkLst>
        </pc:spChg>
        <pc:spChg chg="add del">
          <ac:chgData name="동혁 임" userId="879f4c796d7a5333" providerId="LiveId" clId="{99A0B7FB-7ABD-43B7-B0BE-CF1927BF6B47}" dt="2020-06-07T09:58:15.634" v="55604" actId="26606"/>
          <ac:spMkLst>
            <pc:docMk/>
            <pc:sldMk cId="2919666696" sldId="481"/>
            <ac:spMk id="11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09:58:26.150" v="55612" actId="26606"/>
          <ac:spMkLst>
            <pc:docMk/>
            <pc:sldMk cId="2919666696" sldId="481"/>
            <ac:spMk id="12" creationId="{768EB4DD-3704-43AD-92B3-C4E0C6EA92CB}"/>
          </ac:spMkLst>
        </pc:spChg>
        <pc:spChg chg="add del">
          <ac:chgData name="동혁 임" userId="879f4c796d7a5333" providerId="LiveId" clId="{99A0B7FB-7ABD-43B7-B0BE-CF1927BF6B47}" dt="2020-06-07T09:58:15.634" v="55604" actId="26606"/>
          <ac:spMkLst>
            <pc:docMk/>
            <pc:sldMk cId="2919666696" sldId="481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0:09:26.903" v="56458" actId="26606"/>
          <ac:spMkLst>
            <pc:docMk/>
            <pc:sldMk cId="2919666696" sldId="481"/>
            <ac:spMk id="14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09:58:15.634" v="55604" actId="26606"/>
          <ac:spMkLst>
            <pc:docMk/>
            <pc:sldMk cId="2919666696" sldId="481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0:09:26.903" v="56458" actId="26606"/>
          <ac:spMkLst>
            <pc:docMk/>
            <pc:sldMk cId="2919666696" sldId="481"/>
            <ac:spMk id="16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09:58:15.634" v="55604" actId="26606"/>
          <ac:spMkLst>
            <pc:docMk/>
            <pc:sldMk cId="2919666696" sldId="481"/>
            <ac:spMk id="17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0:09:26.903" v="56458" actId="26606"/>
          <ac:spMkLst>
            <pc:docMk/>
            <pc:sldMk cId="2919666696" sldId="481"/>
            <ac:spMk id="18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09:58:16.848" v="55606" actId="26606"/>
          <ac:spMkLst>
            <pc:docMk/>
            <pc:sldMk cId="2919666696" sldId="481"/>
            <ac:spMk id="19" creationId="{84ECDE7A-6944-466D-8FFE-149A29BA6BAE}"/>
          </ac:spMkLst>
        </pc:spChg>
        <pc:spChg chg="add del">
          <ac:chgData name="동혁 임" userId="879f4c796d7a5333" providerId="LiveId" clId="{99A0B7FB-7ABD-43B7-B0BE-CF1927BF6B47}" dt="2020-06-07T09:58:16.848" v="55606" actId="26606"/>
          <ac:spMkLst>
            <pc:docMk/>
            <pc:sldMk cId="2919666696" sldId="481"/>
            <ac:spMk id="20" creationId="{B3420082-9415-44EC-802E-C77D71D59C57}"/>
          </ac:spMkLst>
        </pc:spChg>
        <pc:spChg chg="add del">
          <ac:chgData name="동혁 임" userId="879f4c796d7a5333" providerId="LiveId" clId="{99A0B7FB-7ABD-43B7-B0BE-CF1927BF6B47}" dt="2020-06-07T09:58:16.848" v="55606" actId="26606"/>
          <ac:spMkLst>
            <pc:docMk/>
            <pc:sldMk cId="2919666696" sldId="481"/>
            <ac:spMk id="21" creationId="{55A52C45-1FCB-4636-A80F-2849B8226C01}"/>
          </ac:spMkLst>
        </pc:spChg>
        <pc:spChg chg="add del">
          <ac:chgData name="동혁 임" userId="879f4c796d7a5333" providerId="LiveId" clId="{99A0B7FB-7ABD-43B7-B0BE-CF1927BF6B47}" dt="2020-06-07T09:58:16.848" v="55606" actId="26606"/>
          <ac:spMkLst>
            <pc:docMk/>
            <pc:sldMk cId="2919666696" sldId="481"/>
            <ac:spMk id="22" creationId="{768EB4DD-3704-43AD-92B3-C4E0C6EA92CB}"/>
          </ac:spMkLst>
        </pc:spChg>
        <pc:spChg chg="add del">
          <ac:chgData name="동혁 임" userId="879f4c796d7a5333" providerId="LiveId" clId="{99A0B7FB-7ABD-43B7-B0BE-CF1927BF6B47}" dt="2020-06-07T10:09:26.903" v="56458" actId="26606"/>
          <ac:spMkLst>
            <pc:docMk/>
            <pc:sldMk cId="2919666696" sldId="481"/>
            <ac:spMk id="23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09:58:20.591" v="55608" actId="26606"/>
          <ac:spMkLst>
            <pc:docMk/>
            <pc:sldMk cId="2919666696" sldId="481"/>
            <ac:spMk id="24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09:58:20.591" v="55608" actId="26606"/>
          <ac:spMkLst>
            <pc:docMk/>
            <pc:sldMk cId="2919666696" sldId="481"/>
            <ac:spMk id="25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09:58:20.591" v="55608" actId="26606"/>
          <ac:spMkLst>
            <pc:docMk/>
            <pc:sldMk cId="2919666696" sldId="481"/>
            <ac:spMk id="26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09:58:20.591" v="55608" actId="26606"/>
          <ac:spMkLst>
            <pc:docMk/>
            <pc:sldMk cId="2919666696" sldId="481"/>
            <ac:spMk id="27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0:09:26.894" v="56457" actId="26606"/>
          <ac:spMkLst>
            <pc:docMk/>
            <pc:sldMk cId="2919666696" sldId="481"/>
            <ac:spMk id="28" creationId="{1ECAB1E8-8195-4748-BE71-FF806D86892E}"/>
          </ac:spMkLst>
        </pc:spChg>
        <pc:spChg chg="add del">
          <ac:chgData name="동혁 임" userId="879f4c796d7a5333" providerId="LiveId" clId="{99A0B7FB-7ABD-43B7-B0BE-CF1927BF6B47}" dt="2020-06-07T10:09:26.894" v="56457" actId="26606"/>
          <ac:spMkLst>
            <pc:docMk/>
            <pc:sldMk cId="2919666696" sldId="481"/>
            <ac:spMk id="30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0:09:26.894" v="56457" actId="26606"/>
          <ac:spMkLst>
            <pc:docMk/>
            <pc:sldMk cId="2919666696" sldId="481"/>
            <ac:spMk id="32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0:09:26.894" v="56457" actId="26606"/>
          <ac:spMkLst>
            <pc:docMk/>
            <pc:sldMk cId="2919666696" sldId="481"/>
            <ac:spMk id="34" creationId="{2A865FE3-5FC9-4049-87CF-30019C46C0F5}"/>
          </ac:spMkLst>
        </pc:spChg>
        <pc:spChg chg="add">
          <ac:chgData name="동혁 임" userId="879f4c796d7a5333" providerId="LiveId" clId="{99A0B7FB-7ABD-43B7-B0BE-CF1927BF6B47}" dt="2020-06-07T10:09:26.903" v="56458" actId="26606"/>
          <ac:spMkLst>
            <pc:docMk/>
            <pc:sldMk cId="2919666696" sldId="481"/>
            <ac:spMk id="36" creationId="{0C2F8F76-4F55-4ED5-AC3D-1714C449C867}"/>
          </ac:spMkLst>
        </pc:spChg>
        <pc:spChg chg="add">
          <ac:chgData name="동혁 임" userId="879f4c796d7a5333" providerId="LiveId" clId="{99A0B7FB-7ABD-43B7-B0BE-CF1927BF6B47}" dt="2020-06-07T10:09:26.903" v="56458" actId="26606"/>
          <ac:spMkLst>
            <pc:docMk/>
            <pc:sldMk cId="2919666696" sldId="481"/>
            <ac:spMk id="37" creationId="{57F6BDD4-E066-4008-8011-6CC31AEB4556}"/>
          </ac:spMkLst>
        </pc:spChg>
        <pc:spChg chg="add">
          <ac:chgData name="동혁 임" userId="879f4c796d7a5333" providerId="LiveId" clId="{99A0B7FB-7ABD-43B7-B0BE-CF1927BF6B47}" dt="2020-06-07T10:09:26.903" v="56458" actId="26606"/>
          <ac:spMkLst>
            <pc:docMk/>
            <pc:sldMk cId="2919666696" sldId="481"/>
            <ac:spMk id="38" creationId="{2711A8FB-68FC-45FC-B01E-38F809E2D439}"/>
          </ac:spMkLst>
        </pc:spChg>
        <pc:spChg chg="add">
          <ac:chgData name="동혁 임" userId="879f4c796d7a5333" providerId="LiveId" clId="{99A0B7FB-7ABD-43B7-B0BE-CF1927BF6B47}" dt="2020-06-07T10:09:26.903" v="56458" actId="26606"/>
          <ac:spMkLst>
            <pc:docMk/>
            <pc:sldMk cId="2919666696" sldId="481"/>
            <ac:spMk id="39" creationId="{281E2DF8-F6D8-4E5C-B76E-E082FD8C1FBD}"/>
          </ac:spMkLst>
        </pc:spChg>
        <pc:picChg chg="add mod ord modCrop">
          <ac:chgData name="동혁 임" userId="879f4c796d7a5333" providerId="LiveId" clId="{99A0B7FB-7ABD-43B7-B0BE-CF1927BF6B47}" dt="2020-06-07T10:09:26.903" v="56458" actId="26606"/>
          <ac:picMkLst>
            <pc:docMk/>
            <pc:sldMk cId="2919666696" sldId="481"/>
            <ac:picMk id="6" creationId="{CD01927A-B6FA-4721-9D72-E55378F271F7}"/>
          </ac:picMkLst>
        </pc:picChg>
      </pc:sldChg>
      <pc:sldChg chg="addSp delSp modSp new mod setBg">
        <pc:chgData name="동혁 임" userId="879f4c796d7a5333" providerId="LiveId" clId="{99A0B7FB-7ABD-43B7-B0BE-CF1927BF6B47}" dt="2020-06-07T10:10:02.026" v="56489" actId="5793"/>
        <pc:sldMkLst>
          <pc:docMk/>
          <pc:sldMk cId="3520786191" sldId="482"/>
        </pc:sldMkLst>
        <pc:spChg chg="mod ord">
          <ac:chgData name="동혁 임" userId="879f4c796d7a5333" providerId="LiveId" clId="{99A0B7FB-7ABD-43B7-B0BE-CF1927BF6B47}" dt="2020-06-07T10:09:57.786" v="56485" actId="2711"/>
          <ac:spMkLst>
            <pc:docMk/>
            <pc:sldMk cId="3520786191" sldId="482"/>
            <ac:spMk id="2" creationId="{AF7868C7-7FAE-46A9-8E95-3033A62101C2}"/>
          </ac:spMkLst>
        </pc:spChg>
        <pc:spChg chg="del">
          <ac:chgData name="동혁 임" userId="879f4c796d7a5333" providerId="LiveId" clId="{99A0B7FB-7ABD-43B7-B0BE-CF1927BF6B47}" dt="2020-06-07T09:59:14.777" v="55651" actId="931"/>
          <ac:spMkLst>
            <pc:docMk/>
            <pc:sldMk cId="3520786191" sldId="482"/>
            <ac:spMk id="3" creationId="{B4965DC5-7333-49F4-8731-342EFD2A0AD5}"/>
          </ac:spMkLst>
        </pc:spChg>
        <pc:spChg chg="mod">
          <ac:chgData name="동혁 임" userId="879f4c796d7a5333" providerId="LiveId" clId="{99A0B7FB-7ABD-43B7-B0BE-CF1927BF6B47}" dt="2020-06-07T10:10:02.026" v="56489" actId="5793"/>
          <ac:spMkLst>
            <pc:docMk/>
            <pc:sldMk cId="3520786191" sldId="482"/>
            <ac:spMk id="4" creationId="{F0196DEB-5DB7-40FC-A41D-92772343940B}"/>
          </ac:spMkLst>
        </pc:spChg>
        <pc:spChg chg="add del">
          <ac:chgData name="동혁 임" userId="879f4c796d7a5333" providerId="LiveId" clId="{99A0B7FB-7ABD-43B7-B0BE-CF1927BF6B47}" dt="2020-06-07T10:09:51.158" v="56484" actId="26606"/>
          <ac:spMkLst>
            <pc:docMk/>
            <pc:sldMk cId="3520786191" sldId="482"/>
            <ac:spMk id="12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0:09:51.158" v="56484" actId="26606"/>
          <ac:spMkLst>
            <pc:docMk/>
            <pc:sldMk cId="3520786191" sldId="482"/>
            <ac:spMk id="14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0:09:51.158" v="56484" actId="26606"/>
          <ac:spMkLst>
            <pc:docMk/>
            <pc:sldMk cId="3520786191" sldId="482"/>
            <ac:spMk id="16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0:09:51.158" v="56484" actId="26606"/>
          <ac:spMkLst>
            <pc:docMk/>
            <pc:sldMk cId="3520786191" sldId="482"/>
            <ac:spMk id="18" creationId="{281E2DF8-F6D8-4E5C-B76E-E082FD8C1FBD}"/>
          </ac:spMkLst>
        </pc:spChg>
        <pc:spChg chg="add">
          <ac:chgData name="동혁 임" userId="879f4c796d7a5333" providerId="LiveId" clId="{99A0B7FB-7ABD-43B7-B0BE-CF1927BF6B47}" dt="2020-06-07T10:09:51.158" v="56484" actId="26606"/>
          <ac:spMkLst>
            <pc:docMk/>
            <pc:sldMk cId="3520786191" sldId="482"/>
            <ac:spMk id="23" creationId="{0C2F8F76-4F55-4ED5-AC3D-1714C449C867}"/>
          </ac:spMkLst>
        </pc:spChg>
        <pc:spChg chg="add">
          <ac:chgData name="동혁 임" userId="879f4c796d7a5333" providerId="LiveId" clId="{99A0B7FB-7ABD-43B7-B0BE-CF1927BF6B47}" dt="2020-06-07T10:09:51.158" v="56484" actId="26606"/>
          <ac:spMkLst>
            <pc:docMk/>
            <pc:sldMk cId="3520786191" sldId="482"/>
            <ac:spMk id="25" creationId="{57F6BDD4-E066-4008-8011-6CC31AEB4556}"/>
          </ac:spMkLst>
        </pc:spChg>
        <pc:spChg chg="add">
          <ac:chgData name="동혁 임" userId="879f4c796d7a5333" providerId="LiveId" clId="{99A0B7FB-7ABD-43B7-B0BE-CF1927BF6B47}" dt="2020-06-07T10:09:51.158" v="56484" actId="26606"/>
          <ac:spMkLst>
            <pc:docMk/>
            <pc:sldMk cId="3520786191" sldId="482"/>
            <ac:spMk id="27" creationId="{2711A8FB-68FC-45FC-B01E-38F809E2D439}"/>
          </ac:spMkLst>
        </pc:spChg>
        <pc:spChg chg="add">
          <ac:chgData name="동혁 임" userId="879f4c796d7a5333" providerId="LiveId" clId="{99A0B7FB-7ABD-43B7-B0BE-CF1927BF6B47}" dt="2020-06-07T10:09:51.158" v="56484" actId="26606"/>
          <ac:spMkLst>
            <pc:docMk/>
            <pc:sldMk cId="3520786191" sldId="482"/>
            <ac:spMk id="29" creationId="{281E2DF8-F6D8-4E5C-B76E-E082FD8C1FBD}"/>
          </ac:spMkLst>
        </pc:spChg>
        <pc:picChg chg="add del">
          <ac:chgData name="동혁 임" userId="879f4c796d7a5333" providerId="LiveId" clId="{99A0B7FB-7ABD-43B7-B0BE-CF1927BF6B47}" dt="2020-06-07T09:59:03.853" v="55649"/>
          <ac:picMkLst>
            <pc:docMk/>
            <pc:sldMk cId="3520786191" sldId="482"/>
            <ac:picMk id="5" creationId="{F3E97A22-7268-4D83-963D-93BD7EBC87EE}"/>
          </ac:picMkLst>
        </pc:picChg>
        <pc:picChg chg="add mod">
          <ac:chgData name="동혁 임" userId="879f4c796d7a5333" providerId="LiveId" clId="{99A0B7FB-7ABD-43B7-B0BE-CF1927BF6B47}" dt="2020-06-07T10:09:51.158" v="56484" actId="26606"/>
          <ac:picMkLst>
            <pc:docMk/>
            <pc:sldMk cId="3520786191" sldId="482"/>
            <ac:picMk id="7" creationId="{B46D78E2-E244-489F-B523-23D7C7198AF9}"/>
          </ac:picMkLst>
        </pc:picChg>
      </pc:sldChg>
      <pc:sldChg chg="addSp delSp modSp new mod setBg">
        <pc:chgData name="동혁 임" userId="879f4c796d7a5333" providerId="LiveId" clId="{99A0B7FB-7ABD-43B7-B0BE-CF1927BF6B47}" dt="2020-06-07T10:11:46.515" v="56693" actId="5793"/>
        <pc:sldMkLst>
          <pc:docMk/>
          <pc:sldMk cId="790127462" sldId="483"/>
        </pc:sldMkLst>
        <pc:spChg chg="mod ord">
          <ac:chgData name="동혁 임" userId="879f4c796d7a5333" providerId="LiveId" clId="{99A0B7FB-7ABD-43B7-B0BE-CF1927BF6B47}" dt="2020-06-07T10:11:43.620" v="56690" actId="2711"/>
          <ac:spMkLst>
            <pc:docMk/>
            <pc:sldMk cId="790127462" sldId="483"/>
            <ac:spMk id="2" creationId="{17F859F2-53E6-4AD2-A0CB-535E1D6B8E88}"/>
          </ac:spMkLst>
        </pc:spChg>
        <pc:spChg chg="del">
          <ac:chgData name="동혁 임" userId="879f4c796d7a5333" providerId="LiveId" clId="{99A0B7FB-7ABD-43B7-B0BE-CF1927BF6B47}" dt="2020-06-07T10:00:18.755" v="55937" actId="931"/>
          <ac:spMkLst>
            <pc:docMk/>
            <pc:sldMk cId="790127462" sldId="483"/>
            <ac:spMk id="3" creationId="{EBACE216-0D9A-4F11-8938-56985A3C6272}"/>
          </ac:spMkLst>
        </pc:spChg>
        <pc:spChg chg="mod ord">
          <ac:chgData name="동혁 임" userId="879f4c796d7a5333" providerId="LiveId" clId="{99A0B7FB-7ABD-43B7-B0BE-CF1927BF6B47}" dt="2020-06-07T10:11:46.515" v="56693" actId="5793"/>
          <ac:spMkLst>
            <pc:docMk/>
            <pc:sldMk cId="790127462" sldId="483"/>
            <ac:spMk id="4" creationId="{24F70F9D-8488-4A06-B3CC-12A4FE101068}"/>
          </ac:spMkLst>
        </pc:spChg>
        <pc:spChg chg="add del">
          <ac:chgData name="동혁 임" userId="879f4c796d7a5333" providerId="LiveId" clId="{99A0B7FB-7ABD-43B7-B0BE-CF1927BF6B47}" dt="2020-06-07T10:03:30.954" v="56357" actId="26606"/>
          <ac:spMkLst>
            <pc:docMk/>
            <pc:sldMk cId="790127462" sldId="483"/>
            <ac:spMk id="11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0:03:30.954" v="56357" actId="26606"/>
          <ac:spMkLst>
            <pc:docMk/>
            <pc:sldMk cId="790127462" sldId="483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0:03:30.954" v="56357" actId="26606"/>
          <ac:spMkLst>
            <pc:docMk/>
            <pc:sldMk cId="790127462" sldId="483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0:03:30.954" v="56357" actId="26606"/>
          <ac:spMkLst>
            <pc:docMk/>
            <pc:sldMk cId="790127462" sldId="483"/>
            <ac:spMk id="17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0:06:04.444" v="56441" actId="26606"/>
          <ac:spMkLst>
            <pc:docMk/>
            <pc:sldMk cId="790127462" sldId="483"/>
            <ac:spMk id="22" creationId="{6D24BC9E-AC6A-42EE-AFD8-B290720B841F}"/>
          </ac:spMkLst>
        </pc:spChg>
        <pc:spChg chg="add del">
          <ac:chgData name="동혁 임" userId="879f4c796d7a5333" providerId="LiveId" clId="{99A0B7FB-7ABD-43B7-B0BE-CF1927BF6B47}" dt="2020-06-07T10:06:04.444" v="56441" actId="26606"/>
          <ac:spMkLst>
            <pc:docMk/>
            <pc:sldMk cId="790127462" sldId="483"/>
            <ac:spMk id="24" creationId="{0990C621-3B8B-4820-8328-D47EF7CE823C}"/>
          </ac:spMkLst>
        </pc:spChg>
        <pc:spChg chg="add del">
          <ac:chgData name="동혁 임" userId="879f4c796d7a5333" providerId="LiveId" clId="{99A0B7FB-7ABD-43B7-B0BE-CF1927BF6B47}" dt="2020-06-07T10:06:04.444" v="56441" actId="26606"/>
          <ac:spMkLst>
            <pc:docMk/>
            <pc:sldMk cId="790127462" sldId="483"/>
            <ac:spMk id="26" creationId="{C1A2385B-1D2A-4E17-84FA-6CB7F0AAE473}"/>
          </ac:spMkLst>
        </pc:spChg>
        <pc:spChg chg="add del">
          <ac:chgData name="동혁 임" userId="879f4c796d7a5333" providerId="LiveId" clId="{99A0B7FB-7ABD-43B7-B0BE-CF1927BF6B47}" dt="2020-06-07T10:06:04.444" v="56441" actId="26606"/>
          <ac:spMkLst>
            <pc:docMk/>
            <pc:sldMk cId="790127462" sldId="483"/>
            <ac:spMk id="28" creationId="{5E791F2F-79DB-4CC0-9FA1-001E3E91E8B7}"/>
          </ac:spMkLst>
        </pc:spChg>
        <pc:spChg chg="add del">
          <ac:chgData name="동혁 임" userId="879f4c796d7a5333" providerId="LiveId" clId="{99A0B7FB-7ABD-43B7-B0BE-CF1927BF6B47}" dt="2020-06-07T10:05:49.132" v="56436" actId="26606"/>
          <ac:spMkLst>
            <pc:docMk/>
            <pc:sldMk cId="790127462" sldId="483"/>
            <ac:spMk id="33" creationId="{10A05691-F36F-44DD-904C-144D68CAF7BD}"/>
          </ac:spMkLst>
        </pc:spChg>
        <pc:spChg chg="add del">
          <ac:chgData name="동혁 임" userId="879f4c796d7a5333" providerId="LiveId" clId="{99A0B7FB-7ABD-43B7-B0BE-CF1927BF6B47}" dt="2020-06-07T10:05:49.132" v="56436" actId="26606"/>
          <ac:spMkLst>
            <pc:docMk/>
            <pc:sldMk cId="790127462" sldId="483"/>
            <ac:spMk id="35" creationId="{D79DE9F7-28C4-4856-BA57-D696E124C137}"/>
          </ac:spMkLst>
        </pc:spChg>
        <pc:spChg chg="add del">
          <ac:chgData name="동혁 임" userId="879f4c796d7a5333" providerId="LiveId" clId="{99A0B7FB-7ABD-43B7-B0BE-CF1927BF6B47}" dt="2020-06-07T10:05:49.132" v="56436" actId="26606"/>
          <ac:spMkLst>
            <pc:docMk/>
            <pc:sldMk cId="790127462" sldId="483"/>
            <ac:spMk id="37" creationId="{E1F9ED9C-121B-44C6-A308-5824769C40D5}"/>
          </ac:spMkLst>
        </pc:spChg>
        <pc:spChg chg="add del">
          <ac:chgData name="동혁 임" userId="879f4c796d7a5333" providerId="LiveId" clId="{99A0B7FB-7ABD-43B7-B0BE-CF1927BF6B47}" dt="2020-06-07T10:05:49.132" v="56436" actId="26606"/>
          <ac:spMkLst>
            <pc:docMk/>
            <pc:sldMk cId="790127462" sldId="483"/>
            <ac:spMk id="39" creationId="{4A5F8185-F27B-4E99-A06C-007336FE3F2D}"/>
          </ac:spMkLst>
        </pc:spChg>
        <pc:spChg chg="add del">
          <ac:chgData name="동혁 임" userId="879f4c796d7a5333" providerId="LiveId" clId="{99A0B7FB-7ABD-43B7-B0BE-CF1927BF6B47}" dt="2020-06-07T10:05:58.957" v="56438" actId="26606"/>
          <ac:spMkLst>
            <pc:docMk/>
            <pc:sldMk cId="790127462" sldId="483"/>
            <ac:spMk id="41" creationId="{5BA49487-3FDB-4FB7-9D50-2B4F9454DA91}"/>
          </ac:spMkLst>
        </pc:spChg>
        <pc:spChg chg="add del">
          <ac:chgData name="동혁 임" userId="879f4c796d7a5333" providerId="LiveId" clId="{99A0B7FB-7ABD-43B7-B0BE-CF1927BF6B47}" dt="2020-06-07T10:05:58.957" v="56438" actId="26606"/>
          <ac:spMkLst>
            <pc:docMk/>
            <pc:sldMk cId="790127462" sldId="483"/>
            <ac:spMk id="42" creationId="{1C938212-FA12-4FF1-87C8-ACDE99D06F69}"/>
          </ac:spMkLst>
        </pc:spChg>
        <pc:spChg chg="add del">
          <ac:chgData name="동혁 임" userId="879f4c796d7a5333" providerId="LiveId" clId="{99A0B7FB-7ABD-43B7-B0BE-CF1927BF6B47}" dt="2020-06-07T10:05:58.957" v="56438" actId="26606"/>
          <ac:spMkLst>
            <pc:docMk/>
            <pc:sldMk cId="790127462" sldId="483"/>
            <ac:spMk id="43" creationId="{369F152D-E540-4B48-BA11-2ADF043C6111}"/>
          </ac:spMkLst>
        </pc:spChg>
        <pc:spChg chg="add del">
          <ac:chgData name="동혁 임" userId="879f4c796d7a5333" providerId="LiveId" clId="{99A0B7FB-7ABD-43B7-B0BE-CF1927BF6B47}" dt="2020-06-07T10:05:58.957" v="56438" actId="26606"/>
          <ac:spMkLst>
            <pc:docMk/>
            <pc:sldMk cId="790127462" sldId="483"/>
            <ac:spMk id="44" creationId="{0C059F7E-04C4-4C46-9B3E-E5CE267E347D}"/>
          </ac:spMkLst>
        </pc:spChg>
        <pc:spChg chg="add del">
          <ac:chgData name="동혁 임" userId="879f4c796d7a5333" providerId="LiveId" clId="{99A0B7FB-7ABD-43B7-B0BE-CF1927BF6B47}" dt="2020-06-07T10:06:04.435" v="56440" actId="26606"/>
          <ac:spMkLst>
            <pc:docMk/>
            <pc:sldMk cId="790127462" sldId="483"/>
            <ac:spMk id="46" creationId="{71A784BF-09DB-448D-99FC-B49DFC6605D5}"/>
          </ac:spMkLst>
        </pc:spChg>
        <pc:spChg chg="add del">
          <ac:chgData name="동혁 임" userId="879f4c796d7a5333" providerId="LiveId" clId="{99A0B7FB-7ABD-43B7-B0BE-CF1927BF6B47}" dt="2020-06-07T10:06:04.435" v="56440" actId="26606"/>
          <ac:spMkLst>
            <pc:docMk/>
            <pc:sldMk cId="790127462" sldId="483"/>
            <ac:spMk id="47" creationId="{917859B3-4C91-478D-929D-BB6433F90849}"/>
          </ac:spMkLst>
        </pc:spChg>
        <pc:spChg chg="add del">
          <ac:chgData name="동혁 임" userId="879f4c796d7a5333" providerId="LiveId" clId="{99A0B7FB-7ABD-43B7-B0BE-CF1927BF6B47}" dt="2020-06-07T10:06:04.435" v="56440" actId="26606"/>
          <ac:spMkLst>
            <pc:docMk/>
            <pc:sldMk cId="790127462" sldId="483"/>
            <ac:spMk id="48" creationId="{6283FBD2-A663-469F-855C-06D86E3C1161}"/>
          </ac:spMkLst>
        </pc:spChg>
        <pc:spChg chg="add del">
          <ac:chgData name="동혁 임" userId="879f4c796d7a5333" providerId="LiveId" clId="{99A0B7FB-7ABD-43B7-B0BE-CF1927BF6B47}" dt="2020-06-07T10:06:04.435" v="56440" actId="26606"/>
          <ac:spMkLst>
            <pc:docMk/>
            <pc:sldMk cId="790127462" sldId="483"/>
            <ac:spMk id="49" creationId="{8A1279FC-7441-4E55-B082-2774E6316482}"/>
          </ac:spMkLst>
        </pc:spChg>
        <pc:spChg chg="add del">
          <ac:chgData name="동혁 임" userId="879f4c796d7a5333" providerId="LiveId" clId="{99A0B7FB-7ABD-43B7-B0BE-CF1927BF6B47}" dt="2020-06-07T10:10:28.651" v="56502" actId="26606"/>
          <ac:spMkLst>
            <pc:docMk/>
            <pc:sldMk cId="790127462" sldId="483"/>
            <ac:spMk id="51" creationId="{5BA49487-3FDB-4FB7-9D50-2B4F9454DA91}"/>
          </ac:spMkLst>
        </pc:spChg>
        <pc:spChg chg="add del">
          <ac:chgData name="동혁 임" userId="879f4c796d7a5333" providerId="LiveId" clId="{99A0B7FB-7ABD-43B7-B0BE-CF1927BF6B47}" dt="2020-06-07T10:10:28.651" v="56502" actId="26606"/>
          <ac:spMkLst>
            <pc:docMk/>
            <pc:sldMk cId="790127462" sldId="483"/>
            <ac:spMk id="52" creationId="{1C938212-FA12-4FF1-87C8-ACDE99D06F69}"/>
          </ac:spMkLst>
        </pc:spChg>
        <pc:spChg chg="add del">
          <ac:chgData name="동혁 임" userId="879f4c796d7a5333" providerId="LiveId" clId="{99A0B7FB-7ABD-43B7-B0BE-CF1927BF6B47}" dt="2020-06-07T10:10:28.651" v="56502" actId="26606"/>
          <ac:spMkLst>
            <pc:docMk/>
            <pc:sldMk cId="790127462" sldId="483"/>
            <ac:spMk id="53" creationId="{369F152D-E540-4B48-BA11-2ADF043C6111}"/>
          </ac:spMkLst>
        </pc:spChg>
        <pc:spChg chg="add del">
          <ac:chgData name="동혁 임" userId="879f4c796d7a5333" providerId="LiveId" clId="{99A0B7FB-7ABD-43B7-B0BE-CF1927BF6B47}" dt="2020-06-07T10:10:28.651" v="56502" actId="26606"/>
          <ac:spMkLst>
            <pc:docMk/>
            <pc:sldMk cId="790127462" sldId="483"/>
            <ac:spMk id="54" creationId="{0C059F7E-04C4-4C46-9B3E-E5CE267E347D}"/>
          </ac:spMkLst>
        </pc:spChg>
        <pc:spChg chg="add del">
          <ac:chgData name="동혁 임" userId="879f4c796d7a5333" providerId="LiveId" clId="{99A0B7FB-7ABD-43B7-B0BE-CF1927BF6B47}" dt="2020-06-07T10:10:26.138" v="56497" actId="26606"/>
          <ac:spMkLst>
            <pc:docMk/>
            <pc:sldMk cId="790127462" sldId="483"/>
            <ac:spMk id="59" creationId="{5BA49487-3FDB-4FB7-9D50-2B4F9454DA91}"/>
          </ac:spMkLst>
        </pc:spChg>
        <pc:spChg chg="add del">
          <ac:chgData name="동혁 임" userId="879f4c796d7a5333" providerId="LiveId" clId="{99A0B7FB-7ABD-43B7-B0BE-CF1927BF6B47}" dt="2020-06-07T10:10:26.138" v="56497" actId="26606"/>
          <ac:spMkLst>
            <pc:docMk/>
            <pc:sldMk cId="790127462" sldId="483"/>
            <ac:spMk id="61" creationId="{1C938212-FA12-4FF1-87C8-ACDE99D06F69}"/>
          </ac:spMkLst>
        </pc:spChg>
        <pc:spChg chg="add del">
          <ac:chgData name="동혁 임" userId="879f4c796d7a5333" providerId="LiveId" clId="{99A0B7FB-7ABD-43B7-B0BE-CF1927BF6B47}" dt="2020-06-07T10:10:26.138" v="56497" actId="26606"/>
          <ac:spMkLst>
            <pc:docMk/>
            <pc:sldMk cId="790127462" sldId="483"/>
            <ac:spMk id="63" creationId="{369F152D-E540-4B48-BA11-2ADF043C6111}"/>
          </ac:spMkLst>
        </pc:spChg>
        <pc:spChg chg="add del">
          <ac:chgData name="동혁 임" userId="879f4c796d7a5333" providerId="LiveId" clId="{99A0B7FB-7ABD-43B7-B0BE-CF1927BF6B47}" dt="2020-06-07T10:10:26.138" v="56497" actId="26606"/>
          <ac:spMkLst>
            <pc:docMk/>
            <pc:sldMk cId="790127462" sldId="483"/>
            <ac:spMk id="65" creationId="{0C059F7E-04C4-4C46-9B3E-E5CE267E347D}"/>
          </ac:spMkLst>
        </pc:spChg>
        <pc:spChg chg="add del">
          <ac:chgData name="동혁 임" userId="879f4c796d7a5333" providerId="LiveId" clId="{99A0B7FB-7ABD-43B7-B0BE-CF1927BF6B47}" dt="2020-06-07T10:10:27.409" v="56499" actId="26606"/>
          <ac:spMkLst>
            <pc:docMk/>
            <pc:sldMk cId="790127462" sldId="483"/>
            <ac:spMk id="67" creationId="{10A05691-F36F-44DD-904C-144D68CAF7BD}"/>
          </ac:spMkLst>
        </pc:spChg>
        <pc:spChg chg="add del">
          <ac:chgData name="동혁 임" userId="879f4c796d7a5333" providerId="LiveId" clId="{99A0B7FB-7ABD-43B7-B0BE-CF1927BF6B47}" dt="2020-06-07T10:10:27.409" v="56499" actId="26606"/>
          <ac:spMkLst>
            <pc:docMk/>
            <pc:sldMk cId="790127462" sldId="483"/>
            <ac:spMk id="68" creationId="{D79DE9F7-28C4-4856-BA57-D696E124C137}"/>
          </ac:spMkLst>
        </pc:spChg>
        <pc:spChg chg="add del">
          <ac:chgData name="동혁 임" userId="879f4c796d7a5333" providerId="LiveId" clId="{99A0B7FB-7ABD-43B7-B0BE-CF1927BF6B47}" dt="2020-06-07T10:10:27.409" v="56499" actId="26606"/>
          <ac:spMkLst>
            <pc:docMk/>
            <pc:sldMk cId="790127462" sldId="483"/>
            <ac:spMk id="69" creationId="{E1F9ED9C-121B-44C6-A308-5824769C40D5}"/>
          </ac:spMkLst>
        </pc:spChg>
        <pc:spChg chg="add del">
          <ac:chgData name="동혁 임" userId="879f4c796d7a5333" providerId="LiveId" clId="{99A0B7FB-7ABD-43B7-B0BE-CF1927BF6B47}" dt="2020-06-07T10:10:27.409" v="56499" actId="26606"/>
          <ac:spMkLst>
            <pc:docMk/>
            <pc:sldMk cId="790127462" sldId="483"/>
            <ac:spMk id="70" creationId="{4A5F8185-F27B-4E99-A06C-007336FE3F2D}"/>
          </ac:spMkLst>
        </pc:spChg>
        <pc:spChg chg="add del">
          <ac:chgData name="동혁 임" userId="879f4c796d7a5333" providerId="LiveId" clId="{99A0B7FB-7ABD-43B7-B0BE-CF1927BF6B47}" dt="2020-06-07T10:10:28.645" v="56501" actId="26606"/>
          <ac:spMkLst>
            <pc:docMk/>
            <pc:sldMk cId="790127462" sldId="483"/>
            <ac:spMk id="72" creationId="{5E39003D-C295-438B-92E5-BA8AB22F1D08}"/>
          </ac:spMkLst>
        </pc:spChg>
        <pc:spChg chg="add del">
          <ac:chgData name="동혁 임" userId="879f4c796d7a5333" providerId="LiveId" clId="{99A0B7FB-7ABD-43B7-B0BE-CF1927BF6B47}" dt="2020-06-07T10:10:28.645" v="56501" actId="26606"/>
          <ac:spMkLst>
            <pc:docMk/>
            <pc:sldMk cId="790127462" sldId="483"/>
            <ac:spMk id="73" creationId="{C1351349-D8A6-43B2-82BD-D2B00AC91666}"/>
          </ac:spMkLst>
        </pc:spChg>
        <pc:spChg chg="add del">
          <ac:chgData name="동혁 임" userId="879f4c796d7a5333" providerId="LiveId" clId="{99A0B7FB-7ABD-43B7-B0BE-CF1927BF6B47}" dt="2020-06-07T10:10:28.645" v="56501" actId="26606"/>
          <ac:spMkLst>
            <pc:docMk/>
            <pc:sldMk cId="790127462" sldId="483"/>
            <ac:spMk id="74" creationId="{49CAD0BD-370C-42DD-938F-4C24027CF287}"/>
          </ac:spMkLst>
        </pc:spChg>
        <pc:spChg chg="add del">
          <ac:chgData name="동혁 임" userId="879f4c796d7a5333" providerId="LiveId" clId="{99A0B7FB-7ABD-43B7-B0BE-CF1927BF6B47}" dt="2020-06-07T10:10:28.645" v="56501" actId="26606"/>
          <ac:spMkLst>
            <pc:docMk/>
            <pc:sldMk cId="790127462" sldId="483"/>
            <ac:spMk id="75" creationId="{E2E536EC-D776-4DBA-ABA7-CCC72D7FCE5C}"/>
          </ac:spMkLst>
        </pc:spChg>
        <pc:spChg chg="add">
          <ac:chgData name="동혁 임" userId="879f4c796d7a5333" providerId="LiveId" clId="{99A0B7FB-7ABD-43B7-B0BE-CF1927BF6B47}" dt="2020-06-07T10:10:28.651" v="56502" actId="26606"/>
          <ac:spMkLst>
            <pc:docMk/>
            <pc:sldMk cId="790127462" sldId="483"/>
            <ac:spMk id="77" creationId="{5BA49487-3FDB-4FB7-9D50-2B4F9454DA91}"/>
          </ac:spMkLst>
        </pc:spChg>
        <pc:spChg chg="add">
          <ac:chgData name="동혁 임" userId="879f4c796d7a5333" providerId="LiveId" clId="{99A0B7FB-7ABD-43B7-B0BE-CF1927BF6B47}" dt="2020-06-07T10:10:28.651" v="56502" actId="26606"/>
          <ac:spMkLst>
            <pc:docMk/>
            <pc:sldMk cId="790127462" sldId="483"/>
            <ac:spMk id="78" creationId="{1C938212-FA12-4FF1-87C8-ACDE99D06F69}"/>
          </ac:spMkLst>
        </pc:spChg>
        <pc:spChg chg="add">
          <ac:chgData name="동혁 임" userId="879f4c796d7a5333" providerId="LiveId" clId="{99A0B7FB-7ABD-43B7-B0BE-CF1927BF6B47}" dt="2020-06-07T10:10:28.651" v="56502" actId="26606"/>
          <ac:spMkLst>
            <pc:docMk/>
            <pc:sldMk cId="790127462" sldId="483"/>
            <ac:spMk id="79" creationId="{369F152D-E540-4B48-BA11-2ADF043C6111}"/>
          </ac:spMkLst>
        </pc:spChg>
        <pc:spChg chg="add">
          <ac:chgData name="동혁 임" userId="879f4c796d7a5333" providerId="LiveId" clId="{99A0B7FB-7ABD-43B7-B0BE-CF1927BF6B47}" dt="2020-06-07T10:10:28.651" v="56502" actId="26606"/>
          <ac:spMkLst>
            <pc:docMk/>
            <pc:sldMk cId="790127462" sldId="483"/>
            <ac:spMk id="80" creationId="{0C059F7E-04C4-4C46-9B3E-E5CE267E347D}"/>
          </ac:spMkLst>
        </pc:spChg>
        <pc:picChg chg="add mod ord">
          <ac:chgData name="동혁 임" userId="879f4c796d7a5333" providerId="LiveId" clId="{99A0B7FB-7ABD-43B7-B0BE-CF1927BF6B47}" dt="2020-06-07T10:11:33.128" v="56688" actId="1076"/>
          <ac:picMkLst>
            <pc:docMk/>
            <pc:sldMk cId="790127462" sldId="483"/>
            <ac:picMk id="6" creationId="{78EC04BC-C87D-4605-A8A3-D7FDAC8F17DC}"/>
          </ac:picMkLst>
        </pc:picChg>
        <pc:picChg chg="add mod">
          <ac:chgData name="동혁 임" userId="879f4c796d7a5333" providerId="LiveId" clId="{99A0B7FB-7ABD-43B7-B0BE-CF1927BF6B47}" dt="2020-06-07T10:11:38.423" v="56689" actId="1076"/>
          <ac:picMkLst>
            <pc:docMk/>
            <pc:sldMk cId="790127462" sldId="483"/>
            <ac:picMk id="8" creationId="{60027729-6FA3-4E77-B69F-3D6994DD1297}"/>
          </ac:picMkLst>
        </pc:picChg>
        <pc:picChg chg="add del mod ord">
          <ac:chgData name="동혁 임" userId="879f4c796d7a5333" providerId="LiveId" clId="{99A0B7FB-7ABD-43B7-B0BE-CF1927BF6B47}" dt="2020-06-07T10:10:49.272" v="56678" actId="1076"/>
          <ac:picMkLst>
            <pc:docMk/>
            <pc:sldMk cId="790127462" sldId="483"/>
            <ac:picMk id="10" creationId="{62685DA2-42A0-469C-862F-AABB950BC63E}"/>
          </ac:picMkLst>
        </pc:picChg>
      </pc:sldChg>
      <pc:sldChg chg="new del">
        <pc:chgData name="동혁 임" userId="879f4c796d7a5333" providerId="LiveId" clId="{99A0B7FB-7ABD-43B7-B0BE-CF1927BF6B47}" dt="2020-06-07T10:39:05.307" v="56695" actId="680"/>
        <pc:sldMkLst>
          <pc:docMk/>
          <pc:sldMk cId="894026481" sldId="484"/>
        </pc:sldMkLst>
      </pc:sldChg>
      <pc:sldChg chg="addSp delSp modSp new del mod setBg">
        <pc:chgData name="동혁 임" userId="879f4c796d7a5333" providerId="LiveId" clId="{99A0B7FB-7ABD-43B7-B0BE-CF1927BF6B47}" dt="2020-06-07T14:32:50.080" v="68761" actId="47"/>
        <pc:sldMkLst>
          <pc:docMk/>
          <pc:sldMk cId="3564205460" sldId="484"/>
        </pc:sldMkLst>
        <pc:spChg chg="mod">
          <ac:chgData name="동혁 임" userId="879f4c796d7a5333" providerId="LiveId" clId="{99A0B7FB-7ABD-43B7-B0BE-CF1927BF6B47}" dt="2020-06-07T10:53:25.204" v="57122" actId="26606"/>
          <ac:spMkLst>
            <pc:docMk/>
            <pc:sldMk cId="3564205460" sldId="484"/>
            <ac:spMk id="2" creationId="{143E6207-EDB8-4922-BCE9-09B789AD19F8}"/>
          </ac:spMkLst>
        </pc:spChg>
        <pc:spChg chg="mod">
          <ac:chgData name="동혁 임" userId="879f4c796d7a5333" providerId="LiveId" clId="{99A0B7FB-7ABD-43B7-B0BE-CF1927BF6B47}" dt="2020-06-07T14:30:58.203" v="68649" actId="6549"/>
          <ac:spMkLst>
            <pc:docMk/>
            <pc:sldMk cId="3564205460" sldId="484"/>
            <ac:spMk id="3" creationId="{BD78EA71-7350-4224-95A3-39DC0DAC2E69}"/>
          </ac:spMkLst>
        </pc:spChg>
        <pc:spChg chg="mod">
          <ac:chgData name="동혁 임" userId="879f4c796d7a5333" providerId="LiveId" clId="{99A0B7FB-7ABD-43B7-B0BE-CF1927BF6B47}" dt="2020-06-07T10:53:25.204" v="57122" actId="26606"/>
          <ac:spMkLst>
            <pc:docMk/>
            <pc:sldMk cId="3564205460" sldId="484"/>
            <ac:spMk id="4" creationId="{87AC9C6D-2047-4617-87F1-3F2DB61CF203}"/>
          </ac:spMkLst>
        </pc:spChg>
        <pc:spChg chg="add del">
          <ac:chgData name="동혁 임" userId="879f4c796d7a5333" providerId="LiveId" clId="{99A0B7FB-7ABD-43B7-B0BE-CF1927BF6B47}" dt="2020-06-07T10:41:10.438" v="57115" actId="26606"/>
          <ac:spMkLst>
            <pc:docMk/>
            <pc:sldMk cId="3564205460" sldId="484"/>
            <ac:spMk id="6" creationId="{4351DFE5-F63D-4BE0-BDA9-E3EB88F01AA5}"/>
          </ac:spMkLst>
        </pc:spChg>
        <pc:spChg chg="add del">
          <ac:chgData name="동혁 임" userId="879f4c796d7a5333" providerId="LiveId" clId="{99A0B7FB-7ABD-43B7-B0BE-CF1927BF6B47}" dt="2020-06-07T10:41:00.136" v="57113" actId="26606"/>
          <ac:spMkLst>
            <pc:docMk/>
            <pc:sldMk cId="3564205460" sldId="484"/>
            <ac:spMk id="9" creationId="{428D436F-9ACD-4C92-AFC8-C934C527A6A4}"/>
          </ac:spMkLst>
        </pc:spChg>
        <pc:spChg chg="add del">
          <ac:chgData name="동혁 임" userId="879f4c796d7a5333" providerId="LiveId" clId="{99A0B7FB-7ABD-43B7-B0BE-CF1927BF6B47}" dt="2020-06-07T10:41:21.618" v="57121" actId="26606"/>
          <ac:spMkLst>
            <pc:docMk/>
            <pc:sldMk cId="3564205460" sldId="484"/>
            <ac:spMk id="10" creationId="{4C608BEB-860E-4094-8511-78603564A75E}"/>
          </ac:spMkLst>
        </pc:spChg>
        <pc:spChg chg="add del">
          <ac:chgData name="동혁 임" userId="879f4c796d7a5333" providerId="LiveId" clId="{99A0B7FB-7ABD-43B7-B0BE-CF1927BF6B47}" dt="2020-06-07T10:41:00.136" v="57113" actId="26606"/>
          <ac:spMkLst>
            <pc:docMk/>
            <pc:sldMk cId="3564205460" sldId="484"/>
            <ac:spMk id="11" creationId="{090538E0-A884-4E60-A6AB-77D830E2FCED}"/>
          </ac:spMkLst>
        </pc:spChg>
        <pc:spChg chg="add del">
          <ac:chgData name="동혁 임" userId="879f4c796d7a5333" providerId="LiveId" clId="{99A0B7FB-7ABD-43B7-B0BE-CF1927BF6B47}" dt="2020-06-07T10:41:00.136" v="57113" actId="26606"/>
          <ac:spMkLst>
            <pc:docMk/>
            <pc:sldMk cId="3564205460" sldId="484"/>
            <ac:spMk id="13" creationId="{DB0D7DD0-1C67-4D4C-9E06-678233DB8468}"/>
          </ac:spMkLst>
        </pc:spChg>
        <pc:spChg chg="add del">
          <ac:chgData name="동혁 임" userId="879f4c796d7a5333" providerId="LiveId" clId="{99A0B7FB-7ABD-43B7-B0BE-CF1927BF6B47}" dt="2020-06-07T10:53:25.204" v="57122" actId="26606"/>
          <ac:spMkLst>
            <pc:docMk/>
            <pc:sldMk cId="3564205460" sldId="484"/>
            <ac:spMk id="17" creationId="{428D436F-9ACD-4C92-AFC8-C934C527A6A4}"/>
          </ac:spMkLst>
        </pc:spChg>
        <pc:spChg chg="add del">
          <ac:chgData name="동혁 임" userId="879f4c796d7a5333" providerId="LiveId" clId="{99A0B7FB-7ABD-43B7-B0BE-CF1927BF6B47}" dt="2020-06-07T10:53:25.204" v="57122" actId="26606"/>
          <ac:spMkLst>
            <pc:docMk/>
            <pc:sldMk cId="3564205460" sldId="484"/>
            <ac:spMk id="19" creationId="{090538E0-A884-4E60-A6AB-77D830E2FCED}"/>
          </ac:spMkLst>
        </pc:spChg>
        <pc:spChg chg="add del">
          <ac:chgData name="동혁 임" userId="879f4c796d7a5333" providerId="LiveId" clId="{99A0B7FB-7ABD-43B7-B0BE-CF1927BF6B47}" dt="2020-06-07T10:53:25.204" v="57122" actId="26606"/>
          <ac:spMkLst>
            <pc:docMk/>
            <pc:sldMk cId="3564205460" sldId="484"/>
            <ac:spMk id="21" creationId="{DB0D7DD0-1C67-4D4C-9E06-678233DB8468}"/>
          </ac:spMkLst>
        </pc:spChg>
        <pc:spChg chg="add">
          <ac:chgData name="동혁 임" userId="879f4c796d7a5333" providerId="LiveId" clId="{99A0B7FB-7ABD-43B7-B0BE-CF1927BF6B47}" dt="2020-06-07T10:53:25.204" v="57122" actId="26606"/>
          <ac:spMkLst>
            <pc:docMk/>
            <pc:sldMk cId="3564205460" sldId="484"/>
            <ac:spMk id="26" creationId="{4C608BEB-860E-4094-8511-78603564A75E}"/>
          </ac:spMkLst>
        </pc:spChg>
        <pc:picChg chg="add del">
          <ac:chgData name="동혁 임" userId="879f4c796d7a5333" providerId="LiveId" clId="{99A0B7FB-7ABD-43B7-B0BE-CF1927BF6B47}" dt="2020-06-07T10:41:10.438" v="57115" actId="26606"/>
          <ac:picMkLst>
            <pc:docMk/>
            <pc:sldMk cId="3564205460" sldId="484"/>
            <ac:picMk id="7" creationId="{02DD2BC0-6F29-4B4F-8D61-2DCF6D2E8E73}"/>
          </ac:picMkLst>
        </pc:picChg>
        <pc:cxnChg chg="add del">
          <ac:chgData name="동혁 임" userId="879f4c796d7a5333" providerId="LiveId" clId="{99A0B7FB-7ABD-43B7-B0BE-CF1927BF6B47}" dt="2020-06-07T10:41:21.618" v="57121" actId="26606"/>
          <ac:cxnSpMkLst>
            <pc:docMk/>
            <pc:sldMk cId="3564205460" sldId="484"/>
            <ac:cxnSpMk id="12" creationId="{1F16A8D4-FE87-4604-88B2-394B5D1EB437}"/>
          </ac:cxnSpMkLst>
        </pc:cxnChg>
        <pc:cxnChg chg="add">
          <ac:chgData name="동혁 임" userId="879f4c796d7a5333" providerId="LiveId" clId="{99A0B7FB-7ABD-43B7-B0BE-CF1927BF6B47}" dt="2020-06-07T10:53:25.204" v="57122" actId="26606"/>
          <ac:cxnSpMkLst>
            <pc:docMk/>
            <pc:sldMk cId="3564205460" sldId="484"/>
            <ac:cxnSpMk id="28" creationId="{1F16A8D4-FE87-4604-88B2-394B5D1EB437}"/>
          </ac:cxnSpMkLst>
        </pc:cxnChg>
      </pc:sldChg>
      <pc:sldChg chg="addSp modSp new mod setBg">
        <pc:chgData name="동혁 임" userId="879f4c796d7a5333" providerId="LiveId" clId="{99A0B7FB-7ABD-43B7-B0BE-CF1927BF6B47}" dt="2020-06-07T11:17:10.915" v="57831" actId="5793"/>
        <pc:sldMkLst>
          <pc:docMk/>
          <pc:sldMk cId="4250094255" sldId="485"/>
        </pc:sldMkLst>
        <pc:spChg chg="mod">
          <ac:chgData name="동혁 임" userId="879f4c796d7a5333" providerId="LiveId" clId="{99A0B7FB-7ABD-43B7-B0BE-CF1927BF6B47}" dt="2020-06-07T11:17:09.363" v="57829" actId="2711"/>
          <ac:spMkLst>
            <pc:docMk/>
            <pc:sldMk cId="4250094255" sldId="485"/>
            <ac:spMk id="2" creationId="{B4ED2BC1-C4F4-4DE9-B884-D406A7DDA223}"/>
          </ac:spMkLst>
        </pc:spChg>
        <pc:spChg chg="mod">
          <ac:chgData name="동혁 임" userId="879f4c796d7a5333" providerId="LiveId" clId="{99A0B7FB-7ABD-43B7-B0BE-CF1927BF6B47}" dt="2020-06-07T11:17:10.915" v="57831" actId="5793"/>
          <ac:spMkLst>
            <pc:docMk/>
            <pc:sldMk cId="4250094255" sldId="485"/>
            <ac:spMk id="3" creationId="{5F1239A8-C8C0-4C3C-B789-B542C6C425FD}"/>
          </ac:spMkLst>
        </pc:spChg>
        <pc:spChg chg="add">
          <ac:chgData name="동혁 임" userId="879f4c796d7a5333" providerId="LiveId" clId="{99A0B7FB-7ABD-43B7-B0BE-CF1927BF6B47}" dt="2020-06-07T11:17:04.172" v="57828" actId="26606"/>
          <ac:spMkLst>
            <pc:docMk/>
            <pc:sldMk cId="4250094255" sldId="485"/>
            <ac:spMk id="8" creationId="{A52B99F1-B2DC-437E-A8A1-A57F2F29F8D1}"/>
          </ac:spMkLst>
        </pc:spChg>
        <pc:spChg chg="add">
          <ac:chgData name="동혁 임" userId="879f4c796d7a5333" providerId="LiveId" clId="{99A0B7FB-7ABD-43B7-B0BE-CF1927BF6B47}" dt="2020-06-07T11:17:04.172" v="57828" actId="26606"/>
          <ac:spMkLst>
            <pc:docMk/>
            <pc:sldMk cId="4250094255" sldId="485"/>
            <ac:spMk id="10" creationId="{55F8BA08-3E38-4B70-B93A-74F08E092206}"/>
          </ac:spMkLst>
        </pc:spChg>
        <pc:spChg chg="add">
          <ac:chgData name="동혁 임" userId="879f4c796d7a5333" providerId="LiveId" clId="{99A0B7FB-7ABD-43B7-B0BE-CF1927BF6B47}" dt="2020-06-07T11:17:04.172" v="57828" actId="26606"/>
          <ac:spMkLst>
            <pc:docMk/>
            <pc:sldMk cId="4250094255" sldId="485"/>
            <ac:spMk id="12" creationId="{357F1B33-79AB-4A71-8CEC-4546D709B8C8}"/>
          </ac:spMkLst>
        </pc:spChg>
      </pc:sldChg>
      <pc:sldChg chg="addSp delSp modSp new mod setBg">
        <pc:chgData name="동혁 임" userId="879f4c796d7a5333" providerId="LiveId" clId="{99A0B7FB-7ABD-43B7-B0BE-CF1927BF6B47}" dt="2020-06-07T11:19:45.937" v="58176" actId="2711"/>
        <pc:sldMkLst>
          <pc:docMk/>
          <pc:sldMk cId="766724861" sldId="486"/>
        </pc:sldMkLst>
        <pc:spChg chg="mod ord">
          <ac:chgData name="동혁 임" userId="879f4c796d7a5333" providerId="LiveId" clId="{99A0B7FB-7ABD-43B7-B0BE-CF1927BF6B47}" dt="2020-06-07T11:19:45.937" v="58176" actId="2711"/>
          <ac:spMkLst>
            <pc:docMk/>
            <pc:sldMk cId="766724861" sldId="486"/>
            <ac:spMk id="2" creationId="{C574ACBB-5E37-4B5D-B0F7-4EE2E14D111C}"/>
          </ac:spMkLst>
        </pc:spChg>
        <pc:spChg chg="del">
          <ac:chgData name="동혁 임" userId="879f4c796d7a5333" providerId="LiveId" clId="{99A0B7FB-7ABD-43B7-B0BE-CF1927BF6B47}" dt="2020-06-07T11:18:40.218" v="57863" actId="931"/>
          <ac:spMkLst>
            <pc:docMk/>
            <pc:sldMk cId="766724861" sldId="486"/>
            <ac:spMk id="3" creationId="{4F481C05-8A4A-45EF-A5B7-9E03C84E37D0}"/>
          </ac:spMkLst>
        </pc:spChg>
        <pc:spChg chg="mod">
          <ac:chgData name="동혁 임" userId="879f4c796d7a5333" providerId="LiveId" clId="{99A0B7FB-7ABD-43B7-B0BE-CF1927BF6B47}" dt="2020-06-07T11:19:45.937" v="58176" actId="2711"/>
          <ac:spMkLst>
            <pc:docMk/>
            <pc:sldMk cId="766724861" sldId="486"/>
            <ac:spMk id="4" creationId="{0270E551-AB94-410D-A44C-5A7B7C6401CA}"/>
          </ac:spMkLst>
        </pc:spChg>
        <pc:spChg chg="add">
          <ac:chgData name="동혁 임" userId="879f4c796d7a5333" providerId="LiveId" clId="{99A0B7FB-7ABD-43B7-B0BE-CF1927BF6B47}" dt="2020-06-07T11:19:40.339" v="58173" actId="26606"/>
          <ac:spMkLst>
            <pc:docMk/>
            <pc:sldMk cId="766724861" sldId="486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7T11:19:40.339" v="58173" actId="26606"/>
          <ac:spMkLst>
            <pc:docMk/>
            <pc:sldMk cId="766724861" sldId="486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7T11:19:40.339" v="58173" actId="26606"/>
          <ac:spMkLst>
            <pc:docMk/>
            <pc:sldMk cId="766724861" sldId="486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7T11:19:40.339" v="58173" actId="26606"/>
          <ac:spMkLst>
            <pc:docMk/>
            <pc:sldMk cId="766724861" sldId="486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7T11:19:40.339" v="58173" actId="26606"/>
          <ac:picMkLst>
            <pc:docMk/>
            <pc:sldMk cId="766724861" sldId="486"/>
            <ac:picMk id="6" creationId="{27E6E076-36AE-4F30-A206-C70634814004}"/>
          </ac:picMkLst>
        </pc:picChg>
      </pc:sldChg>
      <pc:sldChg chg="addSp delSp modSp new mod setBg">
        <pc:chgData name="동혁 임" userId="879f4c796d7a5333" providerId="LiveId" clId="{99A0B7FB-7ABD-43B7-B0BE-CF1927BF6B47}" dt="2020-06-07T11:22:07.658" v="58783" actId="5793"/>
        <pc:sldMkLst>
          <pc:docMk/>
          <pc:sldMk cId="1553713274" sldId="487"/>
        </pc:sldMkLst>
        <pc:spChg chg="mod ord">
          <ac:chgData name="동혁 임" userId="879f4c796d7a5333" providerId="LiveId" clId="{99A0B7FB-7ABD-43B7-B0BE-CF1927BF6B47}" dt="2020-06-07T11:21:47.999" v="58751" actId="2711"/>
          <ac:spMkLst>
            <pc:docMk/>
            <pc:sldMk cId="1553713274" sldId="487"/>
            <ac:spMk id="2" creationId="{E5E3BBFB-5C11-4390-8155-B19DB8A28FA8}"/>
          </ac:spMkLst>
        </pc:spChg>
        <pc:spChg chg="del">
          <ac:chgData name="동혁 임" userId="879f4c796d7a5333" providerId="LiveId" clId="{99A0B7FB-7ABD-43B7-B0BE-CF1927BF6B47}" dt="2020-06-07T11:20:06.390" v="58231" actId="931"/>
          <ac:spMkLst>
            <pc:docMk/>
            <pc:sldMk cId="1553713274" sldId="487"/>
            <ac:spMk id="3" creationId="{40DC602C-F7DA-474F-A129-930793300EC4}"/>
          </ac:spMkLst>
        </pc:spChg>
        <pc:spChg chg="mod">
          <ac:chgData name="동혁 임" userId="879f4c796d7a5333" providerId="LiveId" clId="{99A0B7FB-7ABD-43B7-B0BE-CF1927BF6B47}" dt="2020-06-07T11:22:07.658" v="58783" actId="5793"/>
          <ac:spMkLst>
            <pc:docMk/>
            <pc:sldMk cId="1553713274" sldId="487"/>
            <ac:spMk id="4" creationId="{4BA56D78-CA4E-4A06-A9C2-4C26BDEDBE0D}"/>
          </ac:spMkLst>
        </pc:spChg>
        <pc:spChg chg="add">
          <ac:chgData name="동혁 임" userId="879f4c796d7a5333" providerId="LiveId" clId="{99A0B7FB-7ABD-43B7-B0BE-CF1927BF6B47}" dt="2020-06-07T11:21:43.567" v="58750" actId="26606"/>
          <ac:spMkLst>
            <pc:docMk/>
            <pc:sldMk cId="1553713274" sldId="487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7T11:21:43.567" v="58750" actId="26606"/>
          <ac:spMkLst>
            <pc:docMk/>
            <pc:sldMk cId="1553713274" sldId="487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7T11:21:43.567" v="58750" actId="26606"/>
          <ac:spMkLst>
            <pc:docMk/>
            <pc:sldMk cId="1553713274" sldId="487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7T11:21:43.567" v="58750" actId="26606"/>
          <ac:spMkLst>
            <pc:docMk/>
            <pc:sldMk cId="1553713274" sldId="487"/>
            <ac:spMk id="17" creationId="{281E2DF8-F6D8-4E5C-B76E-E082FD8C1FBD}"/>
          </ac:spMkLst>
        </pc:spChg>
        <pc:picChg chg="add mod modCrop">
          <ac:chgData name="동혁 임" userId="879f4c796d7a5333" providerId="LiveId" clId="{99A0B7FB-7ABD-43B7-B0BE-CF1927BF6B47}" dt="2020-06-07T11:21:57.753" v="58781" actId="18131"/>
          <ac:picMkLst>
            <pc:docMk/>
            <pc:sldMk cId="1553713274" sldId="487"/>
            <ac:picMk id="6" creationId="{07AABE97-2CA3-4F27-B0E1-D81494AB7458}"/>
          </ac:picMkLst>
        </pc:picChg>
      </pc:sldChg>
      <pc:sldChg chg="addSp delSp modSp add mod setBg">
        <pc:chgData name="동혁 임" userId="879f4c796d7a5333" providerId="LiveId" clId="{99A0B7FB-7ABD-43B7-B0BE-CF1927BF6B47}" dt="2020-07-02T08:39:49.878" v="72702" actId="5793"/>
        <pc:sldMkLst>
          <pc:docMk/>
          <pc:sldMk cId="4101909227" sldId="488"/>
        </pc:sldMkLst>
        <pc:spChg chg="mod ord">
          <ac:chgData name="동혁 임" userId="879f4c796d7a5333" providerId="LiveId" clId="{99A0B7FB-7ABD-43B7-B0BE-CF1927BF6B47}" dt="2020-06-07T11:25:08.173" v="59205" actId="2711"/>
          <ac:spMkLst>
            <pc:docMk/>
            <pc:sldMk cId="4101909227" sldId="488"/>
            <ac:spMk id="2" creationId="{E5E3BBFB-5C11-4390-8155-B19DB8A28FA8}"/>
          </ac:spMkLst>
        </pc:spChg>
        <pc:spChg chg="del">
          <ac:chgData name="동혁 임" userId="879f4c796d7a5333" providerId="LiveId" clId="{99A0B7FB-7ABD-43B7-B0BE-CF1927BF6B47}" dt="2020-06-07T11:23:52.437" v="58784" actId="931"/>
          <ac:spMkLst>
            <pc:docMk/>
            <pc:sldMk cId="4101909227" sldId="488"/>
            <ac:spMk id="3" creationId="{40DC602C-F7DA-474F-A129-930793300EC4}"/>
          </ac:spMkLst>
        </pc:spChg>
        <pc:spChg chg="mod">
          <ac:chgData name="동혁 임" userId="879f4c796d7a5333" providerId="LiveId" clId="{99A0B7FB-7ABD-43B7-B0BE-CF1927BF6B47}" dt="2020-07-02T08:39:49.878" v="72702" actId="5793"/>
          <ac:spMkLst>
            <pc:docMk/>
            <pc:sldMk cId="4101909227" sldId="488"/>
            <ac:spMk id="4" creationId="{4BA56D78-CA4E-4A06-A9C2-4C26BDEDBE0D}"/>
          </ac:spMkLst>
        </pc:spChg>
        <pc:spChg chg="add">
          <ac:chgData name="동혁 임" userId="879f4c796d7a5333" providerId="LiveId" clId="{99A0B7FB-7ABD-43B7-B0BE-CF1927BF6B47}" dt="2020-06-07T11:24:50.308" v="59125" actId="26606"/>
          <ac:spMkLst>
            <pc:docMk/>
            <pc:sldMk cId="4101909227" sldId="488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7T11:24:50.308" v="59125" actId="26606"/>
          <ac:spMkLst>
            <pc:docMk/>
            <pc:sldMk cId="4101909227" sldId="488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7T11:24:50.308" v="59125" actId="26606"/>
          <ac:spMkLst>
            <pc:docMk/>
            <pc:sldMk cId="4101909227" sldId="488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7T11:24:50.308" v="59125" actId="26606"/>
          <ac:spMkLst>
            <pc:docMk/>
            <pc:sldMk cId="4101909227" sldId="488"/>
            <ac:spMk id="17" creationId="{281E2DF8-F6D8-4E5C-B76E-E082FD8C1FBD}"/>
          </ac:spMkLst>
        </pc:spChg>
        <pc:picChg chg="add mod modCrop">
          <ac:chgData name="동혁 임" userId="879f4c796d7a5333" providerId="LiveId" clId="{99A0B7FB-7ABD-43B7-B0BE-CF1927BF6B47}" dt="2020-06-07T11:25:04.064" v="59204" actId="18131"/>
          <ac:picMkLst>
            <pc:docMk/>
            <pc:sldMk cId="4101909227" sldId="488"/>
            <ac:picMk id="6" creationId="{8F4624FF-E74A-428E-BB1B-C693E2781D7C}"/>
          </ac:picMkLst>
        </pc:picChg>
      </pc:sldChg>
      <pc:sldChg chg="addSp delSp modSp add mod setBg">
        <pc:chgData name="동혁 임" userId="879f4c796d7a5333" providerId="LiveId" clId="{99A0B7FB-7ABD-43B7-B0BE-CF1927BF6B47}" dt="2020-07-02T08:39:54.169" v="72704" actId="5793"/>
        <pc:sldMkLst>
          <pc:docMk/>
          <pc:sldMk cId="1190555973" sldId="489"/>
        </pc:sldMkLst>
        <pc:spChg chg="mod ord">
          <ac:chgData name="동혁 임" userId="879f4c796d7a5333" providerId="LiveId" clId="{99A0B7FB-7ABD-43B7-B0BE-CF1927BF6B47}" dt="2020-06-07T11:28:08.850" v="59687" actId="2711"/>
          <ac:spMkLst>
            <pc:docMk/>
            <pc:sldMk cId="1190555973" sldId="489"/>
            <ac:spMk id="2" creationId="{E5E3BBFB-5C11-4390-8155-B19DB8A28FA8}"/>
          </ac:spMkLst>
        </pc:spChg>
        <pc:spChg chg="del">
          <ac:chgData name="동혁 임" userId="879f4c796d7a5333" providerId="LiveId" clId="{99A0B7FB-7ABD-43B7-B0BE-CF1927BF6B47}" dt="2020-06-07T11:26:47.919" v="59206" actId="931"/>
          <ac:spMkLst>
            <pc:docMk/>
            <pc:sldMk cId="1190555973" sldId="489"/>
            <ac:spMk id="3" creationId="{40DC602C-F7DA-474F-A129-930793300EC4}"/>
          </ac:spMkLst>
        </pc:spChg>
        <pc:spChg chg="mod">
          <ac:chgData name="동혁 임" userId="879f4c796d7a5333" providerId="LiveId" clId="{99A0B7FB-7ABD-43B7-B0BE-CF1927BF6B47}" dt="2020-07-02T08:39:54.169" v="72704" actId="5793"/>
          <ac:spMkLst>
            <pc:docMk/>
            <pc:sldMk cId="1190555973" sldId="489"/>
            <ac:spMk id="4" creationId="{4BA56D78-CA4E-4A06-A9C2-4C26BDEDBE0D}"/>
          </ac:spMkLst>
        </pc:spChg>
        <pc:spChg chg="add">
          <ac:chgData name="동혁 임" userId="879f4c796d7a5333" providerId="LiveId" clId="{99A0B7FB-7ABD-43B7-B0BE-CF1927BF6B47}" dt="2020-06-07T11:28:04.660" v="59686" actId="26606"/>
          <ac:spMkLst>
            <pc:docMk/>
            <pc:sldMk cId="1190555973" sldId="489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7T11:28:04.660" v="59686" actId="26606"/>
          <ac:spMkLst>
            <pc:docMk/>
            <pc:sldMk cId="1190555973" sldId="489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7T11:28:04.660" v="59686" actId="26606"/>
          <ac:spMkLst>
            <pc:docMk/>
            <pc:sldMk cId="1190555973" sldId="489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7T11:28:04.660" v="59686" actId="26606"/>
          <ac:spMkLst>
            <pc:docMk/>
            <pc:sldMk cId="1190555973" sldId="489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7T11:28:04.660" v="59686" actId="26606"/>
          <ac:picMkLst>
            <pc:docMk/>
            <pc:sldMk cId="1190555973" sldId="489"/>
            <ac:picMk id="6" creationId="{C788F8F6-D510-4960-8E71-26EA9C4D9275}"/>
          </ac:picMkLst>
        </pc:picChg>
      </pc:sldChg>
      <pc:sldChg chg="addSp delSp modSp add mod setBg">
        <pc:chgData name="동혁 임" userId="879f4c796d7a5333" providerId="LiveId" clId="{99A0B7FB-7ABD-43B7-B0BE-CF1927BF6B47}" dt="2020-06-07T11:33:27.401" v="60845" actId="27636"/>
        <pc:sldMkLst>
          <pc:docMk/>
          <pc:sldMk cId="1167701233" sldId="490"/>
        </pc:sldMkLst>
        <pc:spChg chg="mod ord">
          <ac:chgData name="동혁 임" userId="879f4c796d7a5333" providerId="LiveId" clId="{99A0B7FB-7ABD-43B7-B0BE-CF1927BF6B47}" dt="2020-06-07T11:32:01.471" v="60453" actId="2711"/>
          <ac:spMkLst>
            <pc:docMk/>
            <pc:sldMk cId="1167701233" sldId="490"/>
            <ac:spMk id="2" creationId="{E5E3BBFB-5C11-4390-8155-B19DB8A28FA8}"/>
          </ac:spMkLst>
        </pc:spChg>
        <pc:spChg chg="del">
          <ac:chgData name="동혁 임" userId="879f4c796d7a5333" providerId="LiveId" clId="{99A0B7FB-7ABD-43B7-B0BE-CF1927BF6B47}" dt="2020-06-07T11:30:06.680" v="59688" actId="931"/>
          <ac:spMkLst>
            <pc:docMk/>
            <pc:sldMk cId="1167701233" sldId="490"/>
            <ac:spMk id="3" creationId="{40DC602C-F7DA-474F-A129-930793300EC4}"/>
          </ac:spMkLst>
        </pc:spChg>
        <pc:spChg chg="mod">
          <ac:chgData name="동혁 임" userId="879f4c796d7a5333" providerId="LiveId" clId="{99A0B7FB-7ABD-43B7-B0BE-CF1927BF6B47}" dt="2020-06-07T11:33:27.401" v="60845" actId="27636"/>
          <ac:spMkLst>
            <pc:docMk/>
            <pc:sldMk cId="1167701233" sldId="490"/>
            <ac:spMk id="4" creationId="{4BA56D78-CA4E-4A06-A9C2-4C26BDEDBE0D}"/>
          </ac:spMkLst>
        </pc:spChg>
        <pc:spChg chg="add">
          <ac:chgData name="동혁 임" userId="879f4c796d7a5333" providerId="LiveId" clId="{99A0B7FB-7ABD-43B7-B0BE-CF1927BF6B47}" dt="2020-06-07T11:31:57.245" v="60452" actId="26606"/>
          <ac:spMkLst>
            <pc:docMk/>
            <pc:sldMk cId="1167701233" sldId="490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7T11:31:57.245" v="60452" actId="26606"/>
          <ac:spMkLst>
            <pc:docMk/>
            <pc:sldMk cId="1167701233" sldId="490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7T11:31:57.245" v="60452" actId="26606"/>
          <ac:spMkLst>
            <pc:docMk/>
            <pc:sldMk cId="1167701233" sldId="490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7T11:31:57.245" v="60452" actId="26606"/>
          <ac:spMkLst>
            <pc:docMk/>
            <pc:sldMk cId="1167701233" sldId="490"/>
            <ac:spMk id="17" creationId="{281E2DF8-F6D8-4E5C-B76E-E082FD8C1FBD}"/>
          </ac:spMkLst>
        </pc:spChg>
        <pc:picChg chg="add mod modCrop">
          <ac:chgData name="동혁 임" userId="879f4c796d7a5333" providerId="LiveId" clId="{99A0B7FB-7ABD-43B7-B0BE-CF1927BF6B47}" dt="2020-06-07T11:32:12.781" v="60518" actId="18131"/>
          <ac:picMkLst>
            <pc:docMk/>
            <pc:sldMk cId="1167701233" sldId="490"/>
            <ac:picMk id="6" creationId="{56CDDB8A-3465-4887-AC38-7536D5CEFDB0}"/>
          </ac:picMkLst>
        </pc:picChg>
      </pc:sldChg>
      <pc:sldChg chg="addSp delSp modSp add mod setBg delDesignElem">
        <pc:chgData name="동혁 임" userId="879f4c796d7a5333" providerId="LiveId" clId="{99A0B7FB-7ABD-43B7-B0BE-CF1927BF6B47}" dt="2020-06-07T11:40:32.154" v="61958" actId="20577"/>
        <pc:sldMkLst>
          <pc:docMk/>
          <pc:sldMk cId="4196504798" sldId="491"/>
        </pc:sldMkLst>
        <pc:spChg chg="mod ord">
          <ac:chgData name="동혁 임" userId="879f4c796d7a5333" providerId="LiveId" clId="{99A0B7FB-7ABD-43B7-B0BE-CF1927BF6B47}" dt="2020-06-07T11:40:23.494" v="61903" actId="2711"/>
          <ac:spMkLst>
            <pc:docMk/>
            <pc:sldMk cId="4196504798" sldId="491"/>
            <ac:spMk id="2" creationId="{E5E3BBFB-5C11-4390-8155-B19DB8A28FA8}"/>
          </ac:spMkLst>
        </pc:spChg>
        <pc:spChg chg="del">
          <ac:chgData name="동혁 임" userId="879f4c796d7a5333" providerId="LiveId" clId="{99A0B7FB-7ABD-43B7-B0BE-CF1927BF6B47}" dt="2020-06-07T11:37:38.975" v="61503" actId="931"/>
          <ac:spMkLst>
            <pc:docMk/>
            <pc:sldMk cId="4196504798" sldId="491"/>
            <ac:spMk id="3" creationId="{40DC602C-F7DA-474F-A129-930793300EC4}"/>
          </ac:spMkLst>
        </pc:spChg>
        <pc:spChg chg="mod">
          <ac:chgData name="동혁 임" userId="879f4c796d7a5333" providerId="LiveId" clId="{99A0B7FB-7ABD-43B7-B0BE-CF1927BF6B47}" dt="2020-06-07T11:40:32.154" v="61958" actId="20577"/>
          <ac:spMkLst>
            <pc:docMk/>
            <pc:sldMk cId="4196504798" sldId="491"/>
            <ac:spMk id="4" creationId="{4BA56D78-CA4E-4A06-A9C2-4C26BDEDBE0D}"/>
          </ac:spMkLst>
        </pc:spChg>
        <pc:spChg chg="add">
          <ac:chgData name="동혁 임" userId="879f4c796d7a5333" providerId="LiveId" clId="{99A0B7FB-7ABD-43B7-B0BE-CF1927BF6B47}" dt="2020-06-07T11:39:47.469" v="61849" actId="26606"/>
          <ac:spMkLst>
            <pc:docMk/>
            <pc:sldMk cId="4196504798" sldId="491"/>
            <ac:spMk id="7" creationId="{8EFFF109-FC58-4FD3-BE05-9775A1310F55}"/>
          </ac:spMkLst>
        </pc:spChg>
        <pc:spChg chg="add del mod">
          <ac:chgData name="동혁 임" userId="879f4c796d7a5333" providerId="LiveId" clId="{99A0B7FB-7ABD-43B7-B0BE-CF1927BF6B47}" dt="2020-06-07T11:39:45.690" v="61848"/>
          <ac:spMkLst>
            <pc:docMk/>
            <pc:sldMk cId="4196504798" sldId="491"/>
            <ac:spMk id="8" creationId="{6E88823C-920F-4B75-BEB8-01B97A36C990}"/>
          </ac:spMkLst>
        </pc:spChg>
        <pc:spChg chg="add">
          <ac:chgData name="동혁 임" userId="879f4c796d7a5333" providerId="LiveId" clId="{99A0B7FB-7ABD-43B7-B0BE-CF1927BF6B47}" dt="2020-06-07T11:39:47.469" v="61849" actId="26606"/>
          <ac:spMkLst>
            <pc:docMk/>
            <pc:sldMk cId="4196504798" sldId="491"/>
            <ac:spMk id="9" creationId="{1C799903-48D5-4A31-A1A2-541072D9771E}"/>
          </ac:spMkLst>
        </pc:spChg>
        <pc:spChg chg="add">
          <ac:chgData name="동혁 임" userId="879f4c796d7a5333" providerId="LiveId" clId="{99A0B7FB-7ABD-43B7-B0BE-CF1927BF6B47}" dt="2020-06-07T11:39:47.469" v="61849" actId="26606"/>
          <ac:spMkLst>
            <pc:docMk/>
            <pc:sldMk cId="4196504798" sldId="491"/>
            <ac:spMk id="10" creationId="{E1B96AD6-92A9-4273-A62B-96A1C3E0BA95}"/>
          </ac:spMkLst>
        </pc:spChg>
        <pc:spChg chg="add del">
          <ac:chgData name="동혁 임" userId="879f4c796d7a5333" providerId="LiveId" clId="{99A0B7FB-7ABD-43B7-B0BE-CF1927BF6B47}" dt="2020-06-07T11:39:20.739" v="61806" actId="26606"/>
          <ac:spMkLst>
            <pc:docMk/>
            <pc:sldMk cId="4196504798" sldId="491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7T11:39:47.469" v="61849" actId="26606"/>
          <ac:spMkLst>
            <pc:docMk/>
            <pc:sldMk cId="4196504798" sldId="491"/>
            <ac:spMk id="12" creationId="{463EEC44-1BA3-44ED-81FC-A644B04B2A44}"/>
          </ac:spMkLst>
        </pc:spChg>
        <pc:spChg chg="add del">
          <ac:chgData name="동혁 임" userId="879f4c796d7a5333" providerId="LiveId" clId="{99A0B7FB-7ABD-43B7-B0BE-CF1927BF6B47}" dt="2020-06-07T11:39:20.739" v="61806" actId="26606"/>
          <ac:spMkLst>
            <pc:docMk/>
            <pc:sldMk cId="4196504798" sldId="491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1:39:20.739" v="61806" actId="26606"/>
          <ac:spMkLst>
            <pc:docMk/>
            <pc:sldMk cId="4196504798" sldId="491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1:39:20.739" v="61806" actId="26606"/>
          <ac:spMkLst>
            <pc:docMk/>
            <pc:sldMk cId="4196504798" sldId="491"/>
            <ac:spMk id="17" creationId="{281E2DF8-F6D8-4E5C-B76E-E082FD8C1FBD}"/>
          </ac:spMkLst>
        </pc:spChg>
        <pc:spChg chg="add del">
          <ac:chgData name="동혁 임" userId="879f4c796d7a5333" providerId="LiveId" clId="{99A0B7FB-7ABD-43B7-B0BE-CF1927BF6B47}" dt="2020-06-07T11:39:23.454" v="61808" actId="26606"/>
          <ac:spMkLst>
            <pc:docMk/>
            <pc:sldMk cId="4196504798" sldId="491"/>
            <ac:spMk id="19" creationId="{B082622D-AAF3-4897-8629-FC918530DD86}"/>
          </ac:spMkLst>
        </pc:spChg>
        <pc:spChg chg="add del">
          <ac:chgData name="동혁 임" userId="879f4c796d7a5333" providerId="LiveId" clId="{99A0B7FB-7ABD-43B7-B0BE-CF1927BF6B47}" dt="2020-06-07T11:39:23.454" v="61808" actId="26606"/>
          <ac:spMkLst>
            <pc:docMk/>
            <pc:sldMk cId="4196504798" sldId="491"/>
            <ac:spMk id="20" creationId="{A7457DD9-5A45-400A-AB4B-4B4EDECA25F1}"/>
          </ac:spMkLst>
        </pc:spChg>
        <pc:spChg chg="add del">
          <ac:chgData name="동혁 임" userId="879f4c796d7a5333" providerId="LiveId" clId="{99A0B7FB-7ABD-43B7-B0BE-CF1927BF6B47}" dt="2020-06-07T11:39:23.454" v="61808" actId="26606"/>
          <ac:spMkLst>
            <pc:docMk/>
            <pc:sldMk cId="4196504798" sldId="491"/>
            <ac:spMk id="21" creationId="{441CF7D6-A660-431A-B0BB-140A0D5556B6}"/>
          </ac:spMkLst>
        </pc:spChg>
        <pc:spChg chg="add del">
          <ac:chgData name="동혁 임" userId="879f4c796d7a5333" providerId="LiveId" clId="{99A0B7FB-7ABD-43B7-B0BE-CF1927BF6B47}" dt="2020-06-07T11:39:23.454" v="61808" actId="26606"/>
          <ac:spMkLst>
            <pc:docMk/>
            <pc:sldMk cId="4196504798" sldId="491"/>
            <ac:spMk id="22" creationId="{0570A85B-3810-4F95-97B0-CBF4CCDB381C}"/>
          </ac:spMkLst>
        </pc:spChg>
        <pc:spChg chg="add del">
          <ac:chgData name="동혁 임" userId="879f4c796d7a5333" providerId="LiveId" clId="{99A0B7FB-7ABD-43B7-B0BE-CF1927BF6B47}" dt="2020-06-07T11:39:45.690" v="61848"/>
          <ac:spMkLst>
            <pc:docMk/>
            <pc:sldMk cId="4196504798" sldId="491"/>
            <ac:spMk id="24" creationId="{4E2ED6F9-63C3-4A8D-9BB4-1EA62533B672}"/>
          </ac:spMkLst>
        </pc:spChg>
        <pc:spChg chg="add del">
          <ac:chgData name="동혁 임" userId="879f4c796d7a5333" providerId="LiveId" clId="{99A0B7FB-7ABD-43B7-B0BE-CF1927BF6B47}" dt="2020-06-07T11:39:45.690" v="61848"/>
          <ac:spMkLst>
            <pc:docMk/>
            <pc:sldMk cId="4196504798" sldId="491"/>
            <ac:spMk id="25" creationId="{6D72081E-AD41-4FBB-B02B-698A68DBCA5E}"/>
          </ac:spMkLst>
        </pc:spChg>
        <pc:spChg chg="add del">
          <ac:chgData name="동혁 임" userId="879f4c796d7a5333" providerId="LiveId" clId="{99A0B7FB-7ABD-43B7-B0BE-CF1927BF6B47}" dt="2020-06-07T11:39:45.690" v="61848"/>
          <ac:spMkLst>
            <pc:docMk/>
            <pc:sldMk cId="4196504798" sldId="491"/>
            <ac:spMk id="26" creationId="{716248AD-805F-41BF-9B57-FC53E5B32F98}"/>
          </ac:spMkLst>
        </pc:spChg>
        <pc:spChg chg="add del">
          <ac:chgData name="동혁 임" userId="879f4c796d7a5333" providerId="LiveId" clId="{99A0B7FB-7ABD-43B7-B0BE-CF1927BF6B47}" dt="2020-06-07T11:39:45.690" v="61848"/>
          <ac:spMkLst>
            <pc:docMk/>
            <pc:sldMk cId="4196504798" sldId="491"/>
            <ac:spMk id="27" creationId="{1F82758F-B2B3-4F0A-BB90-4BFFEDD166D6}"/>
          </ac:spMkLst>
        </pc:spChg>
        <pc:picChg chg="add del mod ord modCrop">
          <ac:chgData name="동혁 임" userId="879f4c796d7a5333" providerId="LiveId" clId="{99A0B7FB-7ABD-43B7-B0BE-CF1927BF6B47}" dt="2020-06-07T11:39:43.358" v="61846" actId="478"/>
          <ac:picMkLst>
            <pc:docMk/>
            <pc:sldMk cId="4196504798" sldId="491"/>
            <ac:picMk id="6" creationId="{1F8D9AE0-06EA-42F7-A4E3-1FCE9475ABC9}"/>
          </ac:picMkLst>
        </pc:picChg>
      </pc:sldChg>
      <pc:sldChg chg="addSp delSp modSp add mod setBg">
        <pc:chgData name="동혁 임" userId="879f4c796d7a5333" providerId="LiveId" clId="{99A0B7FB-7ABD-43B7-B0BE-CF1927BF6B47}" dt="2020-07-02T08:40:02.746" v="72708" actId="5793"/>
        <pc:sldMkLst>
          <pc:docMk/>
          <pc:sldMk cId="938239829" sldId="492"/>
        </pc:sldMkLst>
        <pc:spChg chg="mod">
          <ac:chgData name="동혁 임" userId="879f4c796d7a5333" providerId="LiveId" clId="{99A0B7FB-7ABD-43B7-B0BE-CF1927BF6B47}" dt="2020-06-07T11:42:29.807" v="62604" actId="2711"/>
          <ac:spMkLst>
            <pc:docMk/>
            <pc:sldMk cId="938239829" sldId="492"/>
            <ac:spMk id="2" creationId="{E5E3BBFB-5C11-4390-8155-B19DB8A28FA8}"/>
          </ac:spMkLst>
        </pc:spChg>
        <pc:spChg chg="del">
          <ac:chgData name="동혁 임" userId="879f4c796d7a5333" providerId="LiveId" clId="{99A0B7FB-7ABD-43B7-B0BE-CF1927BF6B47}" dt="2020-06-07T11:40:40.579" v="61959" actId="931"/>
          <ac:spMkLst>
            <pc:docMk/>
            <pc:sldMk cId="938239829" sldId="492"/>
            <ac:spMk id="3" creationId="{40DC602C-F7DA-474F-A129-930793300EC4}"/>
          </ac:spMkLst>
        </pc:spChg>
        <pc:spChg chg="mod">
          <ac:chgData name="동혁 임" userId="879f4c796d7a5333" providerId="LiveId" clId="{99A0B7FB-7ABD-43B7-B0BE-CF1927BF6B47}" dt="2020-07-02T08:40:02.746" v="72708" actId="5793"/>
          <ac:spMkLst>
            <pc:docMk/>
            <pc:sldMk cId="938239829" sldId="492"/>
            <ac:spMk id="4" creationId="{4BA56D78-CA4E-4A06-A9C2-4C26BDEDBE0D}"/>
          </ac:spMkLst>
        </pc:spChg>
        <pc:spChg chg="add">
          <ac:chgData name="동혁 임" userId="879f4c796d7a5333" providerId="LiveId" clId="{99A0B7FB-7ABD-43B7-B0BE-CF1927BF6B47}" dt="2020-06-07T11:42:24.503" v="62603" actId="26606"/>
          <ac:spMkLst>
            <pc:docMk/>
            <pc:sldMk cId="938239829" sldId="492"/>
            <ac:spMk id="11" creationId="{4E2ED6F9-63C3-4A8D-9BB4-1EA62533B672}"/>
          </ac:spMkLst>
        </pc:spChg>
        <pc:spChg chg="add">
          <ac:chgData name="동혁 임" userId="879f4c796d7a5333" providerId="LiveId" clId="{99A0B7FB-7ABD-43B7-B0BE-CF1927BF6B47}" dt="2020-06-07T11:42:24.503" v="62603" actId="26606"/>
          <ac:spMkLst>
            <pc:docMk/>
            <pc:sldMk cId="938239829" sldId="492"/>
            <ac:spMk id="13" creationId="{6D72081E-AD41-4FBB-B02B-698A68DBCA5E}"/>
          </ac:spMkLst>
        </pc:spChg>
        <pc:spChg chg="add">
          <ac:chgData name="동혁 임" userId="879f4c796d7a5333" providerId="LiveId" clId="{99A0B7FB-7ABD-43B7-B0BE-CF1927BF6B47}" dt="2020-06-07T11:42:24.503" v="62603" actId="26606"/>
          <ac:spMkLst>
            <pc:docMk/>
            <pc:sldMk cId="938239829" sldId="492"/>
            <ac:spMk id="15" creationId="{716248AD-805F-41BF-9B57-FC53E5B32F98}"/>
          </ac:spMkLst>
        </pc:spChg>
        <pc:spChg chg="add">
          <ac:chgData name="동혁 임" userId="879f4c796d7a5333" providerId="LiveId" clId="{99A0B7FB-7ABD-43B7-B0BE-CF1927BF6B47}" dt="2020-06-07T11:42:24.503" v="62603" actId="26606"/>
          <ac:spMkLst>
            <pc:docMk/>
            <pc:sldMk cId="938239829" sldId="492"/>
            <ac:spMk id="17" creationId="{1F82758F-B2B3-4F0A-BB90-4BFFEDD166D6}"/>
          </ac:spMkLst>
        </pc:spChg>
        <pc:picChg chg="add mod modCrop">
          <ac:chgData name="동혁 임" userId="879f4c796d7a5333" providerId="LiveId" clId="{99A0B7FB-7ABD-43B7-B0BE-CF1927BF6B47}" dt="2020-06-07T11:42:34.843" v="62607" actId="18131"/>
          <ac:picMkLst>
            <pc:docMk/>
            <pc:sldMk cId="938239829" sldId="492"/>
            <ac:picMk id="6" creationId="{9D91139D-2665-4809-8735-3C9CCF693FDD}"/>
          </ac:picMkLst>
        </pc:picChg>
      </pc:sldChg>
      <pc:sldChg chg="addSp delSp modSp add mod setBg">
        <pc:chgData name="동혁 임" userId="879f4c796d7a5333" providerId="LiveId" clId="{99A0B7FB-7ABD-43B7-B0BE-CF1927BF6B47}" dt="2020-07-02T08:40:09.522" v="72713" actId="20577"/>
        <pc:sldMkLst>
          <pc:docMk/>
          <pc:sldMk cId="3015595641" sldId="493"/>
        </pc:sldMkLst>
        <pc:spChg chg="mod ord">
          <ac:chgData name="동혁 임" userId="879f4c796d7a5333" providerId="LiveId" clId="{99A0B7FB-7ABD-43B7-B0BE-CF1927BF6B47}" dt="2020-06-07T12:02:23.510" v="63510" actId="2711"/>
          <ac:spMkLst>
            <pc:docMk/>
            <pc:sldMk cId="3015595641" sldId="493"/>
            <ac:spMk id="2" creationId="{E5E3BBFB-5C11-4390-8155-B19DB8A28FA8}"/>
          </ac:spMkLst>
        </pc:spChg>
        <pc:spChg chg="del">
          <ac:chgData name="동혁 임" userId="879f4c796d7a5333" providerId="LiveId" clId="{99A0B7FB-7ABD-43B7-B0BE-CF1927BF6B47}" dt="2020-06-07T12:00:23.969" v="62751" actId="931"/>
          <ac:spMkLst>
            <pc:docMk/>
            <pc:sldMk cId="3015595641" sldId="493"/>
            <ac:spMk id="3" creationId="{40DC602C-F7DA-474F-A129-930793300EC4}"/>
          </ac:spMkLst>
        </pc:spChg>
        <pc:spChg chg="mod">
          <ac:chgData name="동혁 임" userId="879f4c796d7a5333" providerId="LiveId" clId="{99A0B7FB-7ABD-43B7-B0BE-CF1927BF6B47}" dt="2020-07-02T08:40:09.522" v="72713" actId="20577"/>
          <ac:spMkLst>
            <pc:docMk/>
            <pc:sldMk cId="3015595641" sldId="493"/>
            <ac:spMk id="4" creationId="{4BA56D78-CA4E-4A06-A9C2-4C26BDEDBE0D}"/>
          </ac:spMkLst>
        </pc:spChg>
        <pc:spChg chg="add">
          <ac:chgData name="동혁 임" userId="879f4c796d7a5333" providerId="LiveId" clId="{99A0B7FB-7ABD-43B7-B0BE-CF1927BF6B47}" dt="2020-06-07T12:02:18.579" v="63509" actId="26606"/>
          <ac:spMkLst>
            <pc:docMk/>
            <pc:sldMk cId="3015595641" sldId="493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7T12:02:18.579" v="63509" actId="26606"/>
          <ac:spMkLst>
            <pc:docMk/>
            <pc:sldMk cId="3015595641" sldId="493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7T12:02:18.579" v="63509" actId="26606"/>
          <ac:spMkLst>
            <pc:docMk/>
            <pc:sldMk cId="3015595641" sldId="493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7T12:02:18.579" v="63509" actId="26606"/>
          <ac:spMkLst>
            <pc:docMk/>
            <pc:sldMk cId="3015595641" sldId="493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7T12:02:18.579" v="63509" actId="26606"/>
          <ac:picMkLst>
            <pc:docMk/>
            <pc:sldMk cId="3015595641" sldId="493"/>
            <ac:picMk id="6" creationId="{4FD32377-DBBC-4BD4-A788-AB03BF9D8342}"/>
          </ac:picMkLst>
        </pc:picChg>
      </pc:sldChg>
      <pc:sldChg chg="addSp delSp modSp add mod setBg">
        <pc:chgData name="동혁 임" userId="879f4c796d7a5333" providerId="LiveId" clId="{99A0B7FB-7ABD-43B7-B0BE-CF1927BF6B47}" dt="2020-07-02T08:40:14.787" v="72716" actId="5793"/>
        <pc:sldMkLst>
          <pc:docMk/>
          <pc:sldMk cId="3221219634" sldId="494"/>
        </pc:sldMkLst>
        <pc:spChg chg="mod ord">
          <ac:chgData name="동혁 임" userId="879f4c796d7a5333" providerId="LiveId" clId="{99A0B7FB-7ABD-43B7-B0BE-CF1927BF6B47}" dt="2020-06-07T12:06:33.156" v="64417" actId="2711"/>
          <ac:spMkLst>
            <pc:docMk/>
            <pc:sldMk cId="3221219634" sldId="494"/>
            <ac:spMk id="2" creationId="{E5E3BBFB-5C11-4390-8155-B19DB8A28FA8}"/>
          </ac:spMkLst>
        </pc:spChg>
        <pc:spChg chg="del">
          <ac:chgData name="동혁 임" userId="879f4c796d7a5333" providerId="LiveId" clId="{99A0B7FB-7ABD-43B7-B0BE-CF1927BF6B47}" dt="2020-06-07T12:04:19.294" v="63511" actId="931"/>
          <ac:spMkLst>
            <pc:docMk/>
            <pc:sldMk cId="3221219634" sldId="494"/>
            <ac:spMk id="3" creationId="{40DC602C-F7DA-474F-A129-930793300EC4}"/>
          </ac:spMkLst>
        </pc:spChg>
        <pc:spChg chg="mod">
          <ac:chgData name="동혁 임" userId="879f4c796d7a5333" providerId="LiveId" clId="{99A0B7FB-7ABD-43B7-B0BE-CF1927BF6B47}" dt="2020-07-02T08:40:14.787" v="72716" actId="5793"/>
          <ac:spMkLst>
            <pc:docMk/>
            <pc:sldMk cId="3221219634" sldId="494"/>
            <ac:spMk id="4" creationId="{4BA56D78-CA4E-4A06-A9C2-4C26BDEDBE0D}"/>
          </ac:spMkLst>
        </pc:spChg>
        <pc:spChg chg="add">
          <ac:chgData name="동혁 임" userId="879f4c796d7a5333" providerId="LiveId" clId="{99A0B7FB-7ABD-43B7-B0BE-CF1927BF6B47}" dt="2020-06-07T12:06:28.393" v="64416" actId="26606"/>
          <ac:spMkLst>
            <pc:docMk/>
            <pc:sldMk cId="3221219634" sldId="494"/>
            <ac:spMk id="11" creationId="{0C2F8F76-4F55-4ED5-AC3D-1714C449C867}"/>
          </ac:spMkLst>
        </pc:spChg>
        <pc:spChg chg="add">
          <ac:chgData name="동혁 임" userId="879f4c796d7a5333" providerId="LiveId" clId="{99A0B7FB-7ABD-43B7-B0BE-CF1927BF6B47}" dt="2020-06-07T12:06:28.393" v="64416" actId="26606"/>
          <ac:spMkLst>
            <pc:docMk/>
            <pc:sldMk cId="3221219634" sldId="494"/>
            <ac:spMk id="13" creationId="{57F6BDD4-E066-4008-8011-6CC31AEB4556}"/>
          </ac:spMkLst>
        </pc:spChg>
        <pc:spChg chg="add">
          <ac:chgData name="동혁 임" userId="879f4c796d7a5333" providerId="LiveId" clId="{99A0B7FB-7ABD-43B7-B0BE-CF1927BF6B47}" dt="2020-06-07T12:06:28.393" v="64416" actId="26606"/>
          <ac:spMkLst>
            <pc:docMk/>
            <pc:sldMk cId="3221219634" sldId="494"/>
            <ac:spMk id="15" creationId="{2711A8FB-68FC-45FC-B01E-38F809E2D439}"/>
          </ac:spMkLst>
        </pc:spChg>
        <pc:spChg chg="add">
          <ac:chgData name="동혁 임" userId="879f4c796d7a5333" providerId="LiveId" clId="{99A0B7FB-7ABD-43B7-B0BE-CF1927BF6B47}" dt="2020-06-07T12:06:28.393" v="64416" actId="26606"/>
          <ac:spMkLst>
            <pc:docMk/>
            <pc:sldMk cId="3221219634" sldId="494"/>
            <ac:spMk id="17" creationId="{281E2DF8-F6D8-4E5C-B76E-E082FD8C1FBD}"/>
          </ac:spMkLst>
        </pc:spChg>
        <pc:picChg chg="add mod">
          <ac:chgData name="동혁 임" userId="879f4c796d7a5333" providerId="LiveId" clId="{99A0B7FB-7ABD-43B7-B0BE-CF1927BF6B47}" dt="2020-06-07T12:06:28.393" v="64416" actId="26606"/>
          <ac:picMkLst>
            <pc:docMk/>
            <pc:sldMk cId="3221219634" sldId="494"/>
            <ac:picMk id="6" creationId="{10FA6A8A-C982-48AC-8FF7-06343A11186E}"/>
          </ac:picMkLst>
        </pc:picChg>
      </pc:sldChg>
      <pc:sldChg chg="add del">
        <pc:chgData name="동혁 임" userId="879f4c796d7a5333" providerId="LiveId" clId="{99A0B7FB-7ABD-43B7-B0BE-CF1927BF6B47}" dt="2020-06-07T12:34:09.586" v="64442" actId="47"/>
        <pc:sldMkLst>
          <pc:docMk/>
          <pc:sldMk cId="676693062" sldId="495"/>
        </pc:sldMkLst>
      </pc:sldChg>
      <pc:sldChg chg="add del">
        <pc:chgData name="동혁 임" userId="879f4c796d7a5333" providerId="LiveId" clId="{99A0B7FB-7ABD-43B7-B0BE-CF1927BF6B47}" dt="2020-06-07T12:34:10.147" v="64443" actId="47"/>
        <pc:sldMkLst>
          <pc:docMk/>
          <pc:sldMk cId="3998396694" sldId="496"/>
        </pc:sldMkLst>
      </pc:sldChg>
      <pc:sldChg chg="add del">
        <pc:chgData name="동혁 임" userId="879f4c796d7a5333" providerId="LiveId" clId="{99A0B7FB-7ABD-43B7-B0BE-CF1927BF6B47}" dt="2020-06-07T12:34:10.653" v="64444" actId="47"/>
        <pc:sldMkLst>
          <pc:docMk/>
          <pc:sldMk cId="1678405096" sldId="497"/>
        </pc:sldMkLst>
      </pc:sldChg>
      <pc:sldChg chg="add del">
        <pc:chgData name="동혁 임" userId="879f4c796d7a5333" providerId="LiveId" clId="{99A0B7FB-7ABD-43B7-B0BE-CF1927BF6B47}" dt="2020-06-07T12:34:11.135" v="64445" actId="47"/>
        <pc:sldMkLst>
          <pc:docMk/>
          <pc:sldMk cId="3244305358" sldId="498"/>
        </pc:sldMkLst>
      </pc:sldChg>
      <pc:sldChg chg="addSp modSp new mod setBg">
        <pc:chgData name="동혁 임" userId="879f4c796d7a5333" providerId="LiveId" clId="{99A0B7FB-7ABD-43B7-B0BE-CF1927BF6B47}" dt="2020-06-07T12:34:18.163" v="64447" actId="2711"/>
        <pc:sldMkLst>
          <pc:docMk/>
          <pc:sldMk cId="293214388" sldId="499"/>
        </pc:sldMkLst>
        <pc:spChg chg="mod">
          <ac:chgData name="동혁 임" userId="879f4c796d7a5333" providerId="LiveId" clId="{99A0B7FB-7ABD-43B7-B0BE-CF1927BF6B47}" dt="2020-06-07T12:34:18.163" v="64447" actId="2711"/>
          <ac:spMkLst>
            <pc:docMk/>
            <pc:sldMk cId="293214388" sldId="499"/>
            <ac:spMk id="2" creationId="{FA1F065A-C25F-4451-8D12-6F71EBDD3B45}"/>
          </ac:spMkLst>
        </pc:spChg>
        <pc:spChg chg="mod">
          <ac:chgData name="동혁 임" userId="879f4c796d7a5333" providerId="LiveId" clId="{99A0B7FB-7ABD-43B7-B0BE-CF1927BF6B47}" dt="2020-06-07T12:34:18.163" v="64447" actId="2711"/>
          <ac:spMkLst>
            <pc:docMk/>
            <pc:sldMk cId="293214388" sldId="499"/>
            <ac:spMk id="3" creationId="{50DF0F4E-249D-4CB8-AA1E-35D336A68287}"/>
          </ac:spMkLst>
        </pc:spChg>
        <pc:spChg chg="add">
          <ac:chgData name="동혁 임" userId="879f4c796d7a5333" providerId="LiveId" clId="{99A0B7FB-7ABD-43B7-B0BE-CF1927BF6B47}" dt="2020-06-07T12:34:14.582" v="64446" actId="26606"/>
          <ac:spMkLst>
            <pc:docMk/>
            <pc:sldMk cId="293214388" sldId="499"/>
            <ac:spMk id="8" creationId="{1ACA2EA0-FFD3-42EC-9406-B595015ED96E}"/>
          </ac:spMkLst>
        </pc:spChg>
        <pc:spChg chg="add">
          <ac:chgData name="동혁 임" userId="879f4c796d7a5333" providerId="LiveId" clId="{99A0B7FB-7ABD-43B7-B0BE-CF1927BF6B47}" dt="2020-06-07T12:34:14.582" v="64446" actId="26606"/>
          <ac:spMkLst>
            <pc:docMk/>
            <pc:sldMk cId="293214388" sldId="499"/>
            <ac:spMk id="10" creationId="{D5288BCE-665C-472A-8C43-664BCFA31E43}"/>
          </ac:spMkLst>
        </pc:spChg>
        <pc:spChg chg="add">
          <ac:chgData name="동혁 임" userId="879f4c796d7a5333" providerId="LiveId" clId="{99A0B7FB-7ABD-43B7-B0BE-CF1927BF6B47}" dt="2020-06-07T12:34:14.582" v="64446" actId="26606"/>
          <ac:spMkLst>
            <pc:docMk/>
            <pc:sldMk cId="293214388" sldId="499"/>
            <ac:spMk id="12" creationId="{46C57131-53A7-4C1A-BEA8-25F06A06AD29}"/>
          </ac:spMkLst>
        </pc:spChg>
      </pc:sldChg>
      <pc:sldChg chg="new del">
        <pc:chgData name="동혁 임" userId="879f4c796d7a5333" providerId="LiveId" clId="{99A0B7FB-7ABD-43B7-B0BE-CF1927BF6B47}" dt="2020-06-07T12:45:16.074" v="64817" actId="47"/>
        <pc:sldMkLst>
          <pc:docMk/>
          <pc:sldMk cId="3438155278" sldId="500"/>
        </pc:sldMkLst>
      </pc:sldChg>
      <pc:sldChg chg="addSp delSp modSp new mod setBg">
        <pc:chgData name="동혁 임" userId="879f4c796d7a5333" providerId="LiveId" clId="{99A0B7FB-7ABD-43B7-B0BE-CF1927BF6B47}" dt="2020-07-02T04:28:40.908" v="71978" actId="2711"/>
        <pc:sldMkLst>
          <pc:docMk/>
          <pc:sldMk cId="1257191407" sldId="501"/>
        </pc:sldMkLst>
        <pc:spChg chg="mod ord">
          <ac:chgData name="동혁 임" userId="879f4c796d7a5333" providerId="LiveId" clId="{99A0B7FB-7ABD-43B7-B0BE-CF1927BF6B47}" dt="2020-07-02T04:28:40.908" v="71978" actId="2711"/>
          <ac:spMkLst>
            <pc:docMk/>
            <pc:sldMk cId="1257191407" sldId="501"/>
            <ac:spMk id="2" creationId="{BDA9CF3B-7D1A-41A0-8339-2463484FFF17}"/>
          </ac:spMkLst>
        </pc:spChg>
        <pc:spChg chg="del">
          <ac:chgData name="동혁 임" userId="879f4c796d7a5333" providerId="LiveId" clId="{99A0B7FB-7ABD-43B7-B0BE-CF1927BF6B47}" dt="2020-06-07T12:40:57.393" v="64536" actId="931"/>
          <ac:spMkLst>
            <pc:docMk/>
            <pc:sldMk cId="1257191407" sldId="501"/>
            <ac:spMk id="3" creationId="{2131F854-C601-4C9D-A24A-9B77C1641369}"/>
          </ac:spMkLst>
        </pc:spChg>
        <pc:spChg chg="mod">
          <ac:chgData name="동혁 임" userId="879f4c796d7a5333" providerId="LiveId" clId="{99A0B7FB-7ABD-43B7-B0BE-CF1927BF6B47}" dt="2020-07-02T04:28:40.908" v="71978" actId="2711"/>
          <ac:spMkLst>
            <pc:docMk/>
            <pc:sldMk cId="1257191407" sldId="501"/>
            <ac:spMk id="4" creationId="{0CC65C4E-412E-4846-BDFF-971484668DFA}"/>
          </ac:spMkLst>
        </pc:spChg>
        <pc:spChg chg="add del">
          <ac:chgData name="동혁 임" userId="879f4c796d7a5333" providerId="LiveId" clId="{99A0B7FB-7ABD-43B7-B0BE-CF1927BF6B47}" dt="2020-06-07T12:44:25.071" v="64796" actId="26606"/>
          <ac:spMkLst>
            <pc:docMk/>
            <pc:sldMk cId="1257191407" sldId="501"/>
            <ac:spMk id="11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2:44:25.071" v="64796" actId="26606"/>
          <ac:spMkLst>
            <pc:docMk/>
            <pc:sldMk cId="1257191407" sldId="501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2:44:25.071" v="64796" actId="26606"/>
          <ac:spMkLst>
            <pc:docMk/>
            <pc:sldMk cId="1257191407" sldId="501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2:44:25.071" v="64796" actId="26606"/>
          <ac:spMkLst>
            <pc:docMk/>
            <pc:sldMk cId="1257191407" sldId="501"/>
            <ac:spMk id="17" creationId="{281E2DF8-F6D8-4E5C-B76E-E082FD8C1FBD}"/>
          </ac:spMkLst>
        </pc:spChg>
        <pc:spChg chg="add">
          <ac:chgData name="동혁 임" userId="879f4c796d7a5333" providerId="LiveId" clId="{99A0B7FB-7ABD-43B7-B0BE-CF1927BF6B47}" dt="2020-06-07T12:44:25.071" v="64796" actId="26606"/>
          <ac:spMkLst>
            <pc:docMk/>
            <pc:sldMk cId="1257191407" sldId="501"/>
            <ac:spMk id="22" creationId="{8108D317-7CBD-4897-BD1F-959436D2A3BE}"/>
          </ac:spMkLst>
        </pc:spChg>
        <pc:spChg chg="add">
          <ac:chgData name="동혁 임" userId="879f4c796d7a5333" providerId="LiveId" clId="{99A0B7FB-7ABD-43B7-B0BE-CF1927BF6B47}" dt="2020-06-07T12:44:25.071" v="64796" actId="26606"/>
          <ac:spMkLst>
            <pc:docMk/>
            <pc:sldMk cId="1257191407" sldId="501"/>
            <ac:spMk id="24" creationId="{D6297641-8B9F-4767-9606-8A11313227BF}"/>
          </ac:spMkLst>
        </pc:spChg>
        <pc:spChg chg="add">
          <ac:chgData name="동혁 임" userId="879f4c796d7a5333" providerId="LiveId" clId="{99A0B7FB-7ABD-43B7-B0BE-CF1927BF6B47}" dt="2020-06-07T12:44:25.071" v="64796" actId="26606"/>
          <ac:spMkLst>
            <pc:docMk/>
            <pc:sldMk cId="1257191407" sldId="501"/>
            <ac:spMk id="26" creationId="{D8F3CA65-EA00-46B4-9616-39E6853F7BED}"/>
          </ac:spMkLst>
        </pc:spChg>
        <pc:picChg chg="add mod ord modCrop">
          <ac:chgData name="동혁 임" userId="879f4c796d7a5333" providerId="LiveId" clId="{99A0B7FB-7ABD-43B7-B0BE-CF1927BF6B47}" dt="2020-06-07T12:44:35.997" v="64810" actId="18131"/>
          <ac:picMkLst>
            <pc:docMk/>
            <pc:sldMk cId="1257191407" sldId="501"/>
            <ac:picMk id="6" creationId="{502D7B3B-C102-483C-B7CF-AB88C916C704}"/>
          </ac:picMkLst>
        </pc:picChg>
        <pc:picChg chg="add mod">
          <ac:chgData name="동혁 임" userId="879f4c796d7a5333" providerId="LiveId" clId="{99A0B7FB-7ABD-43B7-B0BE-CF1927BF6B47}" dt="2020-06-07T12:45:08.965" v="64816" actId="14100"/>
          <ac:picMkLst>
            <pc:docMk/>
            <pc:sldMk cId="1257191407" sldId="501"/>
            <ac:picMk id="8" creationId="{A7D6598A-F198-4F82-8A2E-8F2093806B75}"/>
          </ac:picMkLst>
        </pc:picChg>
      </pc:sldChg>
      <pc:sldChg chg="addSp delSp modSp new del mod setBg">
        <pc:chgData name="동혁 임" userId="879f4c796d7a5333" providerId="LiveId" clId="{99A0B7FB-7ABD-43B7-B0BE-CF1927BF6B47}" dt="2020-07-02T08:44:23.284" v="73434" actId="47"/>
        <pc:sldMkLst>
          <pc:docMk/>
          <pc:sldMk cId="348298841" sldId="502"/>
        </pc:sldMkLst>
        <pc:spChg chg="mod ord">
          <ac:chgData name="동혁 임" userId="879f4c796d7a5333" providerId="LiveId" clId="{99A0B7FB-7ABD-43B7-B0BE-CF1927BF6B47}" dt="2020-06-07T12:49:27.893" v="65271" actId="2711"/>
          <ac:spMkLst>
            <pc:docMk/>
            <pc:sldMk cId="348298841" sldId="502"/>
            <ac:spMk id="2" creationId="{C43531B4-5B68-4B08-9975-3373E996B6E4}"/>
          </ac:spMkLst>
        </pc:spChg>
        <pc:spChg chg="del">
          <ac:chgData name="동혁 임" userId="879f4c796d7a5333" providerId="LiveId" clId="{99A0B7FB-7ABD-43B7-B0BE-CF1927BF6B47}" dt="2020-06-07T12:47:58.634" v="64899" actId="931"/>
          <ac:spMkLst>
            <pc:docMk/>
            <pc:sldMk cId="348298841" sldId="502"/>
            <ac:spMk id="3" creationId="{F378A862-9241-4914-8B1A-844F2FA51A91}"/>
          </ac:spMkLst>
        </pc:spChg>
        <pc:spChg chg="mod">
          <ac:chgData name="동혁 임" userId="879f4c796d7a5333" providerId="LiveId" clId="{99A0B7FB-7ABD-43B7-B0BE-CF1927BF6B47}" dt="2020-06-07T12:49:27.893" v="65271" actId="2711"/>
          <ac:spMkLst>
            <pc:docMk/>
            <pc:sldMk cId="348298841" sldId="502"/>
            <ac:spMk id="4" creationId="{F5D3EDCF-FFA8-44BE-B94D-119334EE537E}"/>
          </ac:spMkLst>
        </pc:spChg>
        <pc:spChg chg="add del">
          <ac:chgData name="동혁 임" userId="879f4c796d7a5333" providerId="LiveId" clId="{99A0B7FB-7ABD-43B7-B0BE-CF1927BF6B47}" dt="2020-06-07T12:49:22.033" v="65270" actId="26606"/>
          <ac:spMkLst>
            <pc:docMk/>
            <pc:sldMk cId="348298841" sldId="502"/>
            <ac:spMk id="11" creationId="{4E2ED6F9-63C3-4A8D-9BB4-1EA62533B672}"/>
          </ac:spMkLst>
        </pc:spChg>
        <pc:spChg chg="add del">
          <ac:chgData name="동혁 임" userId="879f4c796d7a5333" providerId="LiveId" clId="{99A0B7FB-7ABD-43B7-B0BE-CF1927BF6B47}" dt="2020-06-07T12:49:22.033" v="65270" actId="26606"/>
          <ac:spMkLst>
            <pc:docMk/>
            <pc:sldMk cId="348298841" sldId="502"/>
            <ac:spMk id="13" creationId="{6D72081E-AD41-4FBB-B02B-698A68DBCA5E}"/>
          </ac:spMkLst>
        </pc:spChg>
        <pc:spChg chg="add del">
          <ac:chgData name="동혁 임" userId="879f4c796d7a5333" providerId="LiveId" clId="{99A0B7FB-7ABD-43B7-B0BE-CF1927BF6B47}" dt="2020-06-07T12:49:22.033" v="65270" actId="26606"/>
          <ac:spMkLst>
            <pc:docMk/>
            <pc:sldMk cId="348298841" sldId="502"/>
            <ac:spMk id="15" creationId="{716248AD-805F-41BF-9B57-FC53E5B32F98}"/>
          </ac:spMkLst>
        </pc:spChg>
        <pc:spChg chg="add del">
          <ac:chgData name="동혁 임" userId="879f4c796d7a5333" providerId="LiveId" clId="{99A0B7FB-7ABD-43B7-B0BE-CF1927BF6B47}" dt="2020-06-07T12:49:22.033" v="65270" actId="26606"/>
          <ac:spMkLst>
            <pc:docMk/>
            <pc:sldMk cId="348298841" sldId="502"/>
            <ac:spMk id="17" creationId="{1F82758F-B2B3-4F0A-BB90-4BFFEDD166D6}"/>
          </ac:spMkLst>
        </pc:spChg>
        <pc:spChg chg="add">
          <ac:chgData name="동혁 임" userId="879f4c796d7a5333" providerId="LiveId" clId="{99A0B7FB-7ABD-43B7-B0BE-CF1927BF6B47}" dt="2020-06-07T12:49:22.033" v="65270" actId="26606"/>
          <ac:spMkLst>
            <pc:docMk/>
            <pc:sldMk cId="348298841" sldId="502"/>
            <ac:spMk id="22" creationId="{D1A4588A-55D5-49B8-BE41-54ACDCFF2C17}"/>
          </ac:spMkLst>
        </pc:spChg>
        <pc:spChg chg="add">
          <ac:chgData name="동혁 임" userId="879f4c796d7a5333" providerId="LiveId" clId="{99A0B7FB-7ABD-43B7-B0BE-CF1927BF6B47}" dt="2020-06-07T12:49:22.033" v="65270" actId="26606"/>
          <ac:spMkLst>
            <pc:docMk/>
            <pc:sldMk cId="348298841" sldId="502"/>
            <ac:spMk id="24" creationId="{F97E7EA2-EDCD-47E9-81BC-415C606D1B58}"/>
          </ac:spMkLst>
        </pc:spChg>
        <pc:picChg chg="add mod">
          <ac:chgData name="동혁 임" userId="879f4c796d7a5333" providerId="LiveId" clId="{99A0B7FB-7ABD-43B7-B0BE-CF1927BF6B47}" dt="2020-06-07T12:49:22.033" v="65270" actId="26606"/>
          <ac:picMkLst>
            <pc:docMk/>
            <pc:sldMk cId="348298841" sldId="502"/>
            <ac:picMk id="6" creationId="{3C35F997-7380-4214-BB4F-67377AEF4E19}"/>
          </ac:picMkLst>
        </pc:picChg>
      </pc:sldChg>
      <pc:sldChg chg="addSp delSp modSp add del mod setBg">
        <pc:chgData name="동혁 임" userId="879f4c796d7a5333" providerId="LiveId" clId="{99A0B7FB-7ABD-43B7-B0BE-CF1927BF6B47}" dt="2020-07-02T08:44:29.674" v="73437" actId="47"/>
        <pc:sldMkLst>
          <pc:docMk/>
          <pc:sldMk cId="3106920012" sldId="503"/>
        </pc:sldMkLst>
        <pc:spChg chg="mod ord">
          <ac:chgData name="동혁 임" userId="879f4c796d7a5333" providerId="LiveId" clId="{99A0B7FB-7ABD-43B7-B0BE-CF1927BF6B47}" dt="2020-06-07T12:54:09.736" v="65548" actId="2711"/>
          <ac:spMkLst>
            <pc:docMk/>
            <pc:sldMk cId="3106920012" sldId="503"/>
            <ac:spMk id="2" creationId="{C43531B4-5B68-4B08-9975-3373E996B6E4}"/>
          </ac:spMkLst>
        </pc:spChg>
        <pc:spChg chg="del">
          <ac:chgData name="동혁 임" userId="879f4c796d7a5333" providerId="LiveId" clId="{99A0B7FB-7ABD-43B7-B0BE-CF1927BF6B47}" dt="2020-06-07T12:50:43.251" v="65272" actId="931"/>
          <ac:spMkLst>
            <pc:docMk/>
            <pc:sldMk cId="3106920012" sldId="503"/>
            <ac:spMk id="3" creationId="{F378A862-9241-4914-8B1A-844F2FA51A91}"/>
          </ac:spMkLst>
        </pc:spChg>
        <pc:spChg chg="mod">
          <ac:chgData name="동혁 임" userId="879f4c796d7a5333" providerId="LiveId" clId="{99A0B7FB-7ABD-43B7-B0BE-CF1927BF6B47}" dt="2020-06-07T13:11:13.126" v="66650" actId="20577"/>
          <ac:spMkLst>
            <pc:docMk/>
            <pc:sldMk cId="3106920012" sldId="503"/>
            <ac:spMk id="4" creationId="{F5D3EDCF-FFA8-44BE-B94D-119334EE537E}"/>
          </ac:spMkLst>
        </pc:spChg>
        <pc:spChg chg="add del">
          <ac:chgData name="동혁 임" userId="879f4c796d7a5333" providerId="LiveId" clId="{99A0B7FB-7ABD-43B7-B0BE-CF1927BF6B47}" dt="2020-06-07T12:54:00.043" v="65547" actId="26606"/>
          <ac:spMkLst>
            <pc:docMk/>
            <pc:sldMk cId="3106920012" sldId="503"/>
            <ac:spMk id="11" creationId="{D1A4588A-55D5-49B8-BE41-54ACDCFF2C17}"/>
          </ac:spMkLst>
        </pc:spChg>
        <pc:spChg chg="add del">
          <ac:chgData name="동혁 임" userId="879f4c796d7a5333" providerId="LiveId" clId="{99A0B7FB-7ABD-43B7-B0BE-CF1927BF6B47}" dt="2020-06-07T12:54:00.043" v="65547" actId="26606"/>
          <ac:spMkLst>
            <pc:docMk/>
            <pc:sldMk cId="3106920012" sldId="503"/>
            <ac:spMk id="13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2:54:00.043" v="65547" actId="26606"/>
          <ac:spMkLst>
            <pc:docMk/>
            <pc:sldMk cId="3106920012" sldId="503"/>
            <ac:spMk id="18" creationId="{2FB82883-1DC0-4BE1-A607-009095F3355A}"/>
          </ac:spMkLst>
        </pc:spChg>
        <pc:spChg chg="add del">
          <ac:chgData name="동혁 임" userId="879f4c796d7a5333" providerId="LiveId" clId="{99A0B7FB-7ABD-43B7-B0BE-CF1927BF6B47}" dt="2020-06-07T12:54:00.043" v="65547" actId="26606"/>
          <ac:spMkLst>
            <pc:docMk/>
            <pc:sldMk cId="3106920012" sldId="503"/>
            <ac:spMk id="20" creationId="{A3473CF9-37EB-43E7-89EF-D2D1C53D1DAC}"/>
          </ac:spMkLst>
        </pc:spChg>
        <pc:spChg chg="add del">
          <ac:chgData name="동혁 임" userId="879f4c796d7a5333" providerId="LiveId" clId="{99A0B7FB-7ABD-43B7-B0BE-CF1927BF6B47}" dt="2020-06-07T12:54:00.043" v="65547" actId="26606"/>
          <ac:spMkLst>
            <pc:docMk/>
            <pc:sldMk cId="3106920012" sldId="503"/>
            <ac:spMk id="22" creationId="{586B4EF9-43BA-4655-A6FF-1D8E21574C95}"/>
          </ac:spMkLst>
        </pc:spChg>
        <pc:picChg chg="add mod modCrop">
          <ac:chgData name="동혁 임" userId="879f4c796d7a5333" providerId="LiveId" clId="{99A0B7FB-7ABD-43B7-B0BE-CF1927BF6B47}" dt="2020-06-07T12:54:00.043" v="65547" actId="26606"/>
          <ac:picMkLst>
            <pc:docMk/>
            <pc:sldMk cId="3106920012" sldId="503"/>
            <ac:picMk id="6" creationId="{3375DCCA-84EA-4B3D-99F4-FA41B7334C53}"/>
          </ac:picMkLst>
        </pc:picChg>
      </pc:sldChg>
      <pc:sldChg chg="addSp delSp modSp add del mod setBg">
        <pc:chgData name="동혁 임" userId="879f4c796d7a5333" providerId="LiveId" clId="{99A0B7FB-7ABD-43B7-B0BE-CF1927BF6B47}" dt="2020-07-02T08:44:30.582" v="73438" actId="47"/>
        <pc:sldMkLst>
          <pc:docMk/>
          <pc:sldMk cId="2325241282" sldId="504"/>
        </pc:sldMkLst>
        <pc:spChg chg="mod ord">
          <ac:chgData name="동혁 임" userId="879f4c796d7a5333" providerId="LiveId" clId="{99A0B7FB-7ABD-43B7-B0BE-CF1927BF6B47}" dt="2020-06-07T12:56:22.205" v="65833" actId="2711"/>
          <ac:spMkLst>
            <pc:docMk/>
            <pc:sldMk cId="2325241282" sldId="504"/>
            <ac:spMk id="2" creationId="{C43531B4-5B68-4B08-9975-3373E996B6E4}"/>
          </ac:spMkLst>
        </pc:spChg>
        <pc:spChg chg="del">
          <ac:chgData name="동혁 임" userId="879f4c796d7a5333" providerId="LiveId" clId="{99A0B7FB-7ABD-43B7-B0BE-CF1927BF6B47}" dt="2020-06-07T12:54:41.669" v="65549" actId="931"/>
          <ac:spMkLst>
            <pc:docMk/>
            <pc:sldMk cId="2325241282" sldId="504"/>
            <ac:spMk id="3" creationId="{F378A862-9241-4914-8B1A-844F2FA51A91}"/>
          </ac:spMkLst>
        </pc:spChg>
        <pc:spChg chg="mod">
          <ac:chgData name="동혁 임" userId="879f4c796d7a5333" providerId="LiveId" clId="{99A0B7FB-7ABD-43B7-B0BE-CF1927BF6B47}" dt="2020-06-07T14:37:55.875" v="68763" actId="20577"/>
          <ac:spMkLst>
            <pc:docMk/>
            <pc:sldMk cId="2325241282" sldId="504"/>
            <ac:spMk id="4" creationId="{F5D3EDCF-FFA8-44BE-B94D-119334EE537E}"/>
          </ac:spMkLst>
        </pc:spChg>
        <pc:spChg chg="add">
          <ac:chgData name="동혁 임" userId="879f4c796d7a5333" providerId="LiveId" clId="{99A0B7FB-7ABD-43B7-B0BE-CF1927BF6B47}" dt="2020-06-07T12:55:52.282" v="65753" actId="26606"/>
          <ac:spMkLst>
            <pc:docMk/>
            <pc:sldMk cId="2325241282" sldId="504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6-07T12:55:52.282" v="65753" actId="26606"/>
          <ac:spMkLst>
            <pc:docMk/>
            <pc:sldMk cId="2325241282" sldId="504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6-07T12:55:52.282" v="65753" actId="26606"/>
          <ac:picMkLst>
            <pc:docMk/>
            <pc:sldMk cId="2325241282" sldId="504"/>
            <ac:picMk id="6" creationId="{4E78F1DC-45A5-47F1-A44B-C50460571822}"/>
          </ac:picMkLst>
        </pc:picChg>
      </pc:sldChg>
      <pc:sldChg chg="addSp delSp modSp add del mod setBg">
        <pc:chgData name="동혁 임" userId="879f4c796d7a5333" providerId="LiveId" clId="{99A0B7FB-7ABD-43B7-B0BE-CF1927BF6B47}" dt="2020-07-02T08:44:31.637" v="73439" actId="47"/>
        <pc:sldMkLst>
          <pc:docMk/>
          <pc:sldMk cId="3506965502" sldId="505"/>
        </pc:sldMkLst>
        <pc:spChg chg="mod">
          <ac:chgData name="동혁 임" userId="879f4c796d7a5333" providerId="LiveId" clId="{99A0B7FB-7ABD-43B7-B0BE-CF1927BF6B47}" dt="2020-06-07T13:02:31.948" v="66193" actId="2711"/>
          <ac:spMkLst>
            <pc:docMk/>
            <pc:sldMk cId="3506965502" sldId="505"/>
            <ac:spMk id="2" creationId="{C43531B4-5B68-4B08-9975-3373E996B6E4}"/>
          </ac:spMkLst>
        </pc:spChg>
        <pc:spChg chg="del">
          <ac:chgData name="동혁 임" userId="879f4c796d7a5333" providerId="LiveId" clId="{99A0B7FB-7ABD-43B7-B0BE-CF1927BF6B47}" dt="2020-06-07T13:01:50.945" v="65987" actId="931"/>
          <ac:spMkLst>
            <pc:docMk/>
            <pc:sldMk cId="3506965502" sldId="505"/>
            <ac:spMk id="3" creationId="{F378A862-9241-4914-8B1A-844F2FA51A91}"/>
          </ac:spMkLst>
        </pc:spChg>
        <pc:spChg chg="mod">
          <ac:chgData name="동혁 임" userId="879f4c796d7a5333" providerId="LiveId" clId="{99A0B7FB-7ABD-43B7-B0BE-CF1927BF6B47}" dt="2020-06-07T13:03:24.103" v="66233"/>
          <ac:spMkLst>
            <pc:docMk/>
            <pc:sldMk cId="3506965502" sldId="505"/>
            <ac:spMk id="4" creationId="{F5D3EDCF-FFA8-44BE-B94D-119334EE537E}"/>
          </ac:spMkLst>
        </pc:spChg>
        <pc:spChg chg="add">
          <ac:chgData name="동혁 임" userId="879f4c796d7a5333" providerId="LiveId" clId="{99A0B7FB-7ABD-43B7-B0BE-CF1927BF6B47}" dt="2020-06-07T13:01:53.071" v="65988" actId="26606"/>
          <ac:spMkLst>
            <pc:docMk/>
            <pc:sldMk cId="3506965502" sldId="505"/>
            <ac:spMk id="13" creationId="{6D24BC9E-AC6A-42EE-AFD8-B290720B841F}"/>
          </ac:spMkLst>
        </pc:spChg>
        <pc:spChg chg="add">
          <ac:chgData name="동혁 임" userId="879f4c796d7a5333" providerId="LiveId" clId="{99A0B7FB-7ABD-43B7-B0BE-CF1927BF6B47}" dt="2020-06-07T13:01:53.071" v="65988" actId="26606"/>
          <ac:spMkLst>
            <pc:docMk/>
            <pc:sldMk cId="3506965502" sldId="505"/>
            <ac:spMk id="15" creationId="{0990C621-3B8B-4820-8328-D47EF7CE823C}"/>
          </ac:spMkLst>
        </pc:spChg>
        <pc:spChg chg="add">
          <ac:chgData name="동혁 임" userId="879f4c796d7a5333" providerId="LiveId" clId="{99A0B7FB-7ABD-43B7-B0BE-CF1927BF6B47}" dt="2020-06-07T13:01:53.071" v="65988" actId="26606"/>
          <ac:spMkLst>
            <pc:docMk/>
            <pc:sldMk cId="3506965502" sldId="505"/>
            <ac:spMk id="17" creationId="{C1A2385B-1D2A-4E17-84FA-6CB7F0AAE473}"/>
          </ac:spMkLst>
        </pc:spChg>
        <pc:spChg chg="add">
          <ac:chgData name="동혁 임" userId="879f4c796d7a5333" providerId="LiveId" clId="{99A0B7FB-7ABD-43B7-B0BE-CF1927BF6B47}" dt="2020-06-07T13:01:53.071" v="65988" actId="26606"/>
          <ac:spMkLst>
            <pc:docMk/>
            <pc:sldMk cId="3506965502" sldId="505"/>
            <ac:spMk id="19" creationId="{5E791F2F-79DB-4CC0-9FA1-001E3E91E8B7}"/>
          </ac:spMkLst>
        </pc:spChg>
        <pc:picChg chg="add mod">
          <ac:chgData name="동혁 임" userId="879f4c796d7a5333" providerId="LiveId" clId="{99A0B7FB-7ABD-43B7-B0BE-CF1927BF6B47}" dt="2020-06-07T13:01:53.135" v="65990" actId="27614"/>
          <ac:picMkLst>
            <pc:docMk/>
            <pc:sldMk cId="3506965502" sldId="505"/>
            <ac:picMk id="6" creationId="{14B359CD-4022-42F3-B4F6-7B9FE99960D2}"/>
          </ac:picMkLst>
        </pc:picChg>
        <pc:picChg chg="add mod ord">
          <ac:chgData name="동혁 임" userId="879f4c796d7a5333" providerId="LiveId" clId="{99A0B7FB-7ABD-43B7-B0BE-CF1927BF6B47}" dt="2020-06-07T13:01:53.134" v="65989" actId="27614"/>
          <ac:picMkLst>
            <pc:docMk/>
            <pc:sldMk cId="3506965502" sldId="505"/>
            <ac:picMk id="8" creationId="{4976BE52-2020-453A-95CD-6B1C6E22C1C5}"/>
          </ac:picMkLst>
        </pc:picChg>
      </pc:sldChg>
      <pc:sldChg chg="addSp delSp modSp add del mod setBg delDesignElem">
        <pc:chgData name="동혁 임" userId="879f4c796d7a5333" providerId="LiveId" clId="{99A0B7FB-7ABD-43B7-B0BE-CF1927BF6B47}" dt="2020-07-02T08:44:24.136" v="73435" actId="47"/>
        <pc:sldMkLst>
          <pc:docMk/>
          <pc:sldMk cId="103331149" sldId="506"/>
        </pc:sldMkLst>
        <pc:spChg chg="mod">
          <ac:chgData name="동혁 임" userId="879f4c796d7a5333" providerId="LiveId" clId="{99A0B7FB-7ABD-43B7-B0BE-CF1927BF6B47}" dt="2020-06-07T13:05:47.586" v="66251" actId="2711"/>
          <ac:spMkLst>
            <pc:docMk/>
            <pc:sldMk cId="103331149" sldId="506"/>
            <ac:spMk id="2" creationId="{C43531B4-5B68-4B08-9975-3373E996B6E4}"/>
          </ac:spMkLst>
        </pc:spChg>
        <pc:spChg chg="mod">
          <ac:chgData name="동혁 임" userId="879f4c796d7a5333" providerId="LiveId" clId="{99A0B7FB-7ABD-43B7-B0BE-CF1927BF6B47}" dt="2020-06-07T13:05:47.586" v="66251" actId="2711"/>
          <ac:spMkLst>
            <pc:docMk/>
            <pc:sldMk cId="103331149" sldId="506"/>
            <ac:spMk id="4" creationId="{F5D3EDCF-FFA8-44BE-B94D-119334EE537E}"/>
          </ac:spMkLst>
        </pc:spChg>
        <pc:spChg chg="add del">
          <ac:chgData name="동혁 임" userId="879f4c796d7a5333" providerId="LiveId" clId="{99A0B7FB-7ABD-43B7-B0BE-CF1927BF6B47}" dt="2020-06-07T13:05:38.792" v="66245" actId="26606"/>
          <ac:spMkLst>
            <pc:docMk/>
            <pc:sldMk cId="103331149" sldId="506"/>
            <ac:spMk id="8" creationId="{2FB82883-1DC0-4BE1-A607-009095F3355A}"/>
          </ac:spMkLst>
        </pc:spChg>
        <pc:spChg chg="add del">
          <ac:chgData name="동혁 임" userId="879f4c796d7a5333" providerId="LiveId" clId="{99A0B7FB-7ABD-43B7-B0BE-CF1927BF6B47}" dt="2020-06-07T13:05:38.792" v="66245" actId="26606"/>
          <ac:spMkLst>
            <pc:docMk/>
            <pc:sldMk cId="103331149" sldId="506"/>
            <ac:spMk id="9" creationId="{A3473CF9-37EB-43E7-89EF-D2D1C53D1DAC}"/>
          </ac:spMkLst>
        </pc:spChg>
        <pc:spChg chg="del">
          <ac:chgData name="동혁 임" userId="879f4c796d7a5333" providerId="LiveId" clId="{99A0B7FB-7ABD-43B7-B0BE-CF1927BF6B47}" dt="2020-06-07T13:05:11.392" v="66235"/>
          <ac:spMkLst>
            <pc:docMk/>
            <pc:sldMk cId="103331149" sldId="506"/>
            <ac:spMk id="11" creationId="{D1A4588A-55D5-49B8-BE41-54ACDCFF2C17}"/>
          </ac:spMkLst>
        </pc:spChg>
        <pc:spChg chg="del">
          <ac:chgData name="동혁 임" userId="879f4c796d7a5333" providerId="LiveId" clId="{99A0B7FB-7ABD-43B7-B0BE-CF1927BF6B47}" dt="2020-06-07T13:05:11.392" v="66235"/>
          <ac:spMkLst>
            <pc:docMk/>
            <pc:sldMk cId="103331149" sldId="506"/>
            <ac:spMk id="13" creationId="{F97E7EA2-EDCD-47E9-81BC-415C606D1B58}"/>
          </ac:spMkLst>
        </pc:spChg>
        <pc:spChg chg="add del">
          <ac:chgData name="동혁 임" userId="879f4c796d7a5333" providerId="LiveId" clId="{99A0B7FB-7ABD-43B7-B0BE-CF1927BF6B47}" dt="2020-06-07T13:05:38.792" v="66245" actId="26606"/>
          <ac:spMkLst>
            <pc:docMk/>
            <pc:sldMk cId="103331149" sldId="506"/>
            <ac:spMk id="15" creationId="{586B4EF9-43BA-4655-A6FF-1D8E21574C95}"/>
          </ac:spMkLst>
        </pc:spChg>
        <pc:spChg chg="add">
          <ac:chgData name="동혁 임" userId="879f4c796d7a5333" providerId="LiveId" clId="{99A0B7FB-7ABD-43B7-B0BE-CF1927BF6B47}" dt="2020-06-07T13:05:38.792" v="66245" actId="26606"/>
          <ac:spMkLst>
            <pc:docMk/>
            <pc:sldMk cId="103331149" sldId="506"/>
            <ac:spMk id="20" creationId="{D1A4588A-55D5-49B8-BE41-54ACDCFF2C17}"/>
          </ac:spMkLst>
        </pc:spChg>
        <pc:spChg chg="add">
          <ac:chgData name="동혁 임" userId="879f4c796d7a5333" providerId="LiveId" clId="{99A0B7FB-7ABD-43B7-B0BE-CF1927BF6B47}" dt="2020-06-07T13:05:38.792" v="66245" actId="26606"/>
          <ac:spMkLst>
            <pc:docMk/>
            <pc:sldMk cId="103331149" sldId="506"/>
            <ac:spMk id="22" creationId="{F97E7EA2-EDCD-47E9-81BC-415C606D1B58}"/>
          </ac:spMkLst>
        </pc:spChg>
        <pc:picChg chg="mod">
          <ac:chgData name="동혁 임" userId="879f4c796d7a5333" providerId="LiveId" clId="{99A0B7FB-7ABD-43B7-B0BE-CF1927BF6B47}" dt="2020-06-07T13:05:38.792" v="66245" actId="26606"/>
          <ac:picMkLst>
            <pc:docMk/>
            <pc:sldMk cId="103331149" sldId="506"/>
            <ac:picMk id="6" creationId="{3375DCCA-84EA-4B3D-99F4-FA41B7334C53}"/>
          </ac:picMkLst>
        </pc:picChg>
      </pc:sldChg>
      <pc:sldChg chg="add del">
        <pc:chgData name="동혁 임" userId="879f4c796d7a5333" providerId="LiveId" clId="{99A0B7FB-7ABD-43B7-B0BE-CF1927BF6B47}" dt="2020-06-07T13:02:45.223" v="66196" actId="47"/>
        <pc:sldMkLst>
          <pc:docMk/>
          <pc:sldMk cId="1814900203" sldId="506"/>
        </pc:sldMkLst>
      </pc:sldChg>
      <pc:sldChg chg="add del">
        <pc:chgData name="동혁 임" userId="879f4c796d7a5333" providerId="LiveId" clId="{99A0B7FB-7ABD-43B7-B0BE-CF1927BF6B47}" dt="2020-06-07T13:02:46.600" v="66198" actId="47"/>
        <pc:sldMkLst>
          <pc:docMk/>
          <pc:sldMk cId="3020849332" sldId="507"/>
        </pc:sldMkLst>
      </pc:sldChg>
      <pc:sldChg chg="addSp delSp modSp add del mod setBg delDesignElem">
        <pc:chgData name="동혁 임" userId="879f4c796d7a5333" providerId="LiveId" clId="{99A0B7FB-7ABD-43B7-B0BE-CF1927BF6B47}" dt="2020-07-02T08:44:25.051" v="73436" actId="47"/>
        <pc:sldMkLst>
          <pc:docMk/>
          <pc:sldMk cId="3577247258" sldId="507"/>
        </pc:sldMkLst>
        <pc:spChg chg="mod">
          <ac:chgData name="동혁 임" userId="879f4c796d7a5333" providerId="LiveId" clId="{99A0B7FB-7ABD-43B7-B0BE-CF1927BF6B47}" dt="2020-06-07T13:06:47.421" v="66259" actId="2711"/>
          <ac:spMkLst>
            <pc:docMk/>
            <pc:sldMk cId="3577247258" sldId="507"/>
            <ac:spMk id="2" creationId="{C43531B4-5B68-4B08-9975-3373E996B6E4}"/>
          </ac:spMkLst>
        </pc:spChg>
        <pc:spChg chg="mod">
          <ac:chgData name="동혁 임" userId="879f4c796d7a5333" providerId="LiveId" clId="{99A0B7FB-7ABD-43B7-B0BE-CF1927BF6B47}" dt="2020-06-07T13:06:48.979" v="66261" actId="5793"/>
          <ac:spMkLst>
            <pc:docMk/>
            <pc:sldMk cId="3577247258" sldId="507"/>
            <ac:spMk id="4" creationId="{F5D3EDCF-FFA8-44BE-B94D-119334EE537E}"/>
          </ac:spMkLst>
        </pc:spChg>
        <pc:spChg chg="add">
          <ac:chgData name="동혁 임" userId="879f4c796d7a5333" providerId="LiveId" clId="{99A0B7FB-7ABD-43B7-B0BE-CF1927BF6B47}" dt="2020-06-07T13:06:39.230" v="66258" actId="26606"/>
          <ac:spMkLst>
            <pc:docMk/>
            <pc:sldMk cId="3577247258" sldId="507"/>
            <ac:spMk id="8" creationId="{D1A4588A-55D5-49B8-BE41-54ACDCFF2C17}"/>
          </ac:spMkLst>
        </pc:spChg>
        <pc:spChg chg="add">
          <ac:chgData name="동혁 임" userId="879f4c796d7a5333" providerId="LiveId" clId="{99A0B7FB-7ABD-43B7-B0BE-CF1927BF6B47}" dt="2020-06-07T13:06:39.230" v="66258" actId="26606"/>
          <ac:spMkLst>
            <pc:docMk/>
            <pc:sldMk cId="3577247258" sldId="507"/>
            <ac:spMk id="9" creationId="{F97E7EA2-EDCD-47E9-81BC-415C606D1B58}"/>
          </ac:spMkLst>
        </pc:spChg>
        <pc:spChg chg="del">
          <ac:chgData name="동혁 임" userId="879f4c796d7a5333" providerId="LiveId" clId="{99A0B7FB-7ABD-43B7-B0BE-CF1927BF6B47}" dt="2020-06-07T13:05:52.914" v="66253"/>
          <ac:spMkLst>
            <pc:docMk/>
            <pc:sldMk cId="3577247258" sldId="507"/>
            <ac:spMk id="11" creationId="{D1A4588A-55D5-49B8-BE41-54ACDCFF2C17}"/>
          </ac:spMkLst>
        </pc:spChg>
        <pc:spChg chg="del">
          <ac:chgData name="동혁 임" userId="879f4c796d7a5333" providerId="LiveId" clId="{99A0B7FB-7ABD-43B7-B0BE-CF1927BF6B47}" dt="2020-06-07T13:05:52.914" v="66253"/>
          <ac:spMkLst>
            <pc:docMk/>
            <pc:sldMk cId="3577247258" sldId="507"/>
            <ac:spMk id="13" creationId="{F97E7EA2-EDCD-47E9-81BC-415C606D1B58}"/>
          </ac:spMkLst>
        </pc:spChg>
        <pc:picChg chg="mod">
          <ac:chgData name="동혁 임" userId="879f4c796d7a5333" providerId="LiveId" clId="{99A0B7FB-7ABD-43B7-B0BE-CF1927BF6B47}" dt="2020-06-07T13:06:39.230" v="66258" actId="26606"/>
          <ac:picMkLst>
            <pc:docMk/>
            <pc:sldMk cId="3577247258" sldId="507"/>
            <ac:picMk id="6" creationId="{4E78F1DC-45A5-47F1-A44B-C50460571822}"/>
          </ac:picMkLst>
        </pc:picChg>
      </pc:sldChg>
      <pc:sldChg chg="addSp modSp new del mod setBg">
        <pc:chgData name="동혁 임" userId="879f4c796d7a5333" providerId="LiveId" clId="{99A0B7FB-7ABD-43B7-B0BE-CF1927BF6B47}" dt="2020-07-02T08:44:32.817" v="73440" actId="47"/>
        <pc:sldMkLst>
          <pc:docMk/>
          <pc:sldMk cId="2584825984" sldId="508"/>
        </pc:sldMkLst>
        <pc:spChg chg="mod">
          <ac:chgData name="동혁 임" userId="879f4c796d7a5333" providerId="LiveId" clId="{99A0B7FB-7ABD-43B7-B0BE-CF1927BF6B47}" dt="2020-06-07T13:09:31.463" v="66482" actId="2711"/>
          <ac:spMkLst>
            <pc:docMk/>
            <pc:sldMk cId="2584825984" sldId="508"/>
            <ac:spMk id="2" creationId="{0D19CAA5-4FA8-4F38-A7EF-25F86C329F09}"/>
          </ac:spMkLst>
        </pc:spChg>
        <pc:spChg chg="mod">
          <ac:chgData name="동혁 임" userId="879f4c796d7a5333" providerId="LiveId" clId="{99A0B7FB-7ABD-43B7-B0BE-CF1927BF6B47}" dt="2020-06-07T13:09:40.383" v="66490" actId="20577"/>
          <ac:spMkLst>
            <pc:docMk/>
            <pc:sldMk cId="2584825984" sldId="508"/>
            <ac:spMk id="3" creationId="{A49F518F-78BB-41EB-B72B-D3019A05A2C3}"/>
          </ac:spMkLst>
        </pc:spChg>
        <pc:spChg chg="add">
          <ac:chgData name="동혁 임" userId="879f4c796d7a5333" providerId="LiveId" clId="{99A0B7FB-7ABD-43B7-B0BE-CF1927BF6B47}" dt="2020-06-07T13:09:23.134" v="66481" actId="26606"/>
          <ac:spMkLst>
            <pc:docMk/>
            <pc:sldMk cId="2584825984" sldId="508"/>
            <ac:spMk id="8" creationId="{A52B99F1-B2DC-437E-A8A1-A57F2F29F8D1}"/>
          </ac:spMkLst>
        </pc:spChg>
        <pc:spChg chg="add">
          <ac:chgData name="동혁 임" userId="879f4c796d7a5333" providerId="LiveId" clId="{99A0B7FB-7ABD-43B7-B0BE-CF1927BF6B47}" dt="2020-06-07T13:09:23.134" v="66481" actId="26606"/>
          <ac:spMkLst>
            <pc:docMk/>
            <pc:sldMk cId="2584825984" sldId="508"/>
            <ac:spMk id="10" creationId="{55F8BA08-3E38-4B70-B93A-74F08E092206}"/>
          </ac:spMkLst>
        </pc:spChg>
        <pc:spChg chg="add">
          <ac:chgData name="동혁 임" userId="879f4c796d7a5333" providerId="LiveId" clId="{99A0B7FB-7ABD-43B7-B0BE-CF1927BF6B47}" dt="2020-06-07T13:09:23.134" v="66481" actId="26606"/>
          <ac:spMkLst>
            <pc:docMk/>
            <pc:sldMk cId="2584825984" sldId="508"/>
            <ac:spMk id="12" creationId="{357F1B33-79AB-4A71-8CEC-4546D709B8C8}"/>
          </ac:spMkLst>
        </pc:spChg>
      </pc:sldChg>
      <pc:sldChg chg="add del">
        <pc:chgData name="동혁 임" userId="879f4c796d7a5333" providerId="LiveId" clId="{99A0B7FB-7ABD-43B7-B0BE-CF1927BF6B47}" dt="2020-06-07T13:02:48.153" v="66199" actId="47"/>
        <pc:sldMkLst>
          <pc:docMk/>
          <pc:sldMk cId="4029113729" sldId="508"/>
        </pc:sldMkLst>
      </pc:sldChg>
      <pc:sldChg chg="addSp delSp modSp new mod setBg">
        <pc:chgData name="동혁 임" userId="879f4c796d7a5333" providerId="LiveId" clId="{99A0B7FB-7ABD-43B7-B0BE-CF1927BF6B47}" dt="2020-06-07T13:25:47.154" v="67681" actId="20577"/>
        <pc:sldMkLst>
          <pc:docMk/>
          <pc:sldMk cId="103043138" sldId="509"/>
        </pc:sldMkLst>
        <pc:spChg chg="mod">
          <ac:chgData name="동혁 임" userId="879f4c796d7a5333" providerId="LiveId" clId="{99A0B7FB-7ABD-43B7-B0BE-CF1927BF6B47}" dt="2020-06-07T13:23:55.099" v="67359" actId="2711"/>
          <ac:spMkLst>
            <pc:docMk/>
            <pc:sldMk cId="103043138" sldId="509"/>
            <ac:spMk id="2" creationId="{8A0BD6E4-2171-40EB-AE8C-C68C57973D16}"/>
          </ac:spMkLst>
        </pc:spChg>
        <pc:spChg chg="mod">
          <ac:chgData name="동혁 임" userId="879f4c796d7a5333" providerId="LiveId" clId="{99A0B7FB-7ABD-43B7-B0BE-CF1927BF6B47}" dt="2020-06-07T13:25:47.154" v="67681" actId="20577"/>
          <ac:spMkLst>
            <pc:docMk/>
            <pc:sldMk cId="103043138" sldId="509"/>
            <ac:spMk id="3" creationId="{496096FF-B885-4A7D-BBD4-F24839960C14}"/>
          </ac:spMkLst>
        </pc:spChg>
        <pc:spChg chg="add del">
          <ac:chgData name="동혁 임" userId="879f4c796d7a5333" providerId="LiveId" clId="{99A0B7FB-7ABD-43B7-B0BE-CF1927BF6B47}" dt="2020-06-07T13:23:49.259" v="67355" actId="26606"/>
          <ac:spMkLst>
            <pc:docMk/>
            <pc:sldMk cId="103043138" sldId="509"/>
            <ac:spMk id="8" creationId="{A52B99F1-B2DC-437E-A8A1-A57F2F29F8D1}"/>
          </ac:spMkLst>
        </pc:spChg>
        <pc:spChg chg="add del">
          <ac:chgData name="동혁 임" userId="879f4c796d7a5333" providerId="LiveId" clId="{99A0B7FB-7ABD-43B7-B0BE-CF1927BF6B47}" dt="2020-06-07T13:23:49.259" v="67355" actId="26606"/>
          <ac:spMkLst>
            <pc:docMk/>
            <pc:sldMk cId="103043138" sldId="509"/>
            <ac:spMk id="10" creationId="{55F8BA08-3E38-4B70-B93A-74F08E092206}"/>
          </ac:spMkLst>
        </pc:spChg>
        <pc:spChg chg="add del">
          <ac:chgData name="동혁 임" userId="879f4c796d7a5333" providerId="LiveId" clId="{99A0B7FB-7ABD-43B7-B0BE-CF1927BF6B47}" dt="2020-06-07T13:23:49.259" v="67355" actId="26606"/>
          <ac:spMkLst>
            <pc:docMk/>
            <pc:sldMk cId="103043138" sldId="509"/>
            <ac:spMk id="12" creationId="{357F1B33-79AB-4A71-8CEC-4546D709B8C8}"/>
          </ac:spMkLst>
        </pc:spChg>
        <pc:spChg chg="add">
          <ac:chgData name="동혁 임" userId="879f4c796d7a5333" providerId="LiveId" clId="{99A0B7FB-7ABD-43B7-B0BE-CF1927BF6B47}" dt="2020-06-07T13:23:49.267" v="67356" actId="26606"/>
          <ac:spMkLst>
            <pc:docMk/>
            <pc:sldMk cId="103043138" sldId="509"/>
            <ac:spMk id="14" creationId="{074B4F7D-14B2-478B-8BF5-01E4E0C5D263}"/>
          </ac:spMkLst>
        </pc:spChg>
        <pc:spChg chg="add">
          <ac:chgData name="동혁 임" userId="879f4c796d7a5333" providerId="LiveId" clId="{99A0B7FB-7ABD-43B7-B0BE-CF1927BF6B47}" dt="2020-06-07T13:23:49.267" v="67356" actId="26606"/>
          <ac:spMkLst>
            <pc:docMk/>
            <pc:sldMk cId="103043138" sldId="509"/>
            <ac:spMk id="15" creationId="{DAF1966E-FD40-4A4A-B61B-C4DF7FA05F06}"/>
          </ac:spMkLst>
        </pc:spChg>
        <pc:spChg chg="add">
          <ac:chgData name="동혁 임" userId="879f4c796d7a5333" providerId="LiveId" clId="{99A0B7FB-7ABD-43B7-B0BE-CF1927BF6B47}" dt="2020-06-07T13:23:49.267" v="67356" actId="26606"/>
          <ac:spMkLst>
            <pc:docMk/>
            <pc:sldMk cId="103043138" sldId="509"/>
            <ac:spMk id="16" creationId="{047BFA19-D45E-416B-A404-7AF2F3F27017}"/>
          </ac:spMkLst>
        </pc:spChg>
        <pc:spChg chg="add">
          <ac:chgData name="동혁 임" userId="879f4c796d7a5333" providerId="LiveId" clId="{99A0B7FB-7ABD-43B7-B0BE-CF1927BF6B47}" dt="2020-06-07T13:23:49.267" v="67356" actId="26606"/>
          <ac:spMkLst>
            <pc:docMk/>
            <pc:sldMk cId="103043138" sldId="509"/>
            <ac:spMk id="17" creationId="{8E0105E7-23DB-4CF2-8258-FF47C7620F6E}"/>
          </ac:spMkLst>
        </pc:spChg>
      </pc:sldChg>
      <pc:sldChg chg="add del">
        <pc:chgData name="동혁 임" userId="879f4c796d7a5333" providerId="LiveId" clId="{99A0B7FB-7ABD-43B7-B0BE-CF1927BF6B47}" dt="2020-06-07T13:02:45.900" v="66197" actId="47"/>
        <pc:sldMkLst>
          <pc:docMk/>
          <pc:sldMk cId="429528233" sldId="509"/>
        </pc:sldMkLst>
      </pc:sldChg>
      <pc:sldChg chg="addSp delSp modSp new mod setBg">
        <pc:chgData name="동혁 임" userId="879f4c796d7a5333" providerId="LiveId" clId="{99A0B7FB-7ABD-43B7-B0BE-CF1927BF6B47}" dt="2020-06-07T14:11:56.436" v="68647" actId="403"/>
        <pc:sldMkLst>
          <pc:docMk/>
          <pc:sldMk cId="894974686" sldId="510"/>
        </pc:sldMkLst>
        <pc:spChg chg="mod">
          <ac:chgData name="동혁 임" userId="879f4c796d7a5333" providerId="LiveId" clId="{99A0B7FB-7ABD-43B7-B0BE-CF1927BF6B47}" dt="2020-06-07T14:10:52.924" v="68603" actId="2711"/>
          <ac:spMkLst>
            <pc:docMk/>
            <pc:sldMk cId="894974686" sldId="510"/>
            <ac:spMk id="2" creationId="{CD028887-3B1B-4110-8704-22287CA8751A}"/>
          </ac:spMkLst>
        </pc:spChg>
        <pc:spChg chg="del">
          <ac:chgData name="동혁 임" userId="879f4c796d7a5333" providerId="LiveId" clId="{99A0B7FB-7ABD-43B7-B0BE-CF1927BF6B47}" dt="2020-06-07T14:09:08.926" v="68540" actId="931"/>
          <ac:spMkLst>
            <pc:docMk/>
            <pc:sldMk cId="894974686" sldId="510"/>
            <ac:spMk id="3" creationId="{726167E5-F794-444D-AC9D-BA7050E03141}"/>
          </ac:spMkLst>
        </pc:spChg>
        <pc:spChg chg="mod">
          <ac:chgData name="동혁 임" userId="879f4c796d7a5333" providerId="LiveId" clId="{99A0B7FB-7ABD-43B7-B0BE-CF1927BF6B47}" dt="2020-06-07T14:11:56.436" v="68647" actId="403"/>
          <ac:spMkLst>
            <pc:docMk/>
            <pc:sldMk cId="894974686" sldId="510"/>
            <ac:spMk id="4" creationId="{93842E75-7FF1-4A9A-814D-68E3B5AF8850}"/>
          </ac:spMkLst>
        </pc:spChg>
        <pc:spChg chg="add">
          <ac:chgData name="동혁 임" userId="879f4c796d7a5333" providerId="LiveId" clId="{99A0B7FB-7ABD-43B7-B0BE-CF1927BF6B47}" dt="2020-06-07T14:09:40.639" v="68545" actId="26606"/>
          <ac:spMkLst>
            <pc:docMk/>
            <pc:sldMk cId="894974686" sldId="510"/>
            <ac:spMk id="11" creationId="{4E2ED6F9-63C3-4A8D-9BB4-1EA62533B672}"/>
          </ac:spMkLst>
        </pc:spChg>
        <pc:spChg chg="add">
          <ac:chgData name="동혁 임" userId="879f4c796d7a5333" providerId="LiveId" clId="{99A0B7FB-7ABD-43B7-B0BE-CF1927BF6B47}" dt="2020-06-07T14:09:40.639" v="68545" actId="26606"/>
          <ac:spMkLst>
            <pc:docMk/>
            <pc:sldMk cId="894974686" sldId="510"/>
            <ac:spMk id="13" creationId="{6D72081E-AD41-4FBB-B02B-698A68DBCA5E}"/>
          </ac:spMkLst>
        </pc:spChg>
        <pc:spChg chg="add">
          <ac:chgData name="동혁 임" userId="879f4c796d7a5333" providerId="LiveId" clId="{99A0B7FB-7ABD-43B7-B0BE-CF1927BF6B47}" dt="2020-06-07T14:09:40.639" v="68545" actId="26606"/>
          <ac:spMkLst>
            <pc:docMk/>
            <pc:sldMk cId="894974686" sldId="510"/>
            <ac:spMk id="15" creationId="{716248AD-805F-41BF-9B57-FC53E5B32F98}"/>
          </ac:spMkLst>
        </pc:spChg>
        <pc:spChg chg="add">
          <ac:chgData name="동혁 임" userId="879f4c796d7a5333" providerId="LiveId" clId="{99A0B7FB-7ABD-43B7-B0BE-CF1927BF6B47}" dt="2020-06-07T14:09:40.639" v="68545" actId="26606"/>
          <ac:spMkLst>
            <pc:docMk/>
            <pc:sldMk cId="894974686" sldId="510"/>
            <ac:spMk id="17" creationId="{1F82758F-B2B3-4F0A-BB90-4BFFEDD166D6}"/>
          </ac:spMkLst>
        </pc:spChg>
        <pc:picChg chg="add mod">
          <ac:chgData name="동혁 임" userId="879f4c796d7a5333" providerId="LiveId" clId="{99A0B7FB-7ABD-43B7-B0BE-CF1927BF6B47}" dt="2020-06-07T14:10:38.068" v="68602" actId="1076"/>
          <ac:picMkLst>
            <pc:docMk/>
            <pc:sldMk cId="894974686" sldId="510"/>
            <ac:picMk id="6" creationId="{749BE031-444B-4FF0-88ED-DC92ED0B0021}"/>
          </ac:picMkLst>
        </pc:picChg>
      </pc:sldChg>
      <pc:sldChg chg="add del">
        <pc:chgData name="동혁 임" userId="879f4c796d7a5333" providerId="LiveId" clId="{99A0B7FB-7ABD-43B7-B0BE-CF1927BF6B47}" dt="2020-06-07T13:02:48.986" v="66200" actId="47"/>
        <pc:sldMkLst>
          <pc:docMk/>
          <pc:sldMk cId="1611674011" sldId="510"/>
        </pc:sldMkLst>
      </pc:sldChg>
      <pc:sldChg chg="add del">
        <pc:chgData name="동혁 임" userId="879f4c796d7a5333" providerId="LiveId" clId="{99A0B7FB-7ABD-43B7-B0BE-CF1927BF6B47}" dt="2020-06-07T13:02:49.704" v="66201" actId="47"/>
        <pc:sldMkLst>
          <pc:docMk/>
          <pc:sldMk cId="1113013933" sldId="511"/>
        </pc:sldMkLst>
      </pc:sldChg>
      <pc:sldChg chg="addSp delSp modSp new mod setBg">
        <pc:chgData name="동혁 임" userId="879f4c796d7a5333" providerId="LiveId" clId="{99A0B7FB-7ABD-43B7-B0BE-CF1927BF6B47}" dt="2020-06-07T14:32:45.631" v="68760" actId="5793"/>
        <pc:sldMkLst>
          <pc:docMk/>
          <pc:sldMk cId="1658235556" sldId="511"/>
        </pc:sldMkLst>
        <pc:spChg chg="mod ord">
          <ac:chgData name="동혁 임" userId="879f4c796d7a5333" providerId="LiveId" clId="{99A0B7FB-7ABD-43B7-B0BE-CF1927BF6B47}" dt="2020-06-07T14:32:42.926" v="68758" actId="2711"/>
          <ac:spMkLst>
            <pc:docMk/>
            <pc:sldMk cId="1658235556" sldId="511"/>
            <ac:spMk id="2" creationId="{C6D3836B-52DC-439D-B1F8-A32ED887DE96}"/>
          </ac:spMkLst>
        </pc:spChg>
        <pc:spChg chg="del">
          <ac:chgData name="동혁 임" userId="879f4c796d7a5333" providerId="LiveId" clId="{99A0B7FB-7ABD-43B7-B0BE-CF1927BF6B47}" dt="2020-06-07T14:31:04.061" v="68651" actId="931"/>
          <ac:spMkLst>
            <pc:docMk/>
            <pc:sldMk cId="1658235556" sldId="511"/>
            <ac:spMk id="3" creationId="{C82BCF27-460F-4292-8271-2AF59AAEE7A3}"/>
          </ac:spMkLst>
        </pc:spChg>
        <pc:spChg chg="mod">
          <ac:chgData name="동혁 임" userId="879f4c796d7a5333" providerId="LiveId" clId="{99A0B7FB-7ABD-43B7-B0BE-CF1927BF6B47}" dt="2020-06-07T14:32:45.631" v="68760" actId="5793"/>
          <ac:spMkLst>
            <pc:docMk/>
            <pc:sldMk cId="1658235556" sldId="511"/>
            <ac:spMk id="4" creationId="{46AF34BC-0E0A-4502-91EA-2C0590B5B7FA}"/>
          </ac:spMkLst>
        </pc:spChg>
        <pc:spChg chg="add del">
          <ac:chgData name="동혁 임" userId="879f4c796d7a5333" providerId="LiveId" clId="{99A0B7FB-7ABD-43B7-B0BE-CF1927BF6B47}" dt="2020-06-07T14:31:58.201" v="68739" actId="26606"/>
          <ac:spMkLst>
            <pc:docMk/>
            <pc:sldMk cId="1658235556" sldId="511"/>
            <ac:spMk id="11" creationId="{0C2F8F76-4F55-4ED5-AC3D-1714C449C867}"/>
          </ac:spMkLst>
        </pc:spChg>
        <pc:spChg chg="add del">
          <ac:chgData name="동혁 임" userId="879f4c796d7a5333" providerId="LiveId" clId="{99A0B7FB-7ABD-43B7-B0BE-CF1927BF6B47}" dt="2020-06-07T14:31:58.201" v="68739" actId="26606"/>
          <ac:spMkLst>
            <pc:docMk/>
            <pc:sldMk cId="1658235556" sldId="511"/>
            <ac:spMk id="13" creationId="{57F6BDD4-E066-4008-8011-6CC31AEB4556}"/>
          </ac:spMkLst>
        </pc:spChg>
        <pc:spChg chg="add del">
          <ac:chgData name="동혁 임" userId="879f4c796d7a5333" providerId="LiveId" clId="{99A0B7FB-7ABD-43B7-B0BE-CF1927BF6B47}" dt="2020-06-07T14:31:58.201" v="68739" actId="26606"/>
          <ac:spMkLst>
            <pc:docMk/>
            <pc:sldMk cId="1658235556" sldId="511"/>
            <ac:spMk id="15" creationId="{2711A8FB-68FC-45FC-B01E-38F809E2D439}"/>
          </ac:spMkLst>
        </pc:spChg>
        <pc:spChg chg="add del">
          <ac:chgData name="동혁 임" userId="879f4c796d7a5333" providerId="LiveId" clId="{99A0B7FB-7ABD-43B7-B0BE-CF1927BF6B47}" dt="2020-06-07T14:31:58.201" v="68739" actId="26606"/>
          <ac:spMkLst>
            <pc:docMk/>
            <pc:sldMk cId="1658235556" sldId="511"/>
            <ac:spMk id="17" creationId="{281E2DF8-F6D8-4E5C-B76E-E082FD8C1FBD}"/>
          </ac:spMkLst>
        </pc:spChg>
        <pc:spChg chg="add">
          <ac:chgData name="동혁 임" userId="879f4c796d7a5333" providerId="LiveId" clId="{99A0B7FB-7ABD-43B7-B0BE-CF1927BF6B47}" dt="2020-06-07T14:31:58.209" v="68740" actId="26606"/>
          <ac:spMkLst>
            <pc:docMk/>
            <pc:sldMk cId="1658235556" sldId="511"/>
            <ac:spMk id="19" creationId="{4E2ED6F9-63C3-4A8D-9BB4-1EA62533B672}"/>
          </ac:spMkLst>
        </pc:spChg>
        <pc:spChg chg="add">
          <ac:chgData name="동혁 임" userId="879f4c796d7a5333" providerId="LiveId" clId="{99A0B7FB-7ABD-43B7-B0BE-CF1927BF6B47}" dt="2020-06-07T14:31:58.209" v="68740" actId="26606"/>
          <ac:spMkLst>
            <pc:docMk/>
            <pc:sldMk cId="1658235556" sldId="511"/>
            <ac:spMk id="20" creationId="{6D72081E-AD41-4FBB-B02B-698A68DBCA5E}"/>
          </ac:spMkLst>
        </pc:spChg>
        <pc:spChg chg="add">
          <ac:chgData name="동혁 임" userId="879f4c796d7a5333" providerId="LiveId" clId="{99A0B7FB-7ABD-43B7-B0BE-CF1927BF6B47}" dt="2020-06-07T14:31:58.209" v="68740" actId="26606"/>
          <ac:spMkLst>
            <pc:docMk/>
            <pc:sldMk cId="1658235556" sldId="511"/>
            <ac:spMk id="21" creationId="{716248AD-805F-41BF-9B57-FC53E5B32F98}"/>
          </ac:spMkLst>
        </pc:spChg>
        <pc:spChg chg="add">
          <ac:chgData name="동혁 임" userId="879f4c796d7a5333" providerId="LiveId" clId="{99A0B7FB-7ABD-43B7-B0BE-CF1927BF6B47}" dt="2020-06-07T14:31:58.209" v="68740" actId="26606"/>
          <ac:spMkLst>
            <pc:docMk/>
            <pc:sldMk cId="1658235556" sldId="511"/>
            <ac:spMk id="22" creationId="{1F82758F-B2B3-4F0A-BB90-4BFFEDD166D6}"/>
          </ac:spMkLst>
        </pc:spChg>
        <pc:picChg chg="add mod">
          <ac:chgData name="동혁 임" userId="879f4c796d7a5333" providerId="LiveId" clId="{99A0B7FB-7ABD-43B7-B0BE-CF1927BF6B47}" dt="2020-06-07T14:32:17.385" v="68757" actId="1076"/>
          <ac:picMkLst>
            <pc:docMk/>
            <pc:sldMk cId="1658235556" sldId="511"/>
            <ac:picMk id="6" creationId="{E036EC96-E826-4870-A55C-9E2E55534BD4}"/>
          </ac:picMkLst>
        </pc:picChg>
      </pc:sldChg>
      <pc:sldChg chg="add del">
        <pc:chgData name="동혁 임" userId="879f4c796d7a5333" providerId="LiveId" clId="{99A0B7FB-7ABD-43B7-B0BE-CF1927BF6B47}" dt="2020-06-07T13:02:51.567" v="66203" actId="47"/>
        <pc:sldMkLst>
          <pc:docMk/>
          <pc:sldMk cId="352381788" sldId="512"/>
        </pc:sldMkLst>
      </pc:sldChg>
      <pc:sldChg chg="addSp delSp modSp new mod setBg">
        <pc:chgData name="동혁 임" userId="879f4c796d7a5333" providerId="LiveId" clId="{99A0B7FB-7ABD-43B7-B0BE-CF1927BF6B47}" dt="2020-06-08T01:14:39.925" v="71835" actId="20577"/>
        <pc:sldMkLst>
          <pc:docMk/>
          <pc:sldMk cId="3418771883" sldId="512"/>
        </pc:sldMkLst>
        <pc:spChg chg="mod">
          <ac:chgData name="동혁 임" userId="879f4c796d7a5333" providerId="LiveId" clId="{99A0B7FB-7ABD-43B7-B0BE-CF1927BF6B47}" dt="2020-06-08T01:14:12.660" v="71824" actId="2711"/>
          <ac:spMkLst>
            <pc:docMk/>
            <pc:sldMk cId="3418771883" sldId="512"/>
            <ac:spMk id="2" creationId="{2BDF0CA0-08C5-4DFF-AE34-3444A308FC30}"/>
          </ac:spMkLst>
        </pc:spChg>
        <pc:spChg chg="mod">
          <ac:chgData name="동혁 임" userId="879f4c796d7a5333" providerId="LiveId" clId="{99A0B7FB-7ABD-43B7-B0BE-CF1927BF6B47}" dt="2020-06-08T01:14:39.925" v="71835" actId="20577"/>
          <ac:spMkLst>
            <pc:docMk/>
            <pc:sldMk cId="3418771883" sldId="512"/>
            <ac:spMk id="3" creationId="{713F007C-5FC4-4CB4-93DB-16B6E39A711E}"/>
          </ac:spMkLst>
        </pc:spChg>
        <pc:spChg chg="add">
          <ac:chgData name="동혁 임" userId="879f4c796d7a5333" providerId="LiveId" clId="{99A0B7FB-7ABD-43B7-B0BE-CF1927BF6B47}" dt="2020-06-08T01:13:53.373" v="71823" actId="26606"/>
          <ac:spMkLst>
            <pc:docMk/>
            <pc:sldMk cId="3418771883" sldId="512"/>
            <ac:spMk id="9" creationId="{8108D317-7CBD-4897-BD1F-959436D2A3BE}"/>
          </ac:spMkLst>
        </pc:spChg>
        <pc:spChg chg="add del">
          <ac:chgData name="동혁 임" userId="879f4c796d7a5333" providerId="LiveId" clId="{99A0B7FB-7ABD-43B7-B0BE-CF1927BF6B47}" dt="2020-06-08T01:13:53.364" v="71822" actId="26606"/>
          <ac:spMkLst>
            <pc:docMk/>
            <pc:sldMk cId="3418771883" sldId="512"/>
            <ac:spMk id="10" creationId="{AFA67CD3-AB4E-4A7A-BEB8-53C445D8C44E}"/>
          </ac:spMkLst>
        </pc:spChg>
        <pc:spChg chg="add">
          <ac:chgData name="동혁 임" userId="879f4c796d7a5333" providerId="LiveId" clId="{99A0B7FB-7ABD-43B7-B0BE-CF1927BF6B47}" dt="2020-06-08T01:13:53.373" v="71823" actId="26606"/>
          <ac:spMkLst>
            <pc:docMk/>
            <pc:sldMk cId="3418771883" sldId="512"/>
            <ac:spMk id="11" creationId="{D6297641-8B9F-4767-9606-8A11313227BF}"/>
          </ac:spMkLst>
        </pc:spChg>
        <pc:spChg chg="add">
          <ac:chgData name="동혁 임" userId="879f4c796d7a5333" providerId="LiveId" clId="{99A0B7FB-7ABD-43B7-B0BE-CF1927BF6B47}" dt="2020-06-08T01:13:53.373" v="71823" actId="26606"/>
          <ac:spMkLst>
            <pc:docMk/>
            <pc:sldMk cId="3418771883" sldId="512"/>
            <ac:spMk id="13" creationId="{D8F3CA65-EA00-46B4-9616-39E6853F7BED}"/>
          </ac:spMkLst>
        </pc:spChg>
        <pc:spChg chg="add del">
          <ac:chgData name="동혁 임" userId="879f4c796d7a5333" providerId="LiveId" clId="{99A0B7FB-7ABD-43B7-B0BE-CF1927BF6B47}" dt="2020-06-08T01:13:53.364" v="71822" actId="26606"/>
          <ac:spMkLst>
            <pc:docMk/>
            <pc:sldMk cId="3418771883" sldId="512"/>
            <ac:spMk id="14" creationId="{339C8D78-A644-462F-B674-F440635E5353}"/>
          </ac:spMkLst>
        </pc:spChg>
        <pc:picChg chg="add">
          <ac:chgData name="동혁 임" userId="879f4c796d7a5333" providerId="LiveId" clId="{99A0B7FB-7ABD-43B7-B0BE-CF1927BF6B47}" dt="2020-06-08T01:13:53.373" v="71823" actId="26606"/>
          <ac:picMkLst>
            <pc:docMk/>
            <pc:sldMk cId="3418771883" sldId="512"/>
            <ac:picMk id="5" creationId="{8748BE09-4DED-4FB2-B177-DFAE943C55FB}"/>
          </ac:picMkLst>
        </pc:picChg>
        <pc:picChg chg="add del">
          <ac:chgData name="동혁 임" userId="879f4c796d7a5333" providerId="LiveId" clId="{99A0B7FB-7ABD-43B7-B0BE-CF1927BF6B47}" dt="2020-06-08T01:13:53.364" v="71822" actId="26606"/>
          <ac:picMkLst>
            <pc:docMk/>
            <pc:sldMk cId="3418771883" sldId="512"/>
            <ac:picMk id="7" creationId="{A6B26442-8BAD-467D-A553-A1340B251EB5}"/>
          </ac:picMkLst>
        </pc:picChg>
        <pc:picChg chg="add del">
          <ac:chgData name="동혁 임" userId="879f4c796d7a5333" providerId="LiveId" clId="{99A0B7FB-7ABD-43B7-B0BE-CF1927BF6B47}" dt="2020-06-08T01:13:53.364" v="71822" actId="26606"/>
          <ac:picMkLst>
            <pc:docMk/>
            <pc:sldMk cId="3418771883" sldId="512"/>
            <ac:picMk id="12" creationId="{07CF545F-9C2E-4446-97CD-AD92990C2B68}"/>
          </ac:picMkLst>
        </pc:picChg>
      </pc:sldChg>
      <pc:sldChg chg="new del">
        <pc:chgData name="동혁 임" userId="879f4c796d7a5333" providerId="LiveId" clId="{99A0B7FB-7ABD-43B7-B0BE-CF1927BF6B47}" dt="2020-06-07T15:39:41.857" v="69740" actId="680"/>
        <pc:sldMkLst>
          <pc:docMk/>
          <pc:sldMk cId="4029885714" sldId="512"/>
        </pc:sldMkLst>
      </pc:sldChg>
      <pc:sldChg chg="addSp modSp new mod setBg">
        <pc:chgData name="동혁 임" userId="879f4c796d7a5333" providerId="LiveId" clId="{99A0B7FB-7ABD-43B7-B0BE-CF1927BF6B47}" dt="2020-07-02T10:23:08.632" v="83822" actId="26606"/>
        <pc:sldMkLst>
          <pc:docMk/>
          <pc:sldMk cId="1052296162" sldId="513"/>
        </pc:sldMkLst>
        <pc:spChg chg="mod">
          <ac:chgData name="동혁 임" userId="879f4c796d7a5333" providerId="LiveId" clId="{99A0B7FB-7ABD-43B7-B0BE-CF1927BF6B47}" dt="2020-07-02T10:23:08.632" v="83822" actId="26606"/>
          <ac:spMkLst>
            <pc:docMk/>
            <pc:sldMk cId="1052296162" sldId="513"/>
            <ac:spMk id="2" creationId="{ED3794B9-AEED-4845-92C7-49485D2A0CFA}"/>
          </ac:spMkLst>
        </pc:spChg>
        <pc:spChg chg="mod">
          <ac:chgData name="동혁 임" userId="879f4c796d7a5333" providerId="LiveId" clId="{99A0B7FB-7ABD-43B7-B0BE-CF1927BF6B47}" dt="2020-07-02T10:23:08.632" v="83822" actId="26606"/>
          <ac:spMkLst>
            <pc:docMk/>
            <pc:sldMk cId="1052296162" sldId="513"/>
            <ac:spMk id="3" creationId="{EC6D9D2E-4A73-4A08-8A7B-1E5BAE61B1EF}"/>
          </ac:spMkLst>
        </pc:spChg>
        <pc:spChg chg="add">
          <ac:chgData name="동혁 임" userId="879f4c796d7a5333" providerId="LiveId" clId="{99A0B7FB-7ABD-43B7-B0BE-CF1927BF6B47}" dt="2020-07-02T10:23:08.632" v="83822" actId="26606"/>
          <ac:spMkLst>
            <pc:docMk/>
            <pc:sldMk cId="1052296162" sldId="513"/>
            <ac:spMk id="8" creationId="{1C799903-48D5-4A31-A1A2-541072D9771E}"/>
          </ac:spMkLst>
        </pc:spChg>
        <pc:spChg chg="add">
          <ac:chgData name="동혁 임" userId="879f4c796d7a5333" providerId="LiveId" clId="{99A0B7FB-7ABD-43B7-B0BE-CF1927BF6B47}" dt="2020-07-02T10:23:08.632" v="83822" actId="26606"/>
          <ac:spMkLst>
            <pc:docMk/>
            <pc:sldMk cId="1052296162" sldId="513"/>
            <ac:spMk id="10" creationId="{8EFFF109-FC58-4FD3-BE05-9775A1310F55}"/>
          </ac:spMkLst>
        </pc:spChg>
        <pc:spChg chg="add">
          <ac:chgData name="동혁 임" userId="879f4c796d7a5333" providerId="LiveId" clId="{99A0B7FB-7ABD-43B7-B0BE-CF1927BF6B47}" dt="2020-07-02T10:23:08.632" v="83822" actId="26606"/>
          <ac:spMkLst>
            <pc:docMk/>
            <pc:sldMk cId="1052296162" sldId="513"/>
            <ac:spMk id="12" creationId="{E1B96AD6-92A9-4273-A62B-96A1C3E0BA95}"/>
          </ac:spMkLst>
        </pc:spChg>
        <pc:spChg chg="add">
          <ac:chgData name="동혁 임" userId="879f4c796d7a5333" providerId="LiveId" clId="{99A0B7FB-7ABD-43B7-B0BE-CF1927BF6B47}" dt="2020-07-02T10:23:08.632" v="83822" actId="26606"/>
          <ac:spMkLst>
            <pc:docMk/>
            <pc:sldMk cId="1052296162" sldId="513"/>
            <ac:spMk id="14" creationId="{463EEC44-1BA3-44ED-81FC-A644B04B2A44}"/>
          </ac:spMkLst>
        </pc:spChg>
      </pc:sldChg>
      <pc:sldChg chg="add del">
        <pc:chgData name="동혁 임" userId="879f4c796d7a5333" providerId="LiveId" clId="{99A0B7FB-7ABD-43B7-B0BE-CF1927BF6B47}" dt="2020-06-07T13:02:50.830" v="66202" actId="47"/>
        <pc:sldMkLst>
          <pc:docMk/>
          <pc:sldMk cId="3367538141" sldId="513"/>
        </pc:sldMkLst>
      </pc:sldChg>
      <pc:sldChg chg="add del">
        <pc:chgData name="동혁 임" userId="879f4c796d7a5333" providerId="LiveId" clId="{99A0B7FB-7ABD-43B7-B0BE-CF1927BF6B47}" dt="2020-06-07T13:02:52.279" v="66204" actId="47"/>
        <pc:sldMkLst>
          <pc:docMk/>
          <pc:sldMk cId="2656897947" sldId="514"/>
        </pc:sldMkLst>
      </pc:sldChg>
      <pc:sldChg chg="addSp delSp modSp new mod setBg">
        <pc:chgData name="동혁 임" userId="879f4c796d7a5333" providerId="LiveId" clId="{99A0B7FB-7ABD-43B7-B0BE-CF1927BF6B47}" dt="2020-07-02T08:40:47.228" v="72906" actId="20577"/>
        <pc:sldMkLst>
          <pc:docMk/>
          <pc:sldMk cId="3393990893" sldId="514"/>
        </pc:sldMkLst>
        <pc:spChg chg="mod ord">
          <ac:chgData name="동혁 임" userId="879f4c796d7a5333" providerId="LiveId" clId="{99A0B7FB-7ABD-43B7-B0BE-CF1927BF6B47}" dt="2020-07-02T08:39:37.444" v="72698" actId="2711"/>
          <ac:spMkLst>
            <pc:docMk/>
            <pc:sldMk cId="3393990893" sldId="514"/>
            <ac:spMk id="2" creationId="{8251B86B-6CC1-4562-831A-191257FE2BC2}"/>
          </ac:spMkLst>
        </pc:spChg>
        <pc:spChg chg="del">
          <ac:chgData name="동혁 임" userId="879f4c796d7a5333" providerId="LiveId" clId="{99A0B7FB-7ABD-43B7-B0BE-CF1927BF6B47}" dt="2020-07-02T08:37:42.642" v="72384" actId="931"/>
          <ac:spMkLst>
            <pc:docMk/>
            <pc:sldMk cId="3393990893" sldId="514"/>
            <ac:spMk id="3" creationId="{ECDCDC80-BE75-4EBE-A1DA-5F46B58259F6}"/>
          </ac:spMkLst>
        </pc:spChg>
        <pc:spChg chg="mod">
          <ac:chgData name="동혁 임" userId="879f4c796d7a5333" providerId="LiveId" clId="{99A0B7FB-7ABD-43B7-B0BE-CF1927BF6B47}" dt="2020-07-02T08:40:47.228" v="72906" actId="20577"/>
          <ac:spMkLst>
            <pc:docMk/>
            <pc:sldMk cId="3393990893" sldId="514"/>
            <ac:spMk id="4" creationId="{6E6CCA9A-2717-4AC0-9C8C-AE60D74BE383}"/>
          </ac:spMkLst>
        </pc:spChg>
        <pc:spChg chg="add del">
          <ac:chgData name="동혁 임" userId="879f4c796d7a5333" providerId="LiveId" clId="{99A0B7FB-7ABD-43B7-B0BE-CF1927BF6B47}" dt="2020-07-02T08:39:00.745" v="72690" actId="26606"/>
          <ac:spMkLst>
            <pc:docMk/>
            <pc:sldMk cId="3393990893" sldId="514"/>
            <ac:spMk id="11" creationId="{B082622D-AAF3-4897-8629-FC918530DD86}"/>
          </ac:spMkLst>
        </pc:spChg>
        <pc:spChg chg="add del">
          <ac:chgData name="동혁 임" userId="879f4c796d7a5333" providerId="LiveId" clId="{99A0B7FB-7ABD-43B7-B0BE-CF1927BF6B47}" dt="2020-07-02T08:39:00.745" v="72690" actId="26606"/>
          <ac:spMkLst>
            <pc:docMk/>
            <pc:sldMk cId="3393990893" sldId="514"/>
            <ac:spMk id="13" creationId="{A7457DD9-5A45-400A-AB4B-4B4EDECA25F1}"/>
          </ac:spMkLst>
        </pc:spChg>
        <pc:spChg chg="add del">
          <ac:chgData name="동혁 임" userId="879f4c796d7a5333" providerId="LiveId" clId="{99A0B7FB-7ABD-43B7-B0BE-CF1927BF6B47}" dt="2020-07-02T08:39:00.745" v="72690" actId="26606"/>
          <ac:spMkLst>
            <pc:docMk/>
            <pc:sldMk cId="3393990893" sldId="514"/>
            <ac:spMk id="15" creationId="{441CF7D6-A660-431A-B0BB-140A0D5556B6}"/>
          </ac:spMkLst>
        </pc:spChg>
        <pc:spChg chg="add del">
          <ac:chgData name="동혁 임" userId="879f4c796d7a5333" providerId="LiveId" clId="{99A0B7FB-7ABD-43B7-B0BE-CF1927BF6B47}" dt="2020-07-02T08:39:00.745" v="72690" actId="26606"/>
          <ac:spMkLst>
            <pc:docMk/>
            <pc:sldMk cId="3393990893" sldId="514"/>
            <ac:spMk id="17" creationId="{0570A85B-3810-4F95-97B0-CBF4CCDB381C}"/>
          </ac:spMkLst>
        </pc:spChg>
        <pc:spChg chg="add del">
          <ac:chgData name="동혁 임" userId="879f4c796d7a5333" providerId="LiveId" clId="{99A0B7FB-7ABD-43B7-B0BE-CF1927BF6B47}" dt="2020-07-02T08:39:09.365" v="72692" actId="26606"/>
          <ac:spMkLst>
            <pc:docMk/>
            <pc:sldMk cId="3393990893" sldId="514"/>
            <ac:spMk id="19" creationId="{D1A4588A-55D5-49B8-BE41-54ACDCFF2C17}"/>
          </ac:spMkLst>
        </pc:spChg>
        <pc:spChg chg="add del">
          <ac:chgData name="동혁 임" userId="879f4c796d7a5333" providerId="LiveId" clId="{99A0B7FB-7ABD-43B7-B0BE-CF1927BF6B47}" dt="2020-07-02T08:39:09.365" v="72692" actId="26606"/>
          <ac:spMkLst>
            <pc:docMk/>
            <pc:sldMk cId="3393990893" sldId="514"/>
            <ac:spMk id="20" creationId="{F97E7EA2-EDCD-47E9-81BC-415C606D1B58}"/>
          </ac:spMkLst>
        </pc:spChg>
        <pc:spChg chg="add del">
          <ac:chgData name="동혁 임" userId="879f4c796d7a5333" providerId="LiveId" clId="{99A0B7FB-7ABD-43B7-B0BE-CF1927BF6B47}" dt="2020-07-02T08:39:14.005" v="72694" actId="26606"/>
          <ac:spMkLst>
            <pc:docMk/>
            <pc:sldMk cId="3393990893" sldId="514"/>
            <ac:spMk id="22" creationId="{1ECAB1E8-8195-4748-BE71-FF806D86892E}"/>
          </ac:spMkLst>
        </pc:spChg>
        <pc:spChg chg="add del">
          <ac:chgData name="동혁 임" userId="879f4c796d7a5333" providerId="LiveId" clId="{99A0B7FB-7ABD-43B7-B0BE-CF1927BF6B47}" dt="2020-07-02T08:39:14.005" v="72694" actId="26606"/>
          <ac:spMkLst>
            <pc:docMk/>
            <pc:sldMk cId="3393990893" sldId="514"/>
            <ac:spMk id="23" creationId="{57F6BDD4-E066-4008-8011-6CC31AEB4556}"/>
          </ac:spMkLst>
        </pc:spChg>
        <pc:spChg chg="add del">
          <ac:chgData name="동혁 임" userId="879f4c796d7a5333" providerId="LiveId" clId="{99A0B7FB-7ABD-43B7-B0BE-CF1927BF6B47}" dt="2020-07-02T08:39:14.005" v="72694" actId="26606"/>
          <ac:spMkLst>
            <pc:docMk/>
            <pc:sldMk cId="3393990893" sldId="514"/>
            <ac:spMk id="24" creationId="{2711A8FB-68FC-45FC-B01E-38F809E2D439}"/>
          </ac:spMkLst>
        </pc:spChg>
        <pc:spChg chg="add del">
          <ac:chgData name="동혁 임" userId="879f4c796d7a5333" providerId="LiveId" clId="{99A0B7FB-7ABD-43B7-B0BE-CF1927BF6B47}" dt="2020-07-02T08:39:14.005" v="72694" actId="26606"/>
          <ac:spMkLst>
            <pc:docMk/>
            <pc:sldMk cId="3393990893" sldId="514"/>
            <ac:spMk id="25" creationId="{2A865FE3-5FC9-4049-87CF-30019C46C0F5}"/>
          </ac:spMkLst>
        </pc:spChg>
        <pc:spChg chg="add del">
          <ac:chgData name="동혁 임" userId="879f4c796d7a5333" providerId="LiveId" clId="{99A0B7FB-7ABD-43B7-B0BE-CF1927BF6B47}" dt="2020-07-02T08:39:22.418" v="72696" actId="26606"/>
          <ac:spMkLst>
            <pc:docMk/>
            <pc:sldMk cId="3393990893" sldId="514"/>
            <ac:spMk id="27" creationId="{57F72BCA-EE24-40BE-9ECA-E10C9BA55F90}"/>
          </ac:spMkLst>
        </pc:spChg>
        <pc:spChg chg="add del">
          <ac:chgData name="동혁 임" userId="879f4c796d7a5333" providerId="LiveId" clId="{99A0B7FB-7ABD-43B7-B0BE-CF1927BF6B47}" dt="2020-07-02T08:39:22.418" v="72696" actId="26606"/>
          <ac:spMkLst>
            <pc:docMk/>
            <pc:sldMk cId="3393990893" sldId="514"/>
            <ac:spMk id="28" creationId="{6B3C4597-DD46-4BFC-B999-C52879B95B16}"/>
          </ac:spMkLst>
        </pc:spChg>
        <pc:spChg chg="add del">
          <ac:chgData name="동혁 임" userId="879f4c796d7a5333" providerId="LiveId" clId="{99A0B7FB-7ABD-43B7-B0BE-CF1927BF6B47}" dt="2020-07-02T08:39:22.418" v="72696" actId="26606"/>
          <ac:spMkLst>
            <pc:docMk/>
            <pc:sldMk cId="3393990893" sldId="514"/>
            <ac:spMk id="29" creationId="{632B59AC-0160-4F1D-934F-B7D8B6AE44A1}"/>
          </ac:spMkLst>
        </pc:spChg>
        <pc:spChg chg="add">
          <ac:chgData name="동혁 임" userId="879f4c796d7a5333" providerId="LiveId" clId="{99A0B7FB-7ABD-43B7-B0BE-CF1927BF6B47}" dt="2020-07-02T08:39:22.423" v="72697" actId="26606"/>
          <ac:spMkLst>
            <pc:docMk/>
            <pc:sldMk cId="3393990893" sldId="514"/>
            <ac:spMk id="31" creationId="{D1A4588A-55D5-49B8-BE41-54ACDCFF2C17}"/>
          </ac:spMkLst>
        </pc:spChg>
        <pc:spChg chg="add">
          <ac:chgData name="동혁 임" userId="879f4c796d7a5333" providerId="LiveId" clId="{99A0B7FB-7ABD-43B7-B0BE-CF1927BF6B47}" dt="2020-07-02T08:39:22.423" v="72697" actId="26606"/>
          <ac:spMkLst>
            <pc:docMk/>
            <pc:sldMk cId="3393990893" sldId="514"/>
            <ac:spMk id="32" creationId="{F97E7EA2-EDCD-47E9-81BC-415C606D1B58}"/>
          </ac:spMkLst>
        </pc:spChg>
        <pc:picChg chg="add mod ord">
          <ac:chgData name="동혁 임" userId="879f4c796d7a5333" providerId="LiveId" clId="{99A0B7FB-7ABD-43B7-B0BE-CF1927BF6B47}" dt="2020-07-02T08:39:22.423" v="72697" actId="26606"/>
          <ac:picMkLst>
            <pc:docMk/>
            <pc:sldMk cId="3393990893" sldId="514"/>
            <ac:picMk id="6" creationId="{F960536C-6B83-4FD2-A976-B8C061C6614E}"/>
          </ac:picMkLst>
        </pc:picChg>
      </pc:sldChg>
      <pc:sldChg chg="addSp delSp modSp new mod setBg setClrOvrMap">
        <pc:chgData name="동혁 임" userId="879f4c796d7a5333" providerId="LiveId" clId="{99A0B7FB-7ABD-43B7-B0BE-CF1927BF6B47}" dt="2020-07-02T08:45:20.575" v="73596" actId="5793"/>
        <pc:sldMkLst>
          <pc:docMk/>
          <pc:sldMk cId="2879239333" sldId="515"/>
        </pc:sldMkLst>
        <pc:spChg chg="mod ord">
          <ac:chgData name="동혁 임" userId="879f4c796d7a5333" providerId="LiveId" clId="{99A0B7FB-7ABD-43B7-B0BE-CF1927BF6B47}" dt="2020-07-02T08:45:18.471" v="73594" actId="2711"/>
          <ac:spMkLst>
            <pc:docMk/>
            <pc:sldMk cId="2879239333" sldId="515"/>
            <ac:spMk id="2" creationId="{E1F0F40F-B995-4346-94AB-E0D9F7EFCCA8}"/>
          </ac:spMkLst>
        </pc:spChg>
        <pc:spChg chg="del">
          <ac:chgData name="동혁 임" userId="879f4c796d7a5333" providerId="LiveId" clId="{99A0B7FB-7ABD-43B7-B0BE-CF1927BF6B47}" dt="2020-07-02T08:41:02.690" v="72910" actId="931"/>
          <ac:spMkLst>
            <pc:docMk/>
            <pc:sldMk cId="2879239333" sldId="515"/>
            <ac:spMk id="3" creationId="{F9E4A55C-2060-4B9C-9BED-89BAC8B6487C}"/>
          </ac:spMkLst>
        </pc:spChg>
        <pc:spChg chg="mod">
          <ac:chgData name="동혁 임" userId="879f4c796d7a5333" providerId="LiveId" clId="{99A0B7FB-7ABD-43B7-B0BE-CF1927BF6B47}" dt="2020-07-02T08:45:20.575" v="73596" actId="5793"/>
          <ac:spMkLst>
            <pc:docMk/>
            <pc:sldMk cId="2879239333" sldId="515"/>
            <ac:spMk id="4" creationId="{94F13E26-F26E-4BC1-9C9A-B05AF5D61087}"/>
          </ac:spMkLst>
        </pc:spChg>
        <pc:spChg chg="add del">
          <ac:chgData name="동혁 임" userId="879f4c796d7a5333" providerId="LiveId" clId="{99A0B7FB-7ABD-43B7-B0BE-CF1927BF6B47}" dt="2020-07-02T08:42:21.258" v="73188" actId="26606"/>
          <ac:spMkLst>
            <pc:docMk/>
            <pc:sldMk cId="2879239333" sldId="515"/>
            <ac:spMk id="8" creationId="{3BA513B0-82FF-4F41-8178-885375D1CFB5}"/>
          </ac:spMkLst>
        </pc:spChg>
        <pc:spChg chg="add del">
          <ac:chgData name="동혁 임" userId="879f4c796d7a5333" providerId="LiveId" clId="{99A0B7FB-7ABD-43B7-B0BE-CF1927BF6B47}" dt="2020-07-02T08:42:27.825" v="73192" actId="26606"/>
          <ac:spMkLst>
            <pc:docMk/>
            <pc:sldMk cId="2879239333" sldId="515"/>
            <ac:spMk id="10" creationId="{9B76D444-2756-434F-AE61-96D69830C13E}"/>
          </ac:spMkLst>
        </pc:spChg>
        <pc:spChg chg="add del">
          <ac:chgData name="동혁 임" userId="879f4c796d7a5333" providerId="LiveId" clId="{99A0B7FB-7ABD-43B7-B0BE-CF1927BF6B47}" dt="2020-07-02T08:42:06.649" v="73178" actId="26606"/>
          <ac:spMkLst>
            <pc:docMk/>
            <pc:sldMk cId="2879239333" sldId="515"/>
            <ac:spMk id="11" creationId="{B05E4F47-B148-49E0-B472-BBF149315524}"/>
          </ac:spMkLst>
        </pc:spChg>
        <pc:spChg chg="add del">
          <ac:chgData name="동혁 임" userId="879f4c796d7a5333" providerId="LiveId" clId="{99A0B7FB-7ABD-43B7-B0BE-CF1927BF6B47}" dt="2020-07-02T08:42:27.825" v="73192" actId="26606"/>
          <ac:spMkLst>
            <pc:docMk/>
            <pc:sldMk cId="2879239333" sldId="515"/>
            <ac:spMk id="12" creationId="{A27B6159-7734-4564-9E0F-C4BC43C36E52}"/>
          </ac:spMkLst>
        </pc:spChg>
        <pc:spChg chg="add del">
          <ac:chgData name="동혁 임" userId="879f4c796d7a5333" providerId="LiveId" clId="{99A0B7FB-7ABD-43B7-B0BE-CF1927BF6B47}" dt="2020-07-02T08:42:06.649" v="73178" actId="26606"/>
          <ac:spMkLst>
            <pc:docMk/>
            <pc:sldMk cId="2879239333" sldId="515"/>
            <ac:spMk id="15" creationId="{684BF3E1-C321-4F38-85CF-FEBBEEC15E2D}"/>
          </ac:spMkLst>
        </pc:spChg>
        <pc:spChg chg="add del">
          <ac:chgData name="동혁 임" userId="879f4c796d7a5333" providerId="LiveId" clId="{99A0B7FB-7ABD-43B7-B0BE-CF1927BF6B47}" dt="2020-07-02T08:42:37.435" v="73194" actId="26606"/>
          <ac:spMkLst>
            <pc:docMk/>
            <pc:sldMk cId="2879239333" sldId="515"/>
            <ac:spMk id="16" creationId="{84ECDE7A-6944-466D-8FFE-149A29BA6BAE}"/>
          </ac:spMkLst>
        </pc:spChg>
        <pc:spChg chg="add del">
          <ac:chgData name="동혁 임" userId="879f4c796d7a5333" providerId="LiveId" clId="{99A0B7FB-7ABD-43B7-B0BE-CF1927BF6B47}" dt="2020-07-02T08:42:09.549" v="73180" actId="26606"/>
          <ac:spMkLst>
            <pc:docMk/>
            <pc:sldMk cId="2879239333" sldId="515"/>
            <ac:spMk id="17" creationId="{1F82758F-B2B3-4F0A-BB90-4BFFEDD166D6}"/>
          </ac:spMkLst>
        </pc:spChg>
        <pc:spChg chg="add del">
          <ac:chgData name="동혁 임" userId="879f4c796d7a5333" providerId="LiveId" clId="{99A0B7FB-7ABD-43B7-B0BE-CF1927BF6B47}" dt="2020-07-02T08:42:09.549" v="73180" actId="26606"/>
          <ac:spMkLst>
            <pc:docMk/>
            <pc:sldMk cId="2879239333" sldId="515"/>
            <ac:spMk id="18" creationId="{4E2ED6F9-63C3-4A8D-9BB4-1EA62533B672}"/>
          </ac:spMkLst>
        </pc:spChg>
        <pc:spChg chg="add del">
          <ac:chgData name="동혁 임" userId="879f4c796d7a5333" providerId="LiveId" clId="{99A0B7FB-7ABD-43B7-B0BE-CF1927BF6B47}" dt="2020-07-02T08:42:09.549" v="73180" actId="26606"/>
          <ac:spMkLst>
            <pc:docMk/>
            <pc:sldMk cId="2879239333" sldId="515"/>
            <ac:spMk id="19" creationId="{6D72081E-AD41-4FBB-B02B-698A68DBCA5E}"/>
          </ac:spMkLst>
        </pc:spChg>
        <pc:spChg chg="add del">
          <ac:chgData name="동혁 임" userId="879f4c796d7a5333" providerId="LiveId" clId="{99A0B7FB-7ABD-43B7-B0BE-CF1927BF6B47}" dt="2020-07-02T08:42:09.549" v="73180" actId="26606"/>
          <ac:spMkLst>
            <pc:docMk/>
            <pc:sldMk cId="2879239333" sldId="515"/>
            <ac:spMk id="20" creationId="{716248AD-805F-41BF-9B57-FC53E5B32F98}"/>
          </ac:spMkLst>
        </pc:spChg>
        <pc:spChg chg="add del">
          <ac:chgData name="동혁 임" userId="879f4c796d7a5333" providerId="LiveId" clId="{99A0B7FB-7ABD-43B7-B0BE-CF1927BF6B47}" dt="2020-07-02T08:42:37.435" v="73194" actId="26606"/>
          <ac:spMkLst>
            <pc:docMk/>
            <pc:sldMk cId="2879239333" sldId="515"/>
            <ac:spMk id="21" creationId="{B3420082-9415-44EC-802E-C77D71D59C57}"/>
          </ac:spMkLst>
        </pc:spChg>
        <pc:spChg chg="add del">
          <ac:chgData name="동혁 임" userId="879f4c796d7a5333" providerId="LiveId" clId="{99A0B7FB-7ABD-43B7-B0BE-CF1927BF6B47}" dt="2020-07-02T08:42:12.296" v="73182" actId="26606"/>
          <ac:spMkLst>
            <pc:docMk/>
            <pc:sldMk cId="2879239333" sldId="515"/>
            <ac:spMk id="22" creationId="{ECE1DA53-9811-4831-9BFB-3E8658F0806F}"/>
          </ac:spMkLst>
        </pc:spChg>
        <pc:spChg chg="add del">
          <ac:chgData name="동혁 임" userId="879f4c796d7a5333" providerId="LiveId" clId="{99A0B7FB-7ABD-43B7-B0BE-CF1927BF6B47}" dt="2020-07-02T08:42:37.435" v="73194" actId="26606"/>
          <ac:spMkLst>
            <pc:docMk/>
            <pc:sldMk cId="2879239333" sldId="515"/>
            <ac:spMk id="23" creationId="{55A52C45-1FCB-4636-A80F-2849B8226C01}"/>
          </ac:spMkLst>
        </pc:spChg>
        <pc:spChg chg="add del">
          <ac:chgData name="동혁 임" userId="879f4c796d7a5333" providerId="LiveId" clId="{99A0B7FB-7ABD-43B7-B0BE-CF1927BF6B47}" dt="2020-07-02T08:42:19.749" v="73184" actId="26606"/>
          <ac:spMkLst>
            <pc:docMk/>
            <pc:sldMk cId="2879239333" sldId="515"/>
            <ac:spMk id="24" creationId="{84ECDE7A-6944-466D-8FFE-149A29BA6BAE}"/>
          </ac:spMkLst>
        </pc:spChg>
        <pc:spChg chg="add del">
          <ac:chgData name="동혁 임" userId="879f4c796d7a5333" providerId="LiveId" clId="{99A0B7FB-7ABD-43B7-B0BE-CF1927BF6B47}" dt="2020-07-02T08:42:19.749" v="73184" actId="26606"/>
          <ac:spMkLst>
            <pc:docMk/>
            <pc:sldMk cId="2879239333" sldId="515"/>
            <ac:spMk id="25" creationId="{B3420082-9415-44EC-802E-C77D71D59C57}"/>
          </ac:spMkLst>
        </pc:spChg>
        <pc:spChg chg="add del">
          <ac:chgData name="동혁 임" userId="879f4c796d7a5333" providerId="LiveId" clId="{99A0B7FB-7ABD-43B7-B0BE-CF1927BF6B47}" dt="2020-07-02T08:42:19.749" v="73184" actId="26606"/>
          <ac:spMkLst>
            <pc:docMk/>
            <pc:sldMk cId="2879239333" sldId="515"/>
            <ac:spMk id="26" creationId="{55A52C45-1FCB-4636-A80F-2849B8226C01}"/>
          </ac:spMkLst>
        </pc:spChg>
        <pc:spChg chg="add del">
          <ac:chgData name="동혁 임" userId="879f4c796d7a5333" providerId="LiveId" clId="{99A0B7FB-7ABD-43B7-B0BE-CF1927BF6B47}" dt="2020-07-02T08:42:19.749" v="73184" actId="26606"/>
          <ac:spMkLst>
            <pc:docMk/>
            <pc:sldMk cId="2879239333" sldId="515"/>
            <ac:spMk id="27" creationId="{768EB4DD-3704-43AD-92B3-C4E0C6EA92CB}"/>
          </ac:spMkLst>
        </pc:spChg>
        <pc:spChg chg="add del">
          <ac:chgData name="동혁 임" userId="879f4c796d7a5333" providerId="LiveId" clId="{99A0B7FB-7ABD-43B7-B0BE-CF1927BF6B47}" dt="2020-07-02T08:42:37.435" v="73194" actId="26606"/>
          <ac:spMkLst>
            <pc:docMk/>
            <pc:sldMk cId="2879239333" sldId="515"/>
            <ac:spMk id="28" creationId="{768EB4DD-3704-43AD-92B3-C4E0C6EA92CB}"/>
          </ac:spMkLst>
        </pc:spChg>
        <pc:spChg chg="add del">
          <ac:chgData name="동혁 임" userId="879f4c796d7a5333" providerId="LiveId" clId="{99A0B7FB-7ABD-43B7-B0BE-CF1927BF6B47}" dt="2020-07-02T08:42:45.115" v="73201" actId="26606"/>
          <ac:spMkLst>
            <pc:docMk/>
            <pc:sldMk cId="2879239333" sldId="515"/>
            <ac:spMk id="29" creationId="{84ECDE7A-6944-466D-8FFE-149A29BA6BAE}"/>
          </ac:spMkLst>
        </pc:spChg>
        <pc:spChg chg="add del">
          <ac:chgData name="동혁 임" userId="879f4c796d7a5333" providerId="LiveId" clId="{99A0B7FB-7ABD-43B7-B0BE-CF1927BF6B47}" dt="2020-07-02T08:42:45.115" v="73201" actId="26606"/>
          <ac:spMkLst>
            <pc:docMk/>
            <pc:sldMk cId="2879239333" sldId="515"/>
            <ac:spMk id="30" creationId="{B3420082-9415-44EC-802E-C77D71D59C57}"/>
          </ac:spMkLst>
        </pc:spChg>
        <pc:spChg chg="add del">
          <ac:chgData name="동혁 임" userId="879f4c796d7a5333" providerId="LiveId" clId="{99A0B7FB-7ABD-43B7-B0BE-CF1927BF6B47}" dt="2020-07-02T08:42:45.115" v="73201" actId="26606"/>
          <ac:spMkLst>
            <pc:docMk/>
            <pc:sldMk cId="2879239333" sldId="515"/>
            <ac:spMk id="31" creationId="{55A52C45-1FCB-4636-A80F-2849B8226C01}"/>
          </ac:spMkLst>
        </pc:spChg>
        <pc:spChg chg="add del">
          <ac:chgData name="동혁 임" userId="879f4c796d7a5333" providerId="LiveId" clId="{99A0B7FB-7ABD-43B7-B0BE-CF1927BF6B47}" dt="2020-07-02T08:42:45.115" v="73201" actId="26606"/>
          <ac:spMkLst>
            <pc:docMk/>
            <pc:sldMk cId="2879239333" sldId="515"/>
            <ac:spMk id="32" creationId="{768EB4DD-3704-43AD-92B3-C4E0C6EA92CB}"/>
          </ac:spMkLst>
        </pc:spChg>
        <pc:spChg chg="add del">
          <ac:chgData name="동혁 임" userId="879f4c796d7a5333" providerId="LiveId" clId="{99A0B7FB-7ABD-43B7-B0BE-CF1927BF6B47}" dt="2020-07-02T08:42:50.100" v="73203" actId="26606"/>
          <ac:spMkLst>
            <pc:docMk/>
            <pc:sldMk cId="2879239333" sldId="515"/>
            <ac:spMk id="34" creationId="{B082622D-AAF3-4897-8629-FC918530DD86}"/>
          </ac:spMkLst>
        </pc:spChg>
        <pc:spChg chg="add del">
          <ac:chgData name="동혁 임" userId="879f4c796d7a5333" providerId="LiveId" clId="{99A0B7FB-7ABD-43B7-B0BE-CF1927BF6B47}" dt="2020-07-02T08:42:50.100" v="73203" actId="26606"/>
          <ac:spMkLst>
            <pc:docMk/>
            <pc:sldMk cId="2879239333" sldId="515"/>
            <ac:spMk id="35" creationId="{A7457DD9-5A45-400A-AB4B-4B4EDECA25F1}"/>
          </ac:spMkLst>
        </pc:spChg>
        <pc:spChg chg="add del">
          <ac:chgData name="동혁 임" userId="879f4c796d7a5333" providerId="LiveId" clId="{99A0B7FB-7ABD-43B7-B0BE-CF1927BF6B47}" dt="2020-07-02T08:42:50.100" v="73203" actId="26606"/>
          <ac:spMkLst>
            <pc:docMk/>
            <pc:sldMk cId="2879239333" sldId="515"/>
            <ac:spMk id="36" creationId="{441CF7D6-A660-431A-B0BB-140A0D5556B6}"/>
          </ac:spMkLst>
        </pc:spChg>
        <pc:spChg chg="add del">
          <ac:chgData name="동혁 임" userId="879f4c796d7a5333" providerId="LiveId" clId="{99A0B7FB-7ABD-43B7-B0BE-CF1927BF6B47}" dt="2020-07-02T08:42:50.100" v="73203" actId="26606"/>
          <ac:spMkLst>
            <pc:docMk/>
            <pc:sldMk cId="2879239333" sldId="515"/>
            <ac:spMk id="37" creationId="{0570A85B-3810-4F95-97B0-CBF4CCDB381C}"/>
          </ac:spMkLst>
        </pc:spChg>
        <pc:spChg chg="add del">
          <ac:chgData name="동혁 임" userId="879f4c796d7a5333" providerId="LiveId" clId="{99A0B7FB-7ABD-43B7-B0BE-CF1927BF6B47}" dt="2020-07-02T08:44:38.672" v="73441" actId="26606"/>
          <ac:spMkLst>
            <pc:docMk/>
            <pc:sldMk cId="2879239333" sldId="515"/>
            <ac:spMk id="39" creationId="{4E2ED6F9-63C3-4A8D-9BB4-1EA62533B672}"/>
          </ac:spMkLst>
        </pc:spChg>
        <pc:spChg chg="add del">
          <ac:chgData name="동혁 임" userId="879f4c796d7a5333" providerId="LiveId" clId="{99A0B7FB-7ABD-43B7-B0BE-CF1927BF6B47}" dt="2020-07-02T08:44:38.672" v="73441" actId="26606"/>
          <ac:spMkLst>
            <pc:docMk/>
            <pc:sldMk cId="2879239333" sldId="515"/>
            <ac:spMk id="40" creationId="{6D72081E-AD41-4FBB-B02B-698A68DBCA5E}"/>
          </ac:spMkLst>
        </pc:spChg>
        <pc:spChg chg="add del">
          <ac:chgData name="동혁 임" userId="879f4c796d7a5333" providerId="LiveId" clId="{99A0B7FB-7ABD-43B7-B0BE-CF1927BF6B47}" dt="2020-07-02T08:44:38.672" v="73441" actId="26606"/>
          <ac:spMkLst>
            <pc:docMk/>
            <pc:sldMk cId="2879239333" sldId="515"/>
            <ac:spMk id="41" creationId="{716248AD-805F-41BF-9B57-FC53E5B32F98}"/>
          </ac:spMkLst>
        </pc:spChg>
        <pc:spChg chg="add del">
          <ac:chgData name="동혁 임" userId="879f4c796d7a5333" providerId="LiveId" clId="{99A0B7FB-7ABD-43B7-B0BE-CF1927BF6B47}" dt="2020-07-02T08:44:38.672" v="73441" actId="26606"/>
          <ac:spMkLst>
            <pc:docMk/>
            <pc:sldMk cId="2879239333" sldId="515"/>
            <ac:spMk id="42" creationId="{1F82758F-B2B3-4F0A-BB90-4BFFEDD166D6}"/>
          </ac:spMkLst>
        </pc:spChg>
        <pc:spChg chg="add">
          <ac:chgData name="동혁 임" userId="879f4c796d7a5333" providerId="LiveId" clId="{99A0B7FB-7ABD-43B7-B0BE-CF1927BF6B47}" dt="2020-07-02T08:44:38.672" v="73441" actId="26606"/>
          <ac:spMkLst>
            <pc:docMk/>
            <pc:sldMk cId="2879239333" sldId="515"/>
            <ac:spMk id="47" creationId="{D1A4588A-55D5-49B8-BE41-54ACDCFF2C17}"/>
          </ac:spMkLst>
        </pc:spChg>
        <pc:spChg chg="add">
          <ac:chgData name="동혁 임" userId="879f4c796d7a5333" providerId="LiveId" clId="{99A0B7FB-7ABD-43B7-B0BE-CF1927BF6B47}" dt="2020-07-02T08:44:38.672" v="73441" actId="26606"/>
          <ac:spMkLst>
            <pc:docMk/>
            <pc:sldMk cId="2879239333" sldId="515"/>
            <ac:spMk id="49" creationId="{F97E7EA2-EDCD-47E9-81BC-415C606D1B58}"/>
          </ac:spMkLst>
        </pc:spChg>
        <pc:grpChg chg="add del">
          <ac:chgData name="동혁 임" userId="879f4c796d7a5333" providerId="LiveId" clId="{99A0B7FB-7ABD-43B7-B0BE-CF1927BF6B47}" dt="2020-07-02T08:42:21.258" v="73188" actId="26606"/>
          <ac:grpSpMkLst>
            <pc:docMk/>
            <pc:sldMk cId="2879239333" sldId="515"/>
            <ac:grpSpMk id="9" creationId="{93DB8501-F9F2-4ACD-B56A-9019CD5006D6}"/>
          </ac:grpSpMkLst>
        </pc:grpChg>
        <pc:picChg chg="add mod ord modCrop">
          <ac:chgData name="동혁 임" userId="879f4c796d7a5333" providerId="LiveId" clId="{99A0B7FB-7ABD-43B7-B0BE-CF1927BF6B47}" dt="2020-07-02T08:45:11.912" v="73593" actId="1076"/>
          <ac:picMkLst>
            <pc:docMk/>
            <pc:sldMk cId="2879239333" sldId="515"/>
            <ac:picMk id="6" creationId="{7E6184E8-BF0F-43BF-BB60-5C6578FBA0EA}"/>
          </ac:picMkLst>
        </pc:picChg>
        <pc:picChg chg="add del">
          <ac:chgData name="동혁 임" userId="879f4c796d7a5333" providerId="LiveId" clId="{99A0B7FB-7ABD-43B7-B0BE-CF1927BF6B47}" dt="2020-07-02T08:42:06.649" v="73178" actId="26606"/>
          <ac:picMkLst>
            <pc:docMk/>
            <pc:sldMk cId="2879239333" sldId="515"/>
            <ac:picMk id="13" creationId="{7A2CE8EB-F719-4F84-9E91-F538438CAC76}"/>
          </ac:picMkLst>
        </pc:picChg>
        <pc:cxnChg chg="add del">
          <ac:chgData name="동혁 임" userId="879f4c796d7a5333" providerId="LiveId" clId="{99A0B7FB-7ABD-43B7-B0BE-CF1927BF6B47}" dt="2020-07-02T08:42:27.825" v="73192" actId="26606"/>
          <ac:cxnSpMkLst>
            <pc:docMk/>
            <pc:sldMk cId="2879239333" sldId="515"/>
            <ac:cxnSpMk id="14" creationId="{E2FFB46B-05BC-4950-B18A-9593FDAE6ED7}"/>
          </ac:cxnSpMkLst>
        </pc:cxnChg>
      </pc:sldChg>
      <pc:sldChg chg="add del">
        <pc:chgData name="동혁 임" userId="879f4c796d7a5333" providerId="LiveId" clId="{99A0B7FB-7ABD-43B7-B0BE-CF1927BF6B47}" dt="2020-06-07T13:02:53.018" v="66205" actId="47"/>
        <pc:sldMkLst>
          <pc:docMk/>
          <pc:sldMk cId="3822702363" sldId="515"/>
        </pc:sldMkLst>
      </pc:sldChg>
      <pc:sldChg chg="addSp delSp modSp new mod setBg">
        <pc:chgData name="동혁 임" userId="879f4c796d7a5333" providerId="LiveId" clId="{99A0B7FB-7ABD-43B7-B0BE-CF1927BF6B47}" dt="2020-07-02T08:47:36.250" v="74017"/>
        <pc:sldMkLst>
          <pc:docMk/>
          <pc:sldMk cId="933971468" sldId="516"/>
        </pc:sldMkLst>
        <pc:spChg chg="mod ord">
          <ac:chgData name="동혁 임" userId="879f4c796d7a5333" providerId="LiveId" clId="{99A0B7FB-7ABD-43B7-B0BE-CF1927BF6B47}" dt="2020-07-02T08:46:59.542" v="73975" actId="2711"/>
          <ac:spMkLst>
            <pc:docMk/>
            <pc:sldMk cId="933971468" sldId="516"/>
            <ac:spMk id="2" creationId="{6DA04A80-B3A9-4930-B0D4-FA4C4EF89051}"/>
          </ac:spMkLst>
        </pc:spChg>
        <pc:spChg chg="del">
          <ac:chgData name="동혁 임" userId="879f4c796d7a5333" providerId="LiveId" clId="{99A0B7FB-7ABD-43B7-B0BE-CF1927BF6B47}" dt="2020-07-02T08:45:35.331" v="73599" actId="931"/>
          <ac:spMkLst>
            <pc:docMk/>
            <pc:sldMk cId="933971468" sldId="516"/>
            <ac:spMk id="3" creationId="{7D8CFA76-5E64-4BD3-8B2D-3A6E83C85B8B}"/>
          </ac:spMkLst>
        </pc:spChg>
        <pc:spChg chg="mod">
          <ac:chgData name="동혁 임" userId="879f4c796d7a5333" providerId="LiveId" clId="{99A0B7FB-7ABD-43B7-B0BE-CF1927BF6B47}" dt="2020-07-02T08:47:36.250" v="74017"/>
          <ac:spMkLst>
            <pc:docMk/>
            <pc:sldMk cId="933971468" sldId="516"/>
            <ac:spMk id="4" creationId="{B75D0885-FBA7-4103-957A-05A5CFD56D59}"/>
          </ac:spMkLst>
        </pc:spChg>
        <pc:spChg chg="add">
          <ac:chgData name="동혁 임" userId="879f4c796d7a5333" providerId="LiveId" clId="{99A0B7FB-7ABD-43B7-B0BE-CF1927BF6B47}" dt="2020-07-02T08:46:36.533" v="73918" actId="26606"/>
          <ac:spMkLst>
            <pc:docMk/>
            <pc:sldMk cId="933971468" sldId="516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8:46:36.533" v="73918" actId="26606"/>
          <ac:spMkLst>
            <pc:docMk/>
            <pc:sldMk cId="933971468" sldId="516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8:46:53.738" v="73974" actId="14826"/>
          <ac:picMkLst>
            <pc:docMk/>
            <pc:sldMk cId="933971468" sldId="516"/>
            <ac:picMk id="6" creationId="{926E00EA-C49C-407B-AC4E-445C50531CB6}"/>
          </ac:picMkLst>
        </pc:picChg>
      </pc:sldChg>
      <pc:sldChg chg="add del">
        <pc:chgData name="동혁 임" userId="879f4c796d7a5333" providerId="LiveId" clId="{99A0B7FB-7ABD-43B7-B0BE-CF1927BF6B47}" dt="2020-06-07T13:02:53.705" v="66206" actId="47"/>
        <pc:sldMkLst>
          <pc:docMk/>
          <pc:sldMk cId="1966007005" sldId="516"/>
        </pc:sldMkLst>
      </pc:sldChg>
      <pc:sldChg chg="add del">
        <pc:chgData name="동혁 임" userId="879f4c796d7a5333" providerId="LiveId" clId="{99A0B7FB-7ABD-43B7-B0BE-CF1927BF6B47}" dt="2020-06-07T13:02:54.346" v="66207" actId="47"/>
        <pc:sldMkLst>
          <pc:docMk/>
          <pc:sldMk cId="462563318" sldId="517"/>
        </pc:sldMkLst>
      </pc:sldChg>
      <pc:sldChg chg="addSp delSp modSp new mod setBg">
        <pc:chgData name="동혁 임" userId="879f4c796d7a5333" providerId="LiveId" clId="{99A0B7FB-7ABD-43B7-B0BE-CF1927BF6B47}" dt="2020-07-02T08:56:48.725" v="74993"/>
        <pc:sldMkLst>
          <pc:docMk/>
          <pc:sldMk cId="3904535281" sldId="517"/>
        </pc:sldMkLst>
        <pc:spChg chg="mod ord">
          <ac:chgData name="동혁 임" userId="879f4c796d7a5333" providerId="LiveId" clId="{99A0B7FB-7ABD-43B7-B0BE-CF1927BF6B47}" dt="2020-07-02T08:49:19.192" v="74516" actId="2711"/>
          <ac:spMkLst>
            <pc:docMk/>
            <pc:sldMk cId="3904535281" sldId="517"/>
            <ac:spMk id="2" creationId="{FF082D70-2C14-4065-80EF-C4E06C416283}"/>
          </ac:spMkLst>
        </pc:spChg>
        <pc:spChg chg="del">
          <ac:chgData name="동혁 임" userId="879f4c796d7a5333" providerId="LiveId" clId="{99A0B7FB-7ABD-43B7-B0BE-CF1927BF6B47}" dt="2020-07-02T08:47:21.052" v="73984" actId="931"/>
          <ac:spMkLst>
            <pc:docMk/>
            <pc:sldMk cId="3904535281" sldId="517"/>
            <ac:spMk id="3" creationId="{1F1C7496-0D97-4029-A3E5-ADD03FC14C9D}"/>
          </ac:spMkLst>
        </pc:spChg>
        <pc:spChg chg="mod">
          <ac:chgData name="동혁 임" userId="879f4c796d7a5333" providerId="LiveId" clId="{99A0B7FB-7ABD-43B7-B0BE-CF1927BF6B47}" dt="2020-07-02T08:56:48.725" v="74993"/>
          <ac:spMkLst>
            <pc:docMk/>
            <pc:sldMk cId="3904535281" sldId="517"/>
            <ac:spMk id="4" creationId="{C25D0682-4630-4892-A2AA-D17A923FF78C}"/>
          </ac:spMkLst>
        </pc:spChg>
        <pc:spChg chg="add">
          <ac:chgData name="동혁 임" userId="879f4c796d7a5333" providerId="LiveId" clId="{99A0B7FB-7ABD-43B7-B0BE-CF1927BF6B47}" dt="2020-07-02T08:49:11.383" v="74515" actId="26606"/>
          <ac:spMkLst>
            <pc:docMk/>
            <pc:sldMk cId="3904535281" sldId="517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8:49:11.383" v="74515" actId="26606"/>
          <ac:spMkLst>
            <pc:docMk/>
            <pc:sldMk cId="3904535281" sldId="517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8:49:37.345" v="74570" actId="18131"/>
          <ac:picMkLst>
            <pc:docMk/>
            <pc:sldMk cId="3904535281" sldId="517"/>
            <ac:picMk id="6" creationId="{B5DC3E94-F9C7-42BE-B318-A48FBA4744E7}"/>
          </ac:picMkLst>
        </pc:picChg>
      </pc:sldChg>
      <pc:sldChg chg="addSp delSp modSp new mod setBg">
        <pc:chgData name="동혁 임" userId="879f4c796d7a5333" providerId="LiveId" clId="{99A0B7FB-7ABD-43B7-B0BE-CF1927BF6B47}" dt="2020-07-02T08:57:10.805" v="75037"/>
        <pc:sldMkLst>
          <pc:docMk/>
          <pc:sldMk cId="1417089016" sldId="518"/>
        </pc:sldMkLst>
        <pc:spChg chg="mod ord">
          <ac:chgData name="동혁 임" userId="879f4c796d7a5333" providerId="LiveId" clId="{99A0B7FB-7ABD-43B7-B0BE-CF1927BF6B47}" dt="2020-07-02T08:54:08.670" v="74973" actId="2711"/>
          <ac:spMkLst>
            <pc:docMk/>
            <pc:sldMk cId="1417089016" sldId="518"/>
            <ac:spMk id="2" creationId="{BDD3462C-1061-457A-B2F0-861CC9444F2A}"/>
          </ac:spMkLst>
        </pc:spChg>
        <pc:spChg chg="del">
          <ac:chgData name="동혁 임" userId="879f4c796d7a5333" providerId="LiveId" clId="{99A0B7FB-7ABD-43B7-B0BE-CF1927BF6B47}" dt="2020-07-02T08:51:55.780" v="74576" actId="931"/>
          <ac:spMkLst>
            <pc:docMk/>
            <pc:sldMk cId="1417089016" sldId="518"/>
            <ac:spMk id="3" creationId="{646C4937-171C-45D9-B004-8E49E1F66788}"/>
          </ac:spMkLst>
        </pc:spChg>
        <pc:spChg chg="mod">
          <ac:chgData name="동혁 임" userId="879f4c796d7a5333" providerId="LiveId" clId="{99A0B7FB-7ABD-43B7-B0BE-CF1927BF6B47}" dt="2020-07-02T08:57:10.805" v="75037"/>
          <ac:spMkLst>
            <pc:docMk/>
            <pc:sldMk cId="1417089016" sldId="518"/>
            <ac:spMk id="4" creationId="{D1130688-1360-4B77-B73D-14212026E534}"/>
          </ac:spMkLst>
        </pc:spChg>
        <pc:spChg chg="add">
          <ac:chgData name="동혁 임" userId="879f4c796d7a5333" providerId="LiveId" clId="{99A0B7FB-7ABD-43B7-B0BE-CF1927BF6B47}" dt="2020-07-02T08:52:56.240" v="74870" actId="26606"/>
          <ac:spMkLst>
            <pc:docMk/>
            <pc:sldMk cId="1417089016" sldId="518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8:52:56.240" v="74870" actId="26606"/>
          <ac:spMkLst>
            <pc:docMk/>
            <pc:sldMk cId="1417089016" sldId="518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8:53:54.966" v="74972" actId="1076"/>
          <ac:picMkLst>
            <pc:docMk/>
            <pc:sldMk cId="1417089016" sldId="518"/>
            <ac:picMk id="6" creationId="{1C6F89D8-3808-4DF8-B87C-0C18A418C3F1}"/>
          </ac:picMkLst>
        </pc:picChg>
      </pc:sldChg>
      <pc:sldChg chg="add del">
        <pc:chgData name="동혁 임" userId="879f4c796d7a5333" providerId="LiveId" clId="{99A0B7FB-7ABD-43B7-B0BE-CF1927BF6B47}" dt="2020-06-07T13:02:54.975" v="66208" actId="47"/>
        <pc:sldMkLst>
          <pc:docMk/>
          <pc:sldMk cId="3840242569" sldId="518"/>
        </pc:sldMkLst>
      </pc:sldChg>
      <pc:sldChg chg="addSp delSp modSp new mod setBg">
        <pc:chgData name="동혁 임" userId="879f4c796d7a5333" providerId="LiveId" clId="{99A0B7FB-7ABD-43B7-B0BE-CF1927BF6B47}" dt="2020-07-02T09:00:09.258" v="75726" actId="5793"/>
        <pc:sldMkLst>
          <pc:docMk/>
          <pc:sldMk cId="311642851" sldId="519"/>
        </pc:sldMkLst>
        <pc:spChg chg="mod ord">
          <ac:chgData name="동혁 임" userId="879f4c796d7a5333" providerId="LiveId" clId="{99A0B7FB-7ABD-43B7-B0BE-CF1927BF6B47}" dt="2020-07-02T09:00:07.035" v="75724" actId="2711"/>
          <ac:spMkLst>
            <pc:docMk/>
            <pc:sldMk cId="311642851" sldId="519"/>
            <ac:spMk id="2" creationId="{56A2731D-A55A-4541-B919-A551602804BE}"/>
          </ac:spMkLst>
        </pc:spChg>
        <pc:spChg chg="del">
          <ac:chgData name="동혁 임" userId="879f4c796d7a5333" providerId="LiveId" clId="{99A0B7FB-7ABD-43B7-B0BE-CF1927BF6B47}" dt="2020-07-02T08:57:30.428" v="75040" actId="931"/>
          <ac:spMkLst>
            <pc:docMk/>
            <pc:sldMk cId="311642851" sldId="519"/>
            <ac:spMk id="3" creationId="{7A74AE62-13FA-4EF8-AE35-0237D2B633FD}"/>
          </ac:spMkLst>
        </pc:spChg>
        <pc:spChg chg="mod">
          <ac:chgData name="동혁 임" userId="879f4c796d7a5333" providerId="LiveId" clId="{99A0B7FB-7ABD-43B7-B0BE-CF1927BF6B47}" dt="2020-07-02T09:00:09.258" v="75726" actId="5793"/>
          <ac:spMkLst>
            <pc:docMk/>
            <pc:sldMk cId="311642851" sldId="519"/>
            <ac:spMk id="4" creationId="{46BCB094-3DDF-492D-A5B8-36ADCFEACCA9}"/>
          </ac:spMkLst>
        </pc:spChg>
        <pc:spChg chg="add">
          <ac:chgData name="동혁 임" userId="879f4c796d7a5333" providerId="LiveId" clId="{99A0B7FB-7ABD-43B7-B0BE-CF1927BF6B47}" dt="2020-07-02T08:59:18.532" v="75661" actId="26606"/>
          <ac:spMkLst>
            <pc:docMk/>
            <pc:sldMk cId="311642851" sldId="519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8:59:18.532" v="75661" actId="26606"/>
          <ac:spMkLst>
            <pc:docMk/>
            <pc:sldMk cId="311642851" sldId="519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8:59:30.646" v="75723" actId="18131"/>
          <ac:picMkLst>
            <pc:docMk/>
            <pc:sldMk cId="311642851" sldId="519"/>
            <ac:picMk id="6" creationId="{6B5174CA-A219-4399-A775-665C0DD73BC9}"/>
          </ac:picMkLst>
        </pc:picChg>
      </pc:sldChg>
      <pc:sldChg chg="add del">
        <pc:chgData name="동혁 임" userId="879f4c796d7a5333" providerId="LiveId" clId="{99A0B7FB-7ABD-43B7-B0BE-CF1927BF6B47}" dt="2020-06-07T13:02:55.627" v="66209" actId="47"/>
        <pc:sldMkLst>
          <pc:docMk/>
          <pc:sldMk cId="3105758554" sldId="519"/>
        </pc:sldMkLst>
      </pc:sldChg>
      <pc:sldChg chg="addSp delSp modSp new mod setBg">
        <pc:chgData name="동혁 임" userId="879f4c796d7a5333" providerId="LiveId" clId="{99A0B7FB-7ABD-43B7-B0BE-CF1927BF6B47}" dt="2020-07-02T09:02:01.069" v="76140" actId="5793"/>
        <pc:sldMkLst>
          <pc:docMk/>
          <pc:sldMk cId="135207842" sldId="520"/>
        </pc:sldMkLst>
        <pc:spChg chg="mod ord">
          <ac:chgData name="동혁 임" userId="879f4c796d7a5333" providerId="LiveId" clId="{99A0B7FB-7ABD-43B7-B0BE-CF1927BF6B47}" dt="2020-07-02T09:01:59.257" v="76138" actId="2711"/>
          <ac:spMkLst>
            <pc:docMk/>
            <pc:sldMk cId="135207842" sldId="520"/>
            <ac:spMk id="2" creationId="{4B88DFCD-D3AB-4BC7-AB7B-6039324CD7AD}"/>
          </ac:spMkLst>
        </pc:spChg>
        <pc:spChg chg="del">
          <ac:chgData name="동혁 임" userId="879f4c796d7a5333" providerId="LiveId" clId="{99A0B7FB-7ABD-43B7-B0BE-CF1927BF6B47}" dt="2020-07-02T09:00:28.260" v="75729" actId="931"/>
          <ac:spMkLst>
            <pc:docMk/>
            <pc:sldMk cId="135207842" sldId="520"/>
            <ac:spMk id="3" creationId="{6ED379CA-19CF-463A-B095-935D1F4FE6F4}"/>
          </ac:spMkLst>
        </pc:spChg>
        <pc:spChg chg="mod">
          <ac:chgData name="동혁 임" userId="879f4c796d7a5333" providerId="LiveId" clId="{99A0B7FB-7ABD-43B7-B0BE-CF1927BF6B47}" dt="2020-07-02T09:02:01.069" v="76140" actId="5793"/>
          <ac:spMkLst>
            <pc:docMk/>
            <pc:sldMk cId="135207842" sldId="520"/>
            <ac:spMk id="4" creationId="{BDE2B087-09E5-4CA3-AB54-CED01547E2EE}"/>
          </ac:spMkLst>
        </pc:spChg>
        <pc:spChg chg="add">
          <ac:chgData name="동혁 임" userId="879f4c796d7a5333" providerId="LiveId" clId="{99A0B7FB-7ABD-43B7-B0BE-CF1927BF6B47}" dt="2020-07-02T09:01:43.985" v="76086" actId="26606"/>
          <ac:spMkLst>
            <pc:docMk/>
            <pc:sldMk cId="135207842" sldId="520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9:01:43.985" v="76086" actId="26606"/>
          <ac:spMkLst>
            <pc:docMk/>
            <pc:sldMk cId="135207842" sldId="520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9:01:55.064" v="76137" actId="18131"/>
          <ac:picMkLst>
            <pc:docMk/>
            <pc:sldMk cId="135207842" sldId="520"/>
            <ac:picMk id="6" creationId="{A1851FD3-7DB4-47A1-8AA5-8D0717521CEC}"/>
          </ac:picMkLst>
        </pc:picChg>
      </pc:sldChg>
      <pc:sldChg chg="add del">
        <pc:chgData name="동혁 임" userId="879f4c796d7a5333" providerId="LiveId" clId="{99A0B7FB-7ABD-43B7-B0BE-CF1927BF6B47}" dt="2020-06-07T13:02:56.251" v="66210" actId="47"/>
        <pc:sldMkLst>
          <pc:docMk/>
          <pc:sldMk cId="1601125199" sldId="520"/>
        </pc:sldMkLst>
      </pc:sldChg>
      <pc:sldChg chg="addSp delSp modSp new mod setBg">
        <pc:chgData name="동혁 임" userId="879f4c796d7a5333" providerId="LiveId" clId="{99A0B7FB-7ABD-43B7-B0BE-CF1927BF6B47}" dt="2020-07-02T09:04:40.872" v="76880" actId="5793"/>
        <pc:sldMkLst>
          <pc:docMk/>
          <pc:sldMk cId="1326053018" sldId="521"/>
        </pc:sldMkLst>
        <pc:spChg chg="mod ord">
          <ac:chgData name="동혁 임" userId="879f4c796d7a5333" providerId="LiveId" clId="{99A0B7FB-7ABD-43B7-B0BE-CF1927BF6B47}" dt="2020-07-02T09:04:25.715" v="76790" actId="2711"/>
          <ac:spMkLst>
            <pc:docMk/>
            <pc:sldMk cId="1326053018" sldId="521"/>
            <ac:spMk id="2" creationId="{906EEF75-4143-4EE8-B889-2DE4AC01DDD0}"/>
          </ac:spMkLst>
        </pc:spChg>
        <pc:spChg chg="del">
          <ac:chgData name="동혁 임" userId="879f4c796d7a5333" providerId="LiveId" clId="{99A0B7FB-7ABD-43B7-B0BE-CF1927BF6B47}" dt="2020-07-02T09:02:12.601" v="76143" actId="931"/>
          <ac:spMkLst>
            <pc:docMk/>
            <pc:sldMk cId="1326053018" sldId="521"/>
            <ac:spMk id="3" creationId="{AAF18443-4FB8-45D8-BF12-1AE06B2E60EB}"/>
          </ac:spMkLst>
        </pc:spChg>
        <pc:spChg chg="mod">
          <ac:chgData name="동혁 임" userId="879f4c796d7a5333" providerId="LiveId" clId="{99A0B7FB-7ABD-43B7-B0BE-CF1927BF6B47}" dt="2020-07-02T09:04:40.872" v="76880" actId="5793"/>
          <ac:spMkLst>
            <pc:docMk/>
            <pc:sldMk cId="1326053018" sldId="521"/>
            <ac:spMk id="4" creationId="{176D7620-64D6-45BD-B15A-DF6C16A6936C}"/>
          </ac:spMkLst>
        </pc:spChg>
        <pc:spChg chg="add">
          <ac:chgData name="동혁 임" userId="879f4c796d7a5333" providerId="LiveId" clId="{99A0B7FB-7ABD-43B7-B0BE-CF1927BF6B47}" dt="2020-07-02T09:04:20.448" v="76789" actId="26606"/>
          <ac:spMkLst>
            <pc:docMk/>
            <pc:sldMk cId="1326053018" sldId="521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9:04:20.448" v="76789" actId="26606"/>
          <ac:spMkLst>
            <pc:docMk/>
            <pc:sldMk cId="1326053018" sldId="521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9:04:36.137" v="76877" actId="18131"/>
          <ac:picMkLst>
            <pc:docMk/>
            <pc:sldMk cId="1326053018" sldId="521"/>
            <ac:picMk id="6" creationId="{10530F8A-68D7-493F-9F83-D2F5D1733327}"/>
          </ac:picMkLst>
        </pc:picChg>
      </pc:sldChg>
      <pc:sldChg chg="add del">
        <pc:chgData name="동혁 임" userId="879f4c796d7a5333" providerId="LiveId" clId="{99A0B7FB-7ABD-43B7-B0BE-CF1927BF6B47}" dt="2020-06-07T13:02:57.401" v="66211" actId="47"/>
        <pc:sldMkLst>
          <pc:docMk/>
          <pc:sldMk cId="3743249817" sldId="521"/>
        </pc:sldMkLst>
      </pc:sldChg>
      <pc:sldChg chg="add del">
        <pc:chgData name="동혁 임" userId="879f4c796d7a5333" providerId="LiveId" clId="{99A0B7FB-7ABD-43B7-B0BE-CF1927BF6B47}" dt="2020-06-07T13:02:58.041" v="66212" actId="47"/>
        <pc:sldMkLst>
          <pc:docMk/>
          <pc:sldMk cId="661195758" sldId="522"/>
        </pc:sldMkLst>
      </pc:sldChg>
      <pc:sldChg chg="addSp delSp modSp new add del mod setBg">
        <pc:chgData name="동혁 임" userId="879f4c796d7a5333" providerId="LiveId" clId="{99A0B7FB-7ABD-43B7-B0BE-CF1927BF6B47}" dt="2020-07-02T09:12:02.048" v="77625" actId="5793"/>
        <pc:sldMkLst>
          <pc:docMk/>
          <pc:sldMk cId="2897411370" sldId="522"/>
        </pc:sldMkLst>
        <pc:spChg chg="mod">
          <ac:chgData name="동혁 임" userId="879f4c796d7a5333" providerId="LiveId" clId="{99A0B7FB-7ABD-43B7-B0BE-CF1927BF6B47}" dt="2020-07-02T09:12:00.532" v="77623" actId="2711"/>
          <ac:spMkLst>
            <pc:docMk/>
            <pc:sldMk cId="2897411370" sldId="522"/>
            <ac:spMk id="2" creationId="{49D70CB7-EA57-418E-BD80-B6E07F06FE49}"/>
          </ac:spMkLst>
        </pc:spChg>
        <pc:spChg chg="del">
          <ac:chgData name="동혁 임" userId="879f4c796d7a5333" providerId="LiveId" clId="{99A0B7FB-7ABD-43B7-B0BE-CF1927BF6B47}" dt="2020-07-02T09:05:05.382" v="76883" actId="931"/>
          <ac:spMkLst>
            <pc:docMk/>
            <pc:sldMk cId="2897411370" sldId="522"/>
            <ac:spMk id="3" creationId="{0A945FB2-6B1D-4745-8769-AE11583A1FFA}"/>
          </ac:spMkLst>
        </pc:spChg>
        <pc:spChg chg="mod ord">
          <ac:chgData name="동혁 임" userId="879f4c796d7a5333" providerId="LiveId" clId="{99A0B7FB-7ABD-43B7-B0BE-CF1927BF6B47}" dt="2020-07-02T09:12:02.048" v="77625" actId="5793"/>
          <ac:spMkLst>
            <pc:docMk/>
            <pc:sldMk cId="2897411370" sldId="522"/>
            <ac:spMk id="4" creationId="{C8C44215-FF5E-4754-A932-16897ABCFB7A}"/>
          </ac:spMkLst>
        </pc:spChg>
        <pc:spChg chg="add del mod">
          <ac:chgData name="동혁 임" userId="879f4c796d7a5333" providerId="LiveId" clId="{99A0B7FB-7ABD-43B7-B0BE-CF1927BF6B47}" dt="2020-07-02T09:09:18.085" v="77398" actId="931"/>
          <ac:spMkLst>
            <pc:docMk/>
            <pc:sldMk cId="2897411370" sldId="522"/>
            <ac:spMk id="8" creationId="{CF22A364-9070-4F41-BC2D-CE8622B6C7AF}"/>
          </ac:spMkLst>
        </pc:spChg>
        <pc:spChg chg="add del">
          <ac:chgData name="동혁 임" userId="879f4c796d7a5333" providerId="LiveId" clId="{99A0B7FB-7ABD-43B7-B0BE-CF1927BF6B47}" dt="2020-07-02T09:11:43.149" v="77615" actId="26606"/>
          <ac:spMkLst>
            <pc:docMk/>
            <pc:sldMk cId="2897411370" sldId="522"/>
            <ac:spMk id="15" creationId="{B082622D-AAF3-4897-8629-FC918530DD86}"/>
          </ac:spMkLst>
        </pc:spChg>
        <pc:spChg chg="add del">
          <ac:chgData name="동혁 임" userId="879f4c796d7a5333" providerId="LiveId" clId="{99A0B7FB-7ABD-43B7-B0BE-CF1927BF6B47}" dt="2020-07-02T09:11:43.149" v="77615" actId="26606"/>
          <ac:spMkLst>
            <pc:docMk/>
            <pc:sldMk cId="2897411370" sldId="522"/>
            <ac:spMk id="17" creationId="{A7457DD9-5A45-400A-AB4B-4B4EDECA25F1}"/>
          </ac:spMkLst>
        </pc:spChg>
        <pc:spChg chg="add del">
          <ac:chgData name="동혁 임" userId="879f4c796d7a5333" providerId="LiveId" clId="{99A0B7FB-7ABD-43B7-B0BE-CF1927BF6B47}" dt="2020-07-02T09:11:43.149" v="77615" actId="26606"/>
          <ac:spMkLst>
            <pc:docMk/>
            <pc:sldMk cId="2897411370" sldId="522"/>
            <ac:spMk id="19" creationId="{441CF7D6-A660-431A-B0BB-140A0D5556B6}"/>
          </ac:spMkLst>
        </pc:spChg>
        <pc:spChg chg="add del">
          <ac:chgData name="동혁 임" userId="879f4c796d7a5333" providerId="LiveId" clId="{99A0B7FB-7ABD-43B7-B0BE-CF1927BF6B47}" dt="2020-07-02T09:11:43.149" v="77615" actId="26606"/>
          <ac:spMkLst>
            <pc:docMk/>
            <pc:sldMk cId="2897411370" sldId="522"/>
            <ac:spMk id="21" creationId="{0570A85B-3810-4F95-97B0-CBF4CCDB381C}"/>
          </ac:spMkLst>
        </pc:spChg>
        <pc:spChg chg="add del">
          <ac:chgData name="동혁 임" userId="879f4c796d7a5333" providerId="LiveId" clId="{99A0B7FB-7ABD-43B7-B0BE-CF1927BF6B47}" dt="2020-07-02T09:11:45.859" v="77617" actId="26606"/>
          <ac:spMkLst>
            <pc:docMk/>
            <pc:sldMk cId="2897411370" sldId="522"/>
            <ac:spMk id="23" creationId="{84ECDE7A-6944-466D-8FFE-149A29BA6BAE}"/>
          </ac:spMkLst>
        </pc:spChg>
        <pc:spChg chg="add del">
          <ac:chgData name="동혁 임" userId="879f4c796d7a5333" providerId="LiveId" clId="{99A0B7FB-7ABD-43B7-B0BE-CF1927BF6B47}" dt="2020-07-02T09:11:45.859" v="77617" actId="26606"/>
          <ac:spMkLst>
            <pc:docMk/>
            <pc:sldMk cId="2897411370" sldId="522"/>
            <ac:spMk id="24" creationId="{B3420082-9415-44EC-802E-C77D71D59C57}"/>
          </ac:spMkLst>
        </pc:spChg>
        <pc:spChg chg="add del">
          <ac:chgData name="동혁 임" userId="879f4c796d7a5333" providerId="LiveId" clId="{99A0B7FB-7ABD-43B7-B0BE-CF1927BF6B47}" dt="2020-07-02T09:11:45.859" v="77617" actId="26606"/>
          <ac:spMkLst>
            <pc:docMk/>
            <pc:sldMk cId="2897411370" sldId="522"/>
            <ac:spMk id="25" creationId="{55A52C45-1FCB-4636-A80F-2849B8226C01}"/>
          </ac:spMkLst>
        </pc:spChg>
        <pc:spChg chg="add del">
          <ac:chgData name="동혁 임" userId="879f4c796d7a5333" providerId="LiveId" clId="{99A0B7FB-7ABD-43B7-B0BE-CF1927BF6B47}" dt="2020-07-02T09:11:45.859" v="77617" actId="26606"/>
          <ac:spMkLst>
            <pc:docMk/>
            <pc:sldMk cId="2897411370" sldId="522"/>
            <ac:spMk id="26" creationId="{768EB4DD-3704-43AD-92B3-C4E0C6EA92CB}"/>
          </ac:spMkLst>
        </pc:spChg>
        <pc:spChg chg="add del">
          <ac:chgData name="동혁 임" userId="879f4c796d7a5333" providerId="LiveId" clId="{99A0B7FB-7ABD-43B7-B0BE-CF1927BF6B47}" dt="2020-07-02T09:11:46.670" v="77619" actId="26606"/>
          <ac:spMkLst>
            <pc:docMk/>
            <pc:sldMk cId="2897411370" sldId="522"/>
            <ac:spMk id="28" creationId="{4E2ED6F9-63C3-4A8D-9BB4-1EA62533B672}"/>
          </ac:spMkLst>
        </pc:spChg>
        <pc:spChg chg="add del">
          <ac:chgData name="동혁 임" userId="879f4c796d7a5333" providerId="LiveId" clId="{99A0B7FB-7ABD-43B7-B0BE-CF1927BF6B47}" dt="2020-07-02T09:11:46.670" v="77619" actId="26606"/>
          <ac:spMkLst>
            <pc:docMk/>
            <pc:sldMk cId="2897411370" sldId="522"/>
            <ac:spMk id="29" creationId="{6D72081E-AD41-4FBB-B02B-698A68DBCA5E}"/>
          </ac:spMkLst>
        </pc:spChg>
        <pc:spChg chg="add del">
          <ac:chgData name="동혁 임" userId="879f4c796d7a5333" providerId="LiveId" clId="{99A0B7FB-7ABD-43B7-B0BE-CF1927BF6B47}" dt="2020-07-02T09:11:46.670" v="77619" actId="26606"/>
          <ac:spMkLst>
            <pc:docMk/>
            <pc:sldMk cId="2897411370" sldId="522"/>
            <ac:spMk id="30" creationId="{716248AD-805F-41BF-9B57-FC53E5B32F98}"/>
          </ac:spMkLst>
        </pc:spChg>
        <pc:spChg chg="add del">
          <ac:chgData name="동혁 임" userId="879f4c796d7a5333" providerId="LiveId" clId="{99A0B7FB-7ABD-43B7-B0BE-CF1927BF6B47}" dt="2020-07-02T09:11:46.670" v="77619" actId="26606"/>
          <ac:spMkLst>
            <pc:docMk/>
            <pc:sldMk cId="2897411370" sldId="522"/>
            <ac:spMk id="31" creationId="{1F82758F-B2B3-4F0A-BB90-4BFFEDD166D6}"/>
          </ac:spMkLst>
        </pc:spChg>
        <pc:spChg chg="add del">
          <ac:chgData name="동혁 임" userId="879f4c796d7a5333" providerId="LiveId" clId="{99A0B7FB-7ABD-43B7-B0BE-CF1927BF6B47}" dt="2020-07-02T09:11:50.997" v="77621" actId="26606"/>
          <ac:spMkLst>
            <pc:docMk/>
            <pc:sldMk cId="2897411370" sldId="522"/>
            <ac:spMk id="33" creationId="{1ECAB1E8-8195-4748-BE71-FF806D86892E}"/>
          </ac:spMkLst>
        </pc:spChg>
        <pc:spChg chg="add del">
          <ac:chgData name="동혁 임" userId="879f4c796d7a5333" providerId="LiveId" clId="{99A0B7FB-7ABD-43B7-B0BE-CF1927BF6B47}" dt="2020-07-02T09:11:50.997" v="77621" actId="26606"/>
          <ac:spMkLst>
            <pc:docMk/>
            <pc:sldMk cId="2897411370" sldId="522"/>
            <ac:spMk id="34" creationId="{57F6BDD4-E066-4008-8011-6CC31AEB4556}"/>
          </ac:spMkLst>
        </pc:spChg>
        <pc:spChg chg="add del">
          <ac:chgData name="동혁 임" userId="879f4c796d7a5333" providerId="LiveId" clId="{99A0B7FB-7ABD-43B7-B0BE-CF1927BF6B47}" dt="2020-07-02T09:11:50.997" v="77621" actId="26606"/>
          <ac:spMkLst>
            <pc:docMk/>
            <pc:sldMk cId="2897411370" sldId="522"/>
            <ac:spMk id="35" creationId="{2711A8FB-68FC-45FC-B01E-38F809E2D439}"/>
          </ac:spMkLst>
        </pc:spChg>
        <pc:spChg chg="add del">
          <ac:chgData name="동혁 임" userId="879f4c796d7a5333" providerId="LiveId" clId="{99A0B7FB-7ABD-43B7-B0BE-CF1927BF6B47}" dt="2020-07-02T09:11:50.997" v="77621" actId="26606"/>
          <ac:spMkLst>
            <pc:docMk/>
            <pc:sldMk cId="2897411370" sldId="522"/>
            <ac:spMk id="36" creationId="{2A865FE3-5FC9-4049-87CF-30019C46C0F5}"/>
          </ac:spMkLst>
        </pc:spChg>
        <pc:spChg chg="add">
          <ac:chgData name="동혁 임" userId="879f4c796d7a5333" providerId="LiveId" clId="{99A0B7FB-7ABD-43B7-B0BE-CF1927BF6B47}" dt="2020-07-02T09:11:51.002" v="77622" actId="26606"/>
          <ac:spMkLst>
            <pc:docMk/>
            <pc:sldMk cId="2897411370" sldId="522"/>
            <ac:spMk id="38" creationId="{D1A4588A-55D5-49B8-BE41-54ACDCFF2C17}"/>
          </ac:spMkLst>
        </pc:spChg>
        <pc:spChg chg="add">
          <ac:chgData name="동혁 임" userId="879f4c796d7a5333" providerId="LiveId" clId="{99A0B7FB-7ABD-43B7-B0BE-CF1927BF6B47}" dt="2020-07-02T09:11:51.002" v="77622" actId="26606"/>
          <ac:spMkLst>
            <pc:docMk/>
            <pc:sldMk cId="2897411370" sldId="522"/>
            <ac:spMk id="39" creationId="{F97E7EA2-EDCD-47E9-81BC-415C606D1B58}"/>
          </ac:spMkLst>
        </pc:spChg>
        <pc:picChg chg="add del mod">
          <ac:chgData name="동혁 임" userId="879f4c796d7a5333" providerId="LiveId" clId="{99A0B7FB-7ABD-43B7-B0BE-CF1927BF6B47}" dt="2020-07-02T09:09:14.883" v="77397" actId="478"/>
          <ac:picMkLst>
            <pc:docMk/>
            <pc:sldMk cId="2897411370" sldId="522"/>
            <ac:picMk id="6" creationId="{23625C61-08BF-4B35-A38A-4AE3F8BCEFA2}"/>
          </ac:picMkLst>
        </pc:picChg>
        <pc:picChg chg="add mod ord">
          <ac:chgData name="동혁 임" userId="879f4c796d7a5333" providerId="LiveId" clId="{99A0B7FB-7ABD-43B7-B0BE-CF1927BF6B47}" dt="2020-07-02T09:11:51.002" v="77622" actId="26606"/>
          <ac:picMkLst>
            <pc:docMk/>
            <pc:sldMk cId="2897411370" sldId="522"/>
            <ac:picMk id="10" creationId="{D21326FD-FB38-408E-B82D-E8EE95A92F72}"/>
          </ac:picMkLst>
        </pc:picChg>
      </pc:sldChg>
      <pc:sldChg chg="addSp delSp modSp new mod setBg">
        <pc:chgData name="동혁 임" userId="879f4c796d7a5333" providerId="LiveId" clId="{99A0B7FB-7ABD-43B7-B0BE-CF1927BF6B47}" dt="2020-07-02T09:12:09.720" v="77629" actId="5793"/>
        <pc:sldMkLst>
          <pc:docMk/>
          <pc:sldMk cId="1018271145" sldId="523"/>
        </pc:sldMkLst>
        <pc:spChg chg="mod ord">
          <ac:chgData name="동혁 임" userId="879f4c796d7a5333" providerId="LiveId" clId="{99A0B7FB-7ABD-43B7-B0BE-CF1927BF6B47}" dt="2020-07-02T09:12:08.085" v="77627" actId="2711"/>
          <ac:spMkLst>
            <pc:docMk/>
            <pc:sldMk cId="1018271145" sldId="523"/>
            <ac:spMk id="2" creationId="{1252C428-51FF-4077-AA29-064A2BDC9029}"/>
          </ac:spMkLst>
        </pc:spChg>
        <pc:spChg chg="del">
          <ac:chgData name="동혁 임" userId="879f4c796d7a5333" providerId="LiveId" clId="{99A0B7FB-7ABD-43B7-B0BE-CF1927BF6B47}" dt="2020-07-02T09:09:51.552" v="77406" actId="931"/>
          <ac:spMkLst>
            <pc:docMk/>
            <pc:sldMk cId="1018271145" sldId="523"/>
            <ac:spMk id="3" creationId="{3CEDD6B7-A239-41F1-9E9A-6242E7BA5D54}"/>
          </ac:spMkLst>
        </pc:spChg>
        <pc:spChg chg="mod">
          <ac:chgData name="동혁 임" userId="879f4c796d7a5333" providerId="LiveId" clId="{99A0B7FB-7ABD-43B7-B0BE-CF1927BF6B47}" dt="2020-07-02T09:12:09.720" v="77629" actId="5793"/>
          <ac:spMkLst>
            <pc:docMk/>
            <pc:sldMk cId="1018271145" sldId="523"/>
            <ac:spMk id="4" creationId="{EAA26578-E00D-44C8-A9E5-8C6A4E52C55D}"/>
          </ac:spMkLst>
        </pc:spChg>
        <pc:spChg chg="add del">
          <ac:chgData name="동혁 임" userId="879f4c796d7a5333" providerId="LiveId" clId="{99A0B7FB-7ABD-43B7-B0BE-CF1927BF6B47}" dt="2020-07-02T09:12:04.315" v="77626" actId="26606"/>
          <ac:spMkLst>
            <pc:docMk/>
            <pc:sldMk cId="1018271145" sldId="523"/>
            <ac:spMk id="11" creationId="{84ECDE7A-6944-466D-8FFE-149A29BA6BAE}"/>
          </ac:spMkLst>
        </pc:spChg>
        <pc:spChg chg="add del">
          <ac:chgData name="동혁 임" userId="879f4c796d7a5333" providerId="LiveId" clId="{99A0B7FB-7ABD-43B7-B0BE-CF1927BF6B47}" dt="2020-07-02T09:12:04.315" v="77626" actId="26606"/>
          <ac:spMkLst>
            <pc:docMk/>
            <pc:sldMk cId="1018271145" sldId="523"/>
            <ac:spMk id="13" creationId="{B3420082-9415-44EC-802E-C77D71D59C57}"/>
          </ac:spMkLst>
        </pc:spChg>
        <pc:spChg chg="add del">
          <ac:chgData name="동혁 임" userId="879f4c796d7a5333" providerId="LiveId" clId="{99A0B7FB-7ABD-43B7-B0BE-CF1927BF6B47}" dt="2020-07-02T09:12:04.315" v="77626" actId="26606"/>
          <ac:spMkLst>
            <pc:docMk/>
            <pc:sldMk cId="1018271145" sldId="523"/>
            <ac:spMk id="15" creationId="{55A52C45-1FCB-4636-A80F-2849B8226C01}"/>
          </ac:spMkLst>
        </pc:spChg>
        <pc:spChg chg="add del">
          <ac:chgData name="동혁 임" userId="879f4c796d7a5333" providerId="LiveId" clId="{99A0B7FB-7ABD-43B7-B0BE-CF1927BF6B47}" dt="2020-07-02T09:12:04.315" v="77626" actId="26606"/>
          <ac:spMkLst>
            <pc:docMk/>
            <pc:sldMk cId="1018271145" sldId="523"/>
            <ac:spMk id="17" creationId="{768EB4DD-3704-43AD-92B3-C4E0C6EA92CB}"/>
          </ac:spMkLst>
        </pc:spChg>
        <pc:spChg chg="add">
          <ac:chgData name="동혁 임" userId="879f4c796d7a5333" providerId="LiveId" clId="{99A0B7FB-7ABD-43B7-B0BE-CF1927BF6B47}" dt="2020-07-02T09:12:04.315" v="77626" actId="26606"/>
          <ac:spMkLst>
            <pc:docMk/>
            <pc:sldMk cId="1018271145" sldId="523"/>
            <ac:spMk id="22" creationId="{D1A4588A-55D5-49B8-BE41-54ACDCFF2C17}"/>
          </ac:spMkLst>
        </pc:spChg>
        <pc:spChg chg="add">
          <ac:chgData name="동혁 임" userId="879f4c796d7a5333" providerId="LiveId" clId="{99A0B7FB-7ABD-43B7-B0BE-CF1927BF6B47}" dt="2020-07-02T09:12:04.315" v="77626" actId="26606"/>
          <ac:spMkLst>
            <pc:docMk/>
            <pc:sldMk cId="1018271145" sldId="523"/>
            <ac:spMk id="24" creationId="{F97E7EA2-EDCD-47E9-81BC-415C606D1B58}"/>
          </ac:spMkLst>
        </pc:spChg>
        <pc:picChg chg="add mod">
          <ac:chgData name="동혁 임" userId="879f4c796d7a5333" providerId="LiveId" clId="{99A0B7FB-7ABD-43B7-B0BE-CF1927BF6B47}" dt="2020-07-02T09:12:04.315" v="77626" actId="26606"/>
          <ac:picMkLst>
            <pc:docMk/>
            <pc:sldMk cId="1018271145" sldId="523"/>
            <ac:picMk id="6" creationId="{E4BB1965-3FBC-44D6-8F57-6DA6EB3615A5}"/>
          </ac:picMkLst>
        </pc:picChg>
        <pc:picChg chg="add del mod">
          <ac:chgData name="동혁 임" userId="879f4c796d7a5333" providerId="LiveId" clId="{99A0B7FB-7ABD-43B7-B0BE-CF1927BF6B47}" dt="2020-07-02T09:10:52.674" v="77576" actId="931"/>
          <ac:picMkLst>
            <pc:docMk/>
            <pc:sldMk cId="1018271145" sldId="523"/>
            <ac:picMk id="8" creationId="{4B7A2D55-41F6-44F7-9F46-EEF1A4D4C765}"/>
          </ac:picMkLst>
        </pc:picChg>
      </pc:sldChg>
      <pc:sldChg chg="add del">
        <pc:chgData name="동혁 임" userId="879f4c796d7a5333" providerId="LiveId" clId="{99A0B7FB-7ABD-43B7-B0BE-CF1927BF6B47}" dt="2020-06-07T13:02:58.671" v="66213" actId="47"/>
        <pc:sldMkLst>
          <pc:docMk/>
          <pc:sldMk cId="2718866352" sldId="523"/>
        </pc:sldMkLst>
      </pc:sldChg>
      <pc:sldChg chg="addSp delSp add del setBg delDesignElem">
        <pc:chgData name="동혁 임" userId="879f4c796d7a5333" providerId="LiveId" clId="{99A0B7FB-7ABD-43B7-B0BE-CF1927BF6B47}" dt="2020-07-02T09:07:51.113" v="77317"/>
        <pc:sldMkLst>
          <pc:docMk/>
          <pc:sldMk cId="2826060285" sldId="523"/>
        </pc:sldMkLst>
        <pc:spChg chg="add del">
          <ac:chgData name="동혁 임" userId="879f4c796d7a5333" providerId="LiveId" clId="{99A0B7FB-7ABD-43B7-B0BE-CF1927BF6B47}" dt="2020-07-02T09:07:51.113" v="77317"/>
          <ac:spMkLst>
            <pc:docMk/>
            <pc:sldMk cId="2826060285" sldId="523"/>
            <ac:spMk id="11" creationId="{D1A4588A-55D5-49B8-BE41-54ACDCFF2C17}"/>
          </ac:spMkLst>
        </pc:spChg>
        <pc:spChg chg="add del">
          <ac:chgData name="동혁 임" userId="879f4c796d7a5333" providerId="LiveId" clId="{99A0B7FB-7ABD-43B7-B0BE-CF1927BF6B47}" dt="2020-07-02T09:07:51.113" v="77317"/>
          <ac:spMkLst>
            <pc:docMk/>
            <pc:sldMk cId="2826060285" sldId="523"/>
            <ac:spMk id="13" creationId="{F97E7EA2-EDCD-47E9-81BC-415C606D1B58}"/>
          </ac:spMkLst>
        </pc:spChg>
      </pc:sldChg>
      <pc:sldChg chg="addSp delSp modSp new del mod">
        <pc:chgData name="동혁 임" userId="879f4c796d7a5333" providerId="LiveId" clId="{99A0B7FB-7ABD-43B7-B0BE-CF1927BF6B47}" dt="2020-07-02T09:09:11.033" v="77396" actId="47"/>
        <pc:sldMkLst>
          <pc:docMk/>
          <pc:sldMk cId="3656911512" sldId="523"/>
        </pc:sldMkLst>
        <pc:spChg chg="mod">
          <ac:chgData name="동혁 임" userId="879f4c796d7a5333" providerId="LiveId" clId="{99A0B7FB-7ABD-43B7-B0BE-CF1927BF6B47}" dt="2020-07-02T09:08:35.444" v="77327"/>
          <ac:spMkLst>
            <pc:docMk/>
            <pc:sldMk cId="3656911512" sldId="523"/>
            <ac:spMk id="2" creationId="{2ED3A5E1-9466-4968-B80B-0C3F149A88D2}"/>
          </ac:spMkLst>
        </pc:spChg>
        <pc:spChg chg="del">
          <ac:chgData name="동혁 임" userId="879f4c796d7a5333" providerId="LiveId" clId="{99A0B7FB-7ABD-43B7-B0BE-CF1927BF6B47}" dt="2020-07-02T09:08:42.455" v="77328" actId="931"/>
          <ac:spMkLst>
            <pc:docMk/>
            <pc:sldMk cId="3656911512" sldId="523"/>
            <ac:spMk id="3" creationId="{AE185753-DFB3-43D8-AD1A-1FD40BBD9F0A}"/>
          </ac:spMkLst>
        </pc:spChg>
        <pc:spChg chg="mod">
          <ac:chgData name="동혁 임" userId="879f4c796d7a5333" providerId="LiveId" clId="{99A0B7FB-7ABD-43B7-B0BE-CF1927BF6B47}" dt="2020-07-02T09:08:54.564" v="77395" actId="20577"/>
          <ac:spMkLst>
            <pc:docMk/>
            <pc:sldMk cId="3656911512" sldId="523"/>
            <ac:spMk id="4" creationId="{D79A37A5-99E3-412F-A235-E31AC7A1D889}"/>
          </ac:spMkLst>
        </pc:spChg>
        <pc:picChg chg="add mod">
          <ac:chgData name="동혁 임" userId="879f4c796d7a5333" providerId="LiveId" clId="{99A0B7FB-7ABD-43B7-B0BE-CF1927BF6B47}" dt="2020-07-02T09:08:45.551" v="77330" actId="962"/>
          <ac:picMkLst>
            <pc:docMk/>
            <pc:sldMk cId="3656911512" sldId="523"/>
            <ac:picMk id="6" creationId="{7D89D5C5-0781-4CAA-98BE-82FE28DA17E0}"/>
          </ac:picMkLst>
        </pc:picChg>
      </pc:sldChg>
      <pc:sldChg chg="add del">
        <pc:chgData name="동혁 임" userId="879f4c796d7a5333" providerId="LiveId" clId="{99A0B7FB-7ABD-43B7-B0BE-CF1927BF6B47}" dt="2020-06-07T13:02:59.307" v="66214" actId="47"/>
        <pc:sldMkLst>
          <pc:docMk/>
          <pc:sldMk cId="1127089804" sldId="524"/>
        </pc:sldMkLst>
      </pc:sldChg>
      <pc:sldChg chg="addSp delSp modSp new mod setBg">
        <pc:chgData name="동혁 임" userId="879f4c796d7a5333" providerId="LiveId" clId="{99A0B7FB-7ABD-43B7-B0BE-CF1927BF6B47}" dt="2020-07-02T09:13:39.415" v="77982" actId="18131"/>
        <pc:sldMkLst>
          <pc:docMk/>
          <pc:sldMk cId="4208539687" sldId="524"/>
        </pc:sldMkLst>
        <pc:spChg chg="mod ord">
          <ac:chgData name="동혁 임" userId="879f4c796d7a5333" providerId="LiveId" clId="{99A0B7FB-7ABD-43B7-B0BE-CF1927BF6B47}" dt="2020-07-02T09:13:09.663" v="77891" actId="2711"/>
          <ac:spMkLst>
            <pc:docMk/>
            <pc:sldMk cId="4208539687" sldId="524"/>
            <ac:spMk id="2" creationId="{381B2267-4F38-45A5-A8B5-DC6457664E1E}"/>
          </ac:spMkLst>
        </pc:spChg>
        <pc:spChg chg="del">
          <ac:chgData name="동혁 임" userId="879f4c796d7a5333" providerId="LiveId" clId="{99A0B7FB-7ABD-43B7-B0BE-CF1927BF6B47}" dt="2020-07-02T09:12:17.072" v="77632" actId="931"/>
          <ac:spMkLst>
            <pc:docMk/>
            <pc:sldMk cId="4208539687" sldId="524"/>
            <ac:spMk id="3" creationId="{3DE2D1E7-67AB-421F-A762-D6D3A34C8A91}"/>
          </ac:spMkLst>
        </pc:spChg>
        <pc:spChg chg="mod">
          <ac:chgData name="동혁 임" userId="879f4c796d7a5333" providerId="LiveId" clId="{99A0B7FB-7ABD-43B7-B0BE-CF1927BF6B47}" dt="2020-07-02T09:13:12.490" v="77893" actId="20577"/>
          <ac:spMkLst>
            <pc:docMk/>
            <pc:sldMk cId="4208539687" sldId="524"/>
            <ac:spMk id="4" creationId="{600F26C9-57C4-4431-9DEB-70A48389B35A}"/>
          </ac:spMkLst>
        </pc:spChg>
        <pc:spChg chg="add">
          <ac:chgData name="동혁 임" userId="879f4c796d7a5333" providerId="LiveId" clId="{99A0B7FB-7ABD-43B7-B0BE-CF1927BF6B47}" dt="2020-07-02T09:12:57.350" v="77880" actId="26606"/>
          <ac:spMkLst>
            <pc:docMk/>
            <pc:sldMk cId="4208539687" sldId="524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9:12:57.350" v="77880" actId="26606"/>
          <ac:spMkLst>
            <pc:docMk/>
            <pc:sldMk cId="4208539687" sldId="524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9:13:39.415" v="77982" actId="18131"/>
          <ac:picMkLst>
            <pc:docMk/>
            <pc:sldMk cId="4208539687" sldId="524"/>
            <ac:picMk id="6" creationId="{E6249855-A88B-42A2-BE7E-21DBC04080B3}"/>
          </ac:picMkLst>
        </pc:picChg>
      </pc:sldChg>
      <pc:sldChg chg="add del">
        <pc:chgData name="동혁 임" userId="879f4c796d7a5333" providerId="LiveId" clId="{99A0B7FB-7ABD-43B7-B0BE-CF1927BF6B47}" dt="2020-06-07T13:02:59.922" v="66215" actId="47"/>
        <pc:sldMkLst>
          <pc:docMk/>
          <pc:sldMk cId="416022967" sldId="525"/>
        </pc:sldMkLst>
      </pc:sldChg>
      <pc:sldChg chg="addSp delSp modSp new mod setBg">
        <pc:chgData name="동혁 임" userId="879f4c796d7a5333" providerId="LiveId" clId="{99A0B7FB-7ABD-43B7-B0BE-CF1927BF6B47}" dt="2020-07-02T09:16:38.579" v="78363" actId="5793"/>
        <pc:sldMkLst>
          <pc:docMk/>
          <pc:sldMk cId="4176882223" sldId="525"/>
        </pc:sldMkLst>
        <pc:spChg chg="mod ord">
          <ac:chgData name="동혁 임" userId="879f4c796d7a5333" providerId="LiveId" clId="{99A0B7FB-7ABD-43B7-B0BE-CF1927BF6B47}" dt="2020-07-02T09:16:36.933" v="78361" actId="2711"/>
          <ac:spMkLst>
            <pc:docMk/>
            <pc:sldMk cId="4176882223" sldId="525"/>
            <ac:spMk id="2" creationId="{260257D4-5D6B-4A40-85DC-952078318F3E}"/>
          </ac:spMkLst>
        </pc:spChg>
        <pc:spChg chg="del">
          <ac:chgData name="동혁 임" userId="879f4c796d7a5333" providerId="LiveId" clId="{99A0B7FB-7ABD-43B7-B0BE-CF1927BF6B47}" dt="2020-07-02T09:15:05.425" v="77985" actId="931"/>
          <ac:spMkLst>
            <pc:docMk/>
            <pc:sldMk cId="4176882223" sldId="525"/>
            <ac:spMk id="3" creationId="{26B7D15C-1B9A-46E4-A0DF-44CF47C99A83}"/>
          </ac:spMkLst>
        </pc:spChg>
        <pc:spChg chg="mod">
          <ac:chgData name="동혁 임" userId="879f4c796d7a5333" providerId="LiveId" clId="{99A0B7FB-7ABD-43B7-B0BE-CF1927BF6B47}" dt="2020-07-02T09:16:38.579" v="78363" actId="5793"/>
          <ac:spMkLst>
            <pc:docMk/>
            <pc:sldMk cId="4176882223" sldId="525"/>
            <ac:spMk id="4" creationId="{0558769E-7B1F-4969-A5E0-B9B8B491074D}"/>
          </ac:spMkLst>
        </pc:spChg>
        <pc:spChg chg="add">
          <ac:chgData name="동혁 임" userId="879f4c796d7a5333" providerId="LiveId" clId="{99A0B7FB-7ABD-43B7-B0BE-CF1927BF6B47}" dt="2020-07-02T09:16:21.777" v="78325" actId="26606"/>
          <ac:spMkLst>
            <pc:docMk/>
            <pc:sldMk cId="4176882223" sldId="525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9:16:21.777" v="78325" actId="26606"/>
          <ac:spMkLst>
            <pc:docMk/>
            <pc:sldMk cId="4176882223" sldId="525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9:16:31.958" v="78360" actId="18131"/>
          <ac:picMkLst>
            <pc:docMk/>
            <pc:sldMk cId="4176882223" sldId="525"/>
            <ac:picMk id="6" creationId="{CB1465C3-BB85-4A40-A3DD-3BEE41353E8B}"/>
          </ac:picMkLst>
        </pc:picChg>
      </pc:sldChg>
      <pc:sldChg chg="add del">
        <pc:chgData name="동혁 임" userId="879f4c796d7a5333" providerId="LiveId" clId="{99A0B7FB-7ABD-43B7-B0BE-CF1927BF6B47}" dt="2020-06-07T13:03:00.502" v="66216" actId="47"/>
        <pc:sldMkLst>
          <pc:docMk/>
          <pc:sldMk cId="391566854" sldId="526"/>
        </pc:sldMkLst>
      </pc:sldChg>
      <pc:sldChg chg="addSp delSp modSp new mod setBg">
        <pc:chgData name="동혁 임" userId="879f4c796d7a5333" providerId="LiveId" clId="{99A0B7FB-7ABD-43B7-B0BE-CF1927BF6B47}" dt="2020-07-02T09:18:35.406" v="78904" actId="5793"/>
        <pc:sldMkLst>
          <pc:docMk/>
          <pc:sldMk cId="2579938584" sldId="526"/>
        </pc:sldMkLst>
        <pc:spChg chg="mod ord">
          <ac:chgData name="동혁 임" userId="879f4c796d7a5333" providerId="LiveId" clId="{99A0B7FB-7ABD-43B7-B0BE-CF1927BF6B47}" dt="2020-07-02T09:18:32.914" v="78901" actId="2711"/>
          <ac:spMkLst>
            <pc:docMk/>
            <pc:sldMk cId="2579938584" sldId="526"/>
            <ac:spMk id="2" creationId="{DED21433-FC37-42A0-B5FD-5943616F5F53}"/>
          </ac:spMkLst>
        </pc:spChg>
        <pc:spChg chg="add del">
          <ac:chgData name="동혁 임" userId="879f4c796d7a5333" providerId="LiveId" clId="{99A0B7FB-7ABD-43B7-B0BE-CF1927BF6B47}" dt="2020-07-02T09:16:49.812" v="78370" actId="931"/>
          <ac:spMkLst>
            <pc:docMk/>
            <pc:sldMk cId="2579938584" sldId="526"/>
            <ac:spMk id="3" creationId="{2A356AC3-DB9B-488F-BCE0-0019A93DED37}"/>
          </ac:spMkLst>
        </pc:spChg>
        <pc:spChg chg="mod">
          <ac:chgData name="동혁 임" userId="879f4c796d7a5333" providerId="LiveId" clId="{99A0B7FB-7ABD-43B7-B0BE-CF1927BF6B47}" dt="2020-07-02T09:18:35.406" v="78904" actId="5793"/>
          <ac:spMkLst>
            <pc:docMk/>
            <pc:sldMk cId="2579938584" sldId="526"/>
            <ac:spMk id="4" creationId="{E96CDFFB-E0A4-4D76-85E1-4C434E3B132E}"/>
          </ac:spMkLst>
        </pc:spChg>
        <pc:spChg chg="add">
          <ac:chgData name="동혁 임" userId="879f4c796d7a5333" providerId="LiveId" clId="{99A0B7FB-7ABD-43B7-B0BE-CF1927BF6B47}" dt="2020-07-02T09:18:18.421" v="78865" actId="26606"/>
          <ac:spMkLst>
            <pc:docMk/>
            <pc:sldMk cId="2579938584" sldId="526"/>
            <ac:spMk id="13" creationId="{D1A4588A-55D5-49B8-BE41-54ACDCFF2C17}"/>
          </ac:spMkLst>
        </pc:spChg>
        <pc:spChg chg="add">
          <ac:chgData name="동혁 임" userId="879f4c796d7a5333" providerId="LiveId" clId="{99A0B7FB-7ABD-43B7-B0BE-CF1927BF6B47}" dt="2020-07-02T09:18:18.421" v="78865" actId="26606"/>
          <ac:spMkLst>
            <pc:docMk/>
            <pc:sldMk cId="2579938584" sldId="526"/>
            <ac:spMk id="15" creationId="{F97E7EA2-EDCD-47E9-81BC-415C606D1B58}"/>
          </ac:spMkLst>
        </pc:spChg>
        <pc:picChg chg="add del mod">
          <ac:chgData name="동혁 임" userId="879f4c796d7a5333" providerId="LiveId" clId="{99A0B7FB-7ABD-43B7-B0BE-CF1927BF6B47}" dt="2020-07-02T09:16:48.155" v="78369" actId="931"/>
          <ac:picMkLst>
            <pc:docMk/>
            <pc:sldMk cId="2579938584" sldId="526"/>
            <ac:picMk id="6" creationId="{222B9577-217C-4B21-AAA3-ACD7B5D326A9}"/>
          </ac:picMkLst>
        </pc:picChg>
        <pc:picChg chg="add mod modCrop">
          <ac:chgData name="동혁 임" userId="879f4c796d7a5333" providerId="LiveId" clId="{99A0B7FB-7ABD-43B7-B0BE-CF1927BF6B47}" dt="2020-07-02T09:18:25.673" v="78900" actId="18131"/>
          <ac:picMkLst>
            <pc:docMk/>
            <pc:sldMk cId="2579938584" sldId="526"/>
            <ac:picMk id="8" creationId="{B659017C-DB25-467B-B3A8-E582E7640D43}"/>
          </ac:picMkLst>
        </pc:picChg>
      </pc:sldChg>
      <pc:sldChg chg="add del">
        <pc:chgData name="동혁 임" userId="879f4c796d7a5333" providerId="LiveId" clId="{99A0B7FB-7ABD-43B7-B0BE-CF1927BF6B47}" dt="2020-06-07T13:03:01.068" v="66217" actId="47"/>
        <pc:sldMkLst>
          <pc:docMk/>
          <pc:sldMk cId="161119633" sldId="527"/>
        </pc:sldMkLst>
      </pc:sldChg>
      <pc:sldChg chg="addSp delSp modSp new mod setBg">
        <pc:chgData name="동혁 임" userId="879f4c796d7a5333" providerId="LiveId" clId="{99A0B7FB-7ABD-43B7-B0BE-CF1927BF6B47}" dt="2020-07-02T09:19:52.447" v="79228" actId="5793"/>
        <pc:sldMkLst>
          <pc:docMk/>
          <pc:sldMk cId="2441762770" sldId="527"/>
        </pc:sldMkLst>
        <pc:spChg chg="mod ord">
          <ac:chgData name="동혁 임" userId="879f4c796d7a5333" providerId="LiveId" clId="{99A0B7FB-7ABD-43B7-B0BE-CF1927BF6B47}" dt="2020-07-02T09:19:51.129" v="79226" actId="2711"/>
          <ac:spMkLst>
            <pc:docMk/>
            <pc:sldMk cId="2441762770" sldId="527"/>
            <ac:spMk id="2" creationId="{26ACED6D-5516-4FF2-9476-0AECCCA42DB6}"/>
          </ac:spMkLst>
        </pc:spChg>
        <pc:spChg chg="del">
          <ac:chgData name="동혁 임" userId="879f4c796d7a5333" providerId="LiveId" clId="{99A0B7FB-7ABD-43B7-B0BE-CF1927BF6B47}" dt="2020-07-02T09:18:48.579" v="78907" actId="931"/>
          <ac:spMkLst>
            <pc:docMk/>
            <pc:sldMk cId="2441762770" sldId="527"/>
            <ac:spMk id="3" creationId="{0671C850-1F83-4147-AAD3-0A4A0255AF61}"/>
          </ac:spMkLst>
        </pc:spChg>
        <pc:spChg chg="mod">
          <ac:chgData name="동혁 임" userId="879f4c796d7a5333" providerId="LiveId" clId="{99A0B7FB-7ABD-43B7-B0BE-CF1927BF6B47}" dt="2020-07-02T09:19:52.447" v="79228" actId="5793"/>
          <ac:spMkLst>
            <pc:docMk/>
            <pc:sldMk cId="2441762770" sldId="527"/>
            <ac:spMk id="4" creationId="{23D47B38-F06D-4BB5-B6E6-53A8C7570B57}"/>
          </ac:spMkLst>
        </pc:spChg>
        <pc:spChg chg="add">
          <ac:chgData name="동혁 임" userId="879f4c796d7a5333" providerId="LiveId" clId="{99A0B7FB-7ABD-43B7-B0BE-CF1927BF6B47}" dt="2020-07-02T09:19:46.953" v="79225" actId="26606"/>
          <ac:spMkLst>
            <pc:docMk/>
            <pc:sldMk cId="2441762770" sldId="527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9:19:46.953" v="79225" actId="26606"/>
          <ac:spMkLst>
            <pc:docMk/>
            <pc:sldMk cId="2441762770" sldId="527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7-02T09:19:46.953" v="79225" actId="26606"/>
          <ac:picMkLst>
            <pc:docMk/>
            <pc:sldMk cId="2441762770" sldId="527"/>
            <ac:picMk id="6" creationId="{E2D8BD17-88C0-40E7-8E4D-2EF3447084F4}"/>
          </ac:picMkLst>
        </pc:picChg>
      </pc:sldChg>
      <pc:sldChg chg="add del">
        <pc:chgData name="동혁 임" userId="879f4c796d7a5333" providerId="LiveId" clId="{99A0B7FB-7ABD-43B7-B0BE-CF1927BF6B47}" dt="2020-06-07T13:03:01.620" v="66218" actId="47"/>
        <pc:sldMkLst>
          <pc:docMk/>
          <pc:sldMk cId="2107347152" sldId="528"/>
        </pc:sldMkLst>
      </pc:sldChg>
      <pc:sldChg chg="addSp delSp modSp new mod setBg">
        <pc:chgData name="동혁 임" userId="879f4c796d7a5333" providerId="LiveId" clId="{99A0B7FB-7ABD-43B7-B0BE-CF1927BF6B47}" dt="2020-07-02T09:21:23.501" v="79673" actId="5793"/>
        <pc:sldMkLst>
          <pc:docMk/>
          <pc:sldMk cId="4236337493" sldId="528"/>
        </pc:sldMkLst>
        <pc:spChg chg="mod ord">
          <ac:chgData name="동혁 임" userId="879f4c796d7a5333" providerId="LiveId" clId="{99A0B7FB-7ABD-43B7-B0BE-CF1927BF6B47}" dt="2020-07-02T09:21:21.901" v="79671" actId="2711"/>
          <ac:spMkLst>
            <pc:docMk/>
            <pc:sldMk cId="4236337493" sldId="528"/>
            <ac:spMk id="2" creationId="{47E9ED38-8F0B-4F12-858A-CED4E64C48E4}"/>
          </ac:spMkLst>
        </pc:spChg>
        <pc:spChg chg="del">
          <ac:chgData name="동혁 임" userId="879f4c796d7a5333" providerId="LiveId" clId="{99A0B7FB-7ABD-43B7-B0BE-CF1927BF6B47}" dt="2020-07-02T09:19:58.309" v="79230" actId="931"/>
          <ac:spMkLst>
            <pc:docMk/>
            <pc:sldMk cId="4236337493" sldId="528"/>
            <ac:spMk id="3" creationId="{D997765D-BA54-4962-9891-73B18308D071}"/>
          </ac:spMkLst>
        </pc:spChg>
        <pc:spChg chg="mod">
          <ac:chgData name="동혁 임" userId="879f4c796d7a5333" providerId="LiveId" clId="{99A0B7FB-7ABD-43B7-B0BE-CF1927BF6B47}" dt="2020-07-02T09:21:23.501" v="79673" actId="5793"/>
          <ac:spMkLst>
            <pc:docMk/>
            <pc:sldMk cId="4236337493" sldId="528"/>
            <ac:spMk id="4" creationId="{1C93A236-1003-4E07-A052-C76CDA8CFDCF}"/>
          </ac:spMkLst>
        </pc:spChg>
        <pc:spChg chg="add">
          <ac:chgData name="동혁 임" userId="879f4c796d7a5333" providerId="LiveId" clId="{99A0B7FB-7ABD-43B7-B0BE-CF1927BF6B47}" dt="2020-07-02T09:21:10.177" v="79620" actId="26606"/>
          <ac:spMkLst>
            <pc:docMk/>
            <pc:sldMk cId="4236337493" sldId="528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9:21:10.177" v="79620" actId="26606"/>
          <ac:spMkLst>
            <pc:docMk/>
            <pc:sldMk cId="4236337493" sldId="528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9:21:17.871" v="79670" actId="18131"/>
          <ac:picMkLst>
            <pc:docMk/>
            <pc:sldMk cId="4236337493" sldId="528"/>
            <ac:picMk id="6" creationId="{DECD61C4-C5E4-4188-9F67-BBAC72111C25}"/>
          </ac:picMkLst>
        </pc:picChg>
      </pc:sldChg>
      <pc:sldChg chg="add del">
        <pc:chgData name="동혁 임" userId="879f4c796d7a5333" providerId="LiveId" clId="{99A0B7FB-7ABD-43B7-B0BE-CF1927BF6B47}" dt="2020-06-07T13:03:02.219" v="66219" actId="47"/>
        <pc:sldMkLst>
          <pc:docMk/>
          <pc:sldMk cId="2838374843" sldId="529"/>
        </pc:sldMkLst>
      </pc:sldChg>
      <pc:sldChg chg="addSp delSp modSp new mod setBg">
        <pc:chgData name="동혁 임" userId="879f4c796d7a5333" providerId="LiveId" clId="{99A0B7FB-7ABD-43B7-B0BE-CF1927BF6B47}" dt="2020-07-02T09:23:12.333" v="80124" actId="5793"/>
        <pc:sldMkLst>
          <pc:docMk/>
          <pc:sldMk cId="4103885821" sldId="529"/>
        </pc:sldMkLst>
        <pc:spChg chg="mod ord">
          <ac:chgData name="동혁 임" userId="879f4c796d7a5333" providerId="LiveId" clId="{99A0B7FB-7ABD-43B7-B0BE-CF1927BF6B47}" dt="2020-07-02T09:23:11.088" v="80122" actId="2711"/>
          <ac:spMkLst>
            <pc:docMk/>
            <pc:sldMk cId="4103885821" sldId="529"/>
            <ac:spMk id="2" creationId="{3B04B415-07F4-4568-8844-25E17F22F502}"/>
          </ac:spMkLst>
        </pc:spChg>
        <pc:spChg chg="del">
          <ac:chgData name="동혁 임" userId="879f4c796d7a5333" providerId="LiveId" clId="{99A0B7FB-7ABD-43B7-B0BE-CF1927BF6B47}" dt="2020-07-02T09:21:31.662" v="79676" actId="931"/>
          <ac:spMkLst>
            <pc:docMk/>
            <pc:sldMk cId="4103885821" sldId="529"/>
            <ac:spMk id="3" creationId="{E24F4876-BB55-4A35-B667-F1B46851966F}"/>
          </ac:spMkLst>
        </pc:spChg>
        <pc:spChg chg="mod">
          <ac:chgData name="동혁 임" userId="879f4c796d7a5333" providerId="LiveId" clId="{99A0B7FB-7ABD-43B7-B0BE-CF1927BF6B47}" dt="2020-07-02T09:23:12.333" v="80124" actId="5793"/>
          <ac:spMkLst>
            <pc:docMk/>
            <pc:sldMk cId="4103885821" sldId="529"/>
            <ac:spMk id="4" creationId="{0D2F9A59-1627-494B-AF7B-4A83EDE24E0F}"/>
          </ac:spMkLst>
        </pc:spChg>
        <pc:spChg chg="add">
          <ac:chgData name="동혁 임" userId="879f4c796d7a5333" providerId="LiveId" clId="{99A0B7FB-7ABD-43B7-B0BE-CF1927BF6B47}" dt="2020-07-02T09:22:54.069" v="80072" actId="26606"/>
          <ac:spMkLst>
            <pc:docMk/>
            <pc:sldMk cId="4103885821" sldId="529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9:22:54.069" v="80072" actId="26606"/>
          <ac:spMkLst>
            <pc:docMk/>
            <pc:sldMk cId="4103885821" sldId="529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09:23:03.883" v="80121" actId="18131"/>
          <ac:picMkLst>
            <pc:docMk/>
            <pc:sldMk cId="4103885821" sldId="529"/>
            <ac:picMk id="6" creationId="{8C62E9AF-E628-4F61-970E-5004E2F71D5A}"/>
          </ac:picMkLst>
        </pc:picChg>
      </pc:sldChg>
      <pc:sldChg chg="addSp delSp modSp new mod setBg">
        <pc:chgData name="동혁 임" userId="879f4c796d7a5333" providerId="LiveId" clId="{99A0B7FB-7ABD-43B7-B0BE-CF1927BF6B47}" dt="2020-07-02T09:24:07.623" v="80381" actId="20577"/>
        <pc:sldMkLst>
          <pc:docMk/>
          <pc:sldMk cId="1492623594" sldId="530"/>
        </pc:sldMkLst>
        <pc:spChg chg="mod ord">
          <ac:chgData name="동혁 임" userId="879f4c796d7a5333" providerId="LiveId" clId="{99A0B7FB-7ABD-43B7-B0BE-CF1927BF6B47}" dt="2020-07-02T09:24:04.212" v="80377" actId="2711"/>
          <ac:spMkLst>
            <pc:docMk/>
            <pc:sldMk cId="1492623594" sldId="530"/>
            <ac:spMk id="2" creationId="{7B443BAD-77C6-467F-BA44-AA50A8BD20C9}"/>
          </ac:spMkLst>
        </pc:spChg>
        <pc:spChg chg="del">
          <ac:chgData name="동혁 임" userId="879f4c796d7a5333" providerId="LiveId" clId="{99A0B7FB-7ABD-43B7-B0BE-CF1927BF6B47}" dt="2020-07-02T09:23:18.867" v="80127" actId="931"/>
          <ac:spMkLst>
            <pc:docMk/>
            <pc:sldMk cId="1492623594" sldId="530"/>
            <ac:spMk id="3" creationId="{6D984F6A-D564-4EF4-A121-024003C97824}"/>
          </ac:spMkLst>
        </pc:spChg>
        <pc:spChg chg="mod">
          <ac:chgData name="동혁 임" userId="879f4c796d7a5333" providerId="LiveId" clId="{99A0B7FB-7ABD-43B7-B0BE-CF1927BF6B47}" dt="2020-07-02T09:24:07.623" v="80381" actId="20577"/>
          <ac:spMkLst>
            <pc:docMk/>
            <pc:sldMk cId="1492623594" sldId="530"/>
            <ac:spMk id="4" creationId="{68DB55DD-9118-4C3A-BE7B-D3683D13BE89}"/>
          </ac:spMkLst>
        </pc:spChg>
        <pc:spChg chg="add">
          <ac:chgData name="동혁 임" userId="879f4c796d7a5333" providerId="LiveId" clId="{99A0B7FB-7ABD-43B7-B0BE-CF1927BF6B47}" dt="2020-07-02T09:23:59.295" v="80376" actId="26606"/>
          <ac:spMkLst>
            <pc:docMk/>
            <pc:sldMk cId="1492623594" sldId="530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9:23:59.295" v="80376" actId="26606"/>
          <ac:spMkLst>
            <pc:docMk/>
            <pc:sldMk cId="1492623594" sldId="530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7-02T09:23:59.295" v="80376" actId="26606"/>
          <ac:picMkLst>
            <pc:docMk/>
            <pc:sldMk cId="1492623594" sldId="530"/>
            <ac:picMk id="6" creationId="{AFB2B268-D220-4ABE-A39F-5D7B444E2B9B}"/>
          </ac:picMkLst>
        </pc:picChg>
      </pc:sldChg>
      <pc:sldChg chg="add del">
        <pc:chgData name="동혁 임" userId="879f4c796d7a5333" providerId="LiveId" clId="{99A0B7FB-7ABD-43B7-B0BE-CF1927BF6B47}" dt="2020-06-07T13:03:02.839" v="66220" actId="47"/>
        <pc:sldMkLst>
          <pc:docMk/>
          <pc:sldMk cId="2827871251" sldId="530"/>
        </pc:sldMkLst>
      </pc:sldChg>
      <pc:sldChg chg="add del">
        <pc:chgData name="동혁 임" userId="879f4c796d7a5333" providerId="LiveId" clId="{99A0B7FB-7ABD-43B7-B0BE-CF1927BF6B47}" dt="2020-06-07T13:03:03.416" v="66221" actId="47"/>
        <pc:sldMkLst>
          <pc:docMk/>
          <pc:sldMk cId="2565520129" sldId="531"/>
        </pc:sldMkLst>
      </pc:sldChg>
      <pc:sldChg chg="addSp delSp modSp new mod setBg">
        <pc:chgData name="동혁 임" userId="879f4c796d7a5333" providerId="LiveId" clId="{99A0B7FB-7ABD-43B7-B0BE-CF1927BF6B47}" dt="2020-07-02T09:25:34.976" v="80669" actId="5793"/>
        <pc:sldMkLst>
          <pc:docMk/>
          <pc:sldMk cId="2841943924" sldId="531"/>
        </pc:sldMkLst>
        <pc:spChg chg="mod ord">
          <ac:chgData name="동혁 임" userId="879f4c796d7a5333" providerId="LiveId" clId="{99A0B7FB-7ABD-43B7-B0BE-CF1927BF6B47}" dt="2020-07-02T09:25:33.652" v="80667" actId="2711"/>
          <ac:spMkLst>
            <pc:docMk/>
            <pc:sldMk cId="2841943924" sldId="531"/>
            <ac:spMk id="2" creationId="{7308E975-E490-47E8-B725-1962F4071CB4}"/>
          </ac:spMkLst>
        </pc:spChg>
        <pc:spChg chg="del">
          <ac:chgData name="동혁 임" userId="879f4c796d7a5333" providerId="LiveId" clId="{99A0B7FB-7ABD-43B7-B0BE-CF1927BF6B47}" dt="2020-07-02T09:24:17.743" v="80384" actId="931"/>
          <ac:spMkLst>
            <pc:docMk/>
            <pc:sldMk cId="2841943924" sldId="531"/>
            <ac:spMk id="3" creationId="{53B5D754-80E8-4DF6-94C8-9FAB48586F7F}"/>
          </ac:spMkLst>
        </pc:spChg>
        <pc:spChg chg="mod">
          <ac:chgData name="동혁 임" userId="879f4c796d7a5333" providerId="LiveId" clId="{99A0B7FB-7ABD-43B7-B0BE-CF1927BF6B47}" dt="2020-07-02T09:25:34.976" v="80669" actId="5793"/>
          <ac:spMkLst>
            <pc:docMk/>
            <pc:sldMk cId="2841943924" sldId="531"/>
            <ac:spMk id="4" creationId="{693EA86E-8F5C-4595-BCB3-E4314255DA4F}"/>
          </ac:spMkLst>
        </pc:spChg>
        <pc:spChg chg="add">
          <ac:chgData name="동혁 임" userId="879f4c796d7a5333" providerId="LiveId" clId="{99A0B7FB-7ABD-43B7-B0BE-CF1927BF6B47}" dt="2020-07-02T09:25:12.061" v="80626" actId="26606"/>
          <ac:spMkLst>
            <pc:docMk/>
            <pc:sldMk cId="2841943924" sldId="531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09:25:12.061" v="80626" actId="26606"/>
          <ac:spMkLst>
            <pc:docMk/>
            <pc:sldMk cId="2841943924" sldId="531"/>
            <ac:spMk id="13" creationId="{F97E7EA2-EDCD-47E9-81BC-415C606D1B58}"/>
          </ac:spMkLst>
        </pc:spChg>
        <pc:picChg chg="add mod">
          <ac:chgData name="동혁 임" userId="879f4c796d7a5333" providerId="LiveId" clId="{99A0B7FB-7ABD-43B7-B0BE-CF1927BF6B47}" dt="2020-07-02T09:25:12.061" v="80626" actId="26606"/>
          <ac:picMkLst>
            <pc:docMk/>
            <pc:sldMk cId="2841943924" sldId="531"/>
            <ac:picMk id="6" creationId="{198B0B14-C28B-4B7B-B76A-2EC1FCFA251D}"/>
          </ac:picMkLst>
        </pc:picChg>
      </pc:sldChg>
      <pc:sldChg chg="add del">
        <pc:chgData name="동혁 임" userId="879f4c796d7a5333" providerId="LiveId" clId="{99A0B7FB-7ABD-43B7-B0BE-CF1927BF6B47}" dt="2020-06-07T13:03:03.996" v="66222" actId="47"/>
        <pc:sldMkLst>
          <pc:docMk/>
          <pc:sldMk cId="441462252" sldId="532"/>
        </pc:sldMkLst>
      </pc:sldChg>
      <pc:sldChg chg="addSp delSp modSp new mod setBg">
        <pc:chgData name="동혁 임" userId="879f4c796d7a5333" providerId="LiveId" clId="{99A0B7FB-7ABD-43B7-B0BE-CF1927BF6B47}" dt="2020-07-02T09:27:21.835" v="80893" actId="5793"/>
        <pc:sldMkLst>
          <pc:docMk/>
          <pc:sldMk cId="604651818" sldId="532"/>
        </pc:sldMkLst>
        <pc:spChg chg="mod ord">
          <ac:chgData name="동혁 임" userId="879f4c796d7a5333" providerId="LiveId" clId="{99A0B7FB-7ABD-43B7-B0BE-CF1927BF6B47}" dt="2020-07-02T09:27:19.945" v="80891" actId="2711"/>
          <ac:spMkLst>
            <pc:docMk/>
            <pc:sldMk cId="604651818" sldId="532"/>
            <ac:spMk id="2" creationId="{2BA605B0-0F36-48EB-A2BB-671084AAD1AD}"/>
          </ac:spMkLst>
        </pc:spChg>
        <pc:spChg chg="del">
          <ac:chgData name="동혁 임" userId="879f4c796d7a5333" providerId="LiveId" clId="{99A0B7FB-7ABD-43B7-B0BE-CF1927BF6B47}" dt="2020-07-02T09:25:49.076" v="80673" actId="931"/>
          <ac:spMkLst>
            <pc:docMk/>
            <pc:sldMk cId="604651818" sldId="532"/>
            <ac:spMk id="3" creationId="{CE92614B-1F8F-4622-B3F4-C00565EFCD73}"/>
          </ac:spMkLst>
        </pc:spChg>
        <pc:spChg chg="mod">
          <ac:chgData name="동혁 임" userId="879f4c796d7a5333" providerId="LiveId" clId="{99A0B7FB-7ABD-43B7-B0BE-CF1927BF6B47}" dt="2020-07-02T09:27:21.835" v="80893" actId="5793"/>
          <ac:spMkLst>
            <pc:docMk/>
            <pc:sldMk cId="604651818" sldId="532"/>
            <ac:spMk id="4" creationId="{300BB536-C412-4DE4-8D1B-C212863A0217}"/>
          </ac:spMkLst>
        </pc:spChg>
        <pc:spChg chg="add del">
          <ac:chgData name="동혁 임" userId="879f4c796d7a5333" providerId="LiveId" clId="{99A0B7FB-7ABD-43B7-B0BE-CF1927BF6B47}" dt="2020-07-02T09:26:56.239" v="80883" actId="26606"/>
          <ac:spMkLst>
            <pc:docMk/>
            <pc:sldMk cId="604651818" sldId="532"/>
            <ac:spMk id="11" creationId="{20CD4925-BCD0-484B-9998-3F26FC42F3E7}"/>
          </ac:spMkLst>
        </pc:spChg>
        <pc:spChg chg="add">
          <ac:chgData name="동혁 임" userId="879f4c796d7a5333" providerId="LiveId" clId="{99A0B7FB-7ABD-43B7-B0BE-CF1927BF6B47}" dt="2020-07-02T09:26:56.239" v="80883" actId="26606"/>
          <ac:spMkLst>
            <pc:docMk/>
            <pc:sldMk cId="604651818" sldId="532"/>
            <ac:spMk id="16" creationId="{D1A4588A-55D5-49B8-BE41-54ACDCFF2C17}"/>
          </ac:spMkLst>
        </pc:spChg>
        <pc:spChg chg="add">
          <ac:chgData name="동혁 임" userId="879f4c796d7a5333" providerId="LiveId" clId="{99A0B7FB-7ABD-43B7-B0BE-CF1927BF6B47}" dt="2020-07-02T09:26:56.239" v="80883" actId="26606"/>
          <ac:spMkLst>
            <pc:docMk/>
            <pc:sldMk cId="604651818" sldId="532"/>
            <ac:spMk id="18" creationId="{F97E7EA2-EDCD-47E9-81BC-415C606D1B58}"/>
          </ac:spMkLst>
        </pc:spChg>
        <pc:picChg chg="add mod">
          <ac:chgData name="동혁 임" userId="879f4c796d7a5333" providerId="LiveId" clId="{99A0B7FB-7ABD-43B7-B0BE-CF1927BF6B47}" dt="2020-07-02T09:27:14.670" v="80890" actId="1076"/>
          <ac:picMkLst>
            <pc:docMk/>
            <pc:sldMk cId="604651818" sldId="532"/>
            <ac:picMk id="6" creationId="{AE0D7E6F-BD5A-42AC-9561-B47C6B391BC9}"/>
          </ac:picMkLst>
        </pc:picChg>
      </pc:sldChg>
      <pc:sldChg chg="addSp delSp modSp new mod setBg">
        <pc:chgData name="동혁 임" userId="879f4c796d7a5333" providerId="LiveId" clId="{99A0B7FB-7ABD-43B7-B0BE-CF1927BF6B47}" dt="2020-07-02T10:16:32.284" v="82659" actId="20577"/>
        <pc:sldMkLst>
          <pc:docMk/>
          <pc:sldMk cId="490891974" sldId="533"/>
        </pc:sldMkLst>
        <pc:spChg chg="mod ord">
          <ac:chgData name="동혁 임" userId="879f4c796d7a5333" providerId="LiveId" clId="{99A0B7FB-7ABD-43B7-B0BE-CF1927BF6B47}" dt="2020-07-02T10:06:30.008" v="81861" actId="14100"/>
          <ac:spMkLst>
            <pc:docMk/>
            <pc:sldMk cId="490891974" sldId="533"/>
            <ac:spMk id="2" creationId="{BD47FDA3-D561-4B1D-A203-8924B1F88ECC}"/>
          </ac:spMkLst>
        </pc:spChg>
        <pc:spChg chg="del">
          <ac:chgData name="동혁 임" userId="879f4c796d7a5333" providerId="LiveId" clId="{99A0B7FB-7ABD-43B7-B0BE-CF1927BF6B47}" dt="2020-07-02T10:01:09.781" v="80896" actId="931"/>
          <ac:spMkLst>
            <pc:docMk/>
            <pc:sldMk cId="490891974" sldId="533"/>
            <ac:spMk id="3" creationId="{DE04E420-B977-4119-82AF-B6F8620F40AD}"/>
          </ac:spMkLst>
        </pc:spChg>
        <pc:spChg chg="mod ord">
          <ac:chgData name="동혁 임" userId="879f4c796d7a5333" providerId="LiveId" clId="{99A0B7FB-7ABD-43B7-B0BE-CF1927BF6B47}" dt="2020-07-02T10:16:32.284" v="82659" actId="20577"/>
          <ac:spMkLst>
            <pc:docMk/>
            <pc:sldMk cId="490891974" sldId="533"/>
            <ac:spMk id="4" creationId="{E33B3F73-743B-4DF0-8959-E87759FAA297}"/>
          </ac:spMkLst>
        </pc:spChg>
        <pc:spChg chg="add del">
          <ac:chgData name="동혁 임" userId="879f4c796d7a5333" providerId="LiveId" clId="{99A0B7FB-7ABD-43B7-B0BE-CF1927BF6B47}" dt="2020-07-02T10:02:39.476" v="81196" actId="26606"/>
          <ac:spMkLst>
            <pc:docMk/>
            <pc:sldMk cId="490891974" sldId="533"/>
            <ac:spMk id="15" creationId="{5BA49487-3FDB-4FB7-9D50-2B4F9454DA91}"/>
          </ac:spMkLst>
        </pc:spChg>
        <pc:spChg chg="add del">
          <ac:chgData name="동혁 임" userId="879f4c796d7a5333" providerId="LiveId" clId="{99A0B7FB-7ABD-43B7-B0BE-CF1927BF6B47}" dt="2020-07-02T10:02:39.476" v="81196" actId="26606"/>
          <ac:spMkLst>
            <pc:docMk/>
            <pc:sldMk cId="490891974" sldId="533"/>
            <ac:spMk id="17" creationId="{1C938212-FA12-4FF1-87C8-ACDE99D06F69}"/>
          </ac:spMkLst>
        </pc:spChg>
        <pc:spChg chg="add del">
          <ac:chgData name="동혁 임" userId="879f4c796d7a5333" providerId="LiveId" clId="{99A0B7FB-7ABD-43B7-B0BE-CF1927BF6B47}" dt="2020-07-02T10:02:39.476" v="81196" actId="26606"/>
          <ac:spMkLst>
            <pc:docMk/>
            <pc:sldMk cId="490891974" sldId="533"/>
            <ac:spMk id="19" creationId="{369F152D-E540-4B48-BA11-2ADF043C6111}"/>
          </ac:spMkLst>
        </pc:spChg>
        <pc:spChg chg="add del">
          <ac:chgData name="동혁 임" userId="879f4c796d7a5333" providerId="LiveId" clId="{99A0B7FB-7ABD-43B7-B0BE-CF1927BF6B47}" dt="2020-07-02T10:02:39.476" v="81196" actId="26606"/>
          <ac:spMkLst>
            <pc:docMk/>
            <pc:sldMk cId="490891974" sldId="533"/>
            <ac:spMk id="21" creationId="{0C059F7E-04C4-4C46-9B3E-E5CE267E347D}"/>
          </ac:spMkLst>
        </pc:spChg>
        <pc:spChg chg="add del">
          <ac:chgData name="동혁 임" userId="879f4c796d7a5333" providerId="LiveId" clId="{99A0B7FB-7ABD-43B7-B0BE-CF1927BF6B47}" dt="2020-07-02T10:05:36.650" v="81617" actId="26606"/>
          <ac:spMkLst>
            <pc:docMk/>
            <pc:sldMk cId="490891974" sldId="533"/>
            <ac:spMk id="23" creationId="{71A784BF-09DB-448D-99FC-B49DFC6605D5}"/>
          </ac:spMkLst>
        </pc:spChg>
        <pc:spChg chg="add del">
          <ac:chgData name="동혁 임" userId="879f4c796d7a5333" providerId="LiveId" clId="{99A0B7FB-7ABD-43B7-B0BE-CF1927BF6B47}" dt="2020-07-02T10:05:36.650" v="81617" actId="26606"/>
          <ac:spMkLst>
            <pc:docMk/>
            <pc:sldMk cId="490891974" sldId="533"/>
            <ac:spMk id="24" creationId="{917859B3-4C91-478D-929D-BB6433F90849}"/>
          </ac:spMkLst>
        </pc:spChg>
        <pc:spChg chg="add del">
          <ac:chgData name="동혁 임" userId="879f4c796d7a5333" providerId="LiveId" clId="{99A0B7FB-7ABD-43B7-B0BE-CF1927BF6B47}" dt="2020-07-02T10:05:36.650" v="81617" actId="26606"/>
          <ac:spMkLst>
            <pc:docMk/>
            <pc:sldMk cId="490891974" sldId="533"/>
            <ac:spMk id="25" creationId="{6283FBD2-A663-469F-855C-06D86E3C1161}"/>
          </ac:spMkLst>
        </pc:spChg>
        <pc:spChg chg="add del">
          <ac:chgData name="동혁 임" userId="879f4c796d7a5333" providerId="LiveId" clId="{99A0B7FB-7ABD-43B7-B0BE-CF1927BF6B47}" dt="2020-07-02T10:05:36.650" v="81617" actId="26606"/>
          <ac:spMkLst>
            <pc:docMk/>
            <pc:sldMk cId="490891974" sldId="533"/>
            <ac:spMk id="26" creationId="{8A1279FC-7441-4E55-B082-2774E6316482}"/>
          </ac:spMkLst>
        </pc:spChg>
        <pc:spChg chg="add del">
          <ac:chgData name="동혁 임" userId="879f4c796d7a5333" providerId="LiveId" clId="{99A0B7FB-7ABD-43B7-B0BE-CF1927BF6B47}" dt="2020-07-02T10:06:00.199" v="81703" actId="26606"/>
          <ac:spMkLst>
            <pc:docMk/>
            <pc:sldMk cId="490891974" sldId="533"/>
            <ac:spMk id="31" creationId="{D1A4588A-55D5-49B8-BE41-54ACDCFF2C17}"/>
          </ac:spMkLst>
        </pc:spChg>
        <pc:spChg chg="add del">
          <ac:chgData name="동혁 임" userId="879f4c796d7a5333" providerId="LiveId" clId="{99A0B7FB-7ABD-43B7-B0BE-CF1927BF6B47}" dt="2020-07-02T10:06:00.199" v="81703" actId="26606"/>
          <ac:spMkLst>
            <pc:docMk/>
            <pc:sldMk cId="490891974" sldId="533"/>
            <ac:spMk id="33" creationId="{F97E7EA2-EDCD-47E9-81BC-415C606D1B58}"/>
          </ac:spMkLst>
        </pc:spChg>
        <pc:spChg chg="add">
          <ac:chgData name="동혁 임" userId="879f4c796d7a5333" providerId="LiveId" clId="{99A0B7FB-7ABD-43B7-B0BE-CF1927BF6B47}" dt="2020-07-02T10:06:00.199" v="81703" actId="26606"/>
          <ac:spMkLst>
            <pc:docMk/>
            <pc:sldMk cId="490891974" sldId="533"/>
            <ac:spMk id="38" creationId="{D1A4588A-55D5-49B8-BE41-54ACDCFF2C17}"/>
          </ac:spMkLst>
        </pc:spChg>
        <pc:spChg chg="add">
          <ac:chgData name="동혁 임" userId="879f4c796d7a5333" providerId="LiveId" clId="{99A0B7FB-7ABD-43B7-B0BE-CF1927BF6B47}" dt="2020-07-02T10:06:00.199" v="81703" actId="26606"/>
          <ac:spMkLst>
            <pc:docMk/>
            <pc:sldMk cId="490891974" sldId="533"/>
            <ac:spMk id="40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10:06:15.017" v="81858" actId="18131"/>
          <ac:picMkLst>
            <pc:docMk/>
            <pc:sldMk cId="490891974" sldId="533"/>
            <ac:picMk id="6" creationId="{0F4D16A0-579A-48D0-99F7-2D5F9262920F}"/>
          </ac:picMkLst>
        </pc:picChg>
        <pc:picChg chg="add del mod modCrop">
          <ac:chgData name="동혁 임" userId="879f4c796d7a5333" providerId="LiveId" clId="{99A0B7FB-7ABD-43B7-B0BE-CF1927BF6B47}" dt="2020-07-02T10:04:47.839" v="81447" actId="478"/>
          <ac:picMkLst>
            <pc:docMk/>
            <pc:sldMk cId="490891974" sldId="533"/>
            <ac:picMk id="8" creationId="{99612A81-7704-4EFB-9532-4189911DDA95}"/>
          </ac:picMkLst>
        </pc:picChg>
        <pc:picChg chg="add del mod modCrop">
          <ac:chgData name="동혁 임" userId="879f4c796d7a5333" providerId="LiveId" clId="{99A0B7FB-7ABD-43B7-B0BE-CF1927BF6B47}" dt="2020-07-02T10:04:48.994" v="81448" actId="478"/>
          <ac:picMkLst>
            <pc:docMk/>
            <pc:sldMk cId="490891974" sldId="533"/>
            <ac:picMk id="10" creationId="{6AE31718-9C9C-44EE-BE8B-53598EB17963}"/>
          </ac:picMkLst>
        </pc:picChg>
      </pc:sldChg>
      <pc:sldChg chg="add del">
        <pc:chgData name="동혁 임" userId="879f4c796d7a5333" providerId="LiveId" clId="{99A0B7FB-7ABD-43B7-B0BE-CF1927BF6B47}" dt="2020-06-07T13:03:04.610" v="66223" actId="47"/>
        <pc:sldMkLst>
          <pc:docMk/>
          <pc:sldMk cId="2289803564" sldId="533"/>
        </pc:sldMkLst>
      </pc:sldChg>
      <pc:sldChg chg="addSp delSp modSp new mod setBg">
        <pc:chgData name="동혁 임" userId="879f4c796d7a5333" providerId="LiveId" clId="{99A0B7FB-7ABD-43B7-B0BE-CF1927BF6B47}" dt="2020-07-02T10:09:59.526" v="82455" actId="5793"/>
        <pc:sldMkLst>
          <pc:docMk/>
          <pc:sldMk cId="1287056685" sldId="534"/>
        </pc:sldMkLst>
        <pc:spChg chg="mod ord">
          <ac:chgData name="동혁 임" userId="879f4c796d7a5333" providerId="LiveId" clId="{99A0B7FB-7ABD-43B7-B0BE-CF1927BF6B47}" dt="2020-07-02T10:09:58.101" v="82453" actId="2711"/>
          <ac:spMkLst>
            <pc:docMk/>
            <pc:sldMk cId="1287056685" sldId="534"/>
            <ac:spMk id="2" creationId="{50E7C54E-1DBD-4CA0-B1A8-37800269788E}"/>
          </ac:spMkLst>
        </pc:spChg>
        <pc:spChg chg="del">
          <ac:chgData name="동혁 임" userId="879f4c796d7a5333" providerId="LiveId" clId="{99A0B7FB-7ABD-43B7-B0BE-CF1927BF6B47}" dt="2020-07-02T10:07:34.037" v="82008" actId="931"/>
          <ac:spMkLst>
            <pc:docMk/>
            <pc:sldMk cId="1287056685" sldId="534"/>
            <ac:spMk id="3" creationId="{1FE6EE33-8E61-4FF4-A7B7-10570335C335}"/>
          </ac:spMkLst>
        </pc:spChg>
        <pc:spChg chg="mod">
          <ac:chgData name="동혁 임" userId="879f4c796d7a5333" providerId="LiveId" clId="{99A0B7FB-7ABD-43B7-B0BE-CF1927BF6B47}" dt="2020-07-02T10:09:59.526" v="82455" actId="5793"/>
          <ac:spMkLst>
            <pc:docMk/>
            <pc:sldMk cId="1287056685" sldId="534"/>
            <ac:spMk id="4" creationId="{C50E4AC8-2CE1-46DB-87C5-088EAE8930E2}"/>
          </ac:spMkLst>
        </pc:spChg>
        <pc:spChg chg="add">
          <ac:chgData name="동혁 임" userId="879f4c796d7a5333" providerId="LiveId" clId="{99A0B7FB-7ABD-43B7-B0BE-CF1927BF6B47}" dt="2020-07-02T10:09:39.106" v="82300" actId="26606"/>
          <ac:spMkLst>
            <pc:docMk/>
            <pc:sldMk cId="1287056685" sldId="534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10:09:39.106" v="82300" actId="26606"/>
          <ac:spMkLst>
            <pc:docMk/>
            <pc:sldMk cId="1287056685" sldId="534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10:09:53.763" v="82452" actId="18131"/>
          <ac:picMkLst>
            <pc:docMk/>
            <pc:sldMk cId="1287056685" sldId="534"/>
            <ac:picMk id="6" creationId="{EF198744-20E9-43F5-A6E6-1799CECF21B4}"/>
          </ac:picMkLst>
        </pc:picChg>
      </pc:sldChg>
      <pc:sldChg chg="add del">
        <pc:chgData name="동혁 임" userId="879f4c796d7a5333" providerId="LiveId" clId="{99A0B7FB-7ABD-43B7-B0BE-CF1927BF6B47}" dt="2020-06-07T13:03:05.350" v="66224" actId="47"/>
        <pc:sldMkLst>
          <pc:docMk/>
          <pc:sldMk cId="2170953021" sldId="534"/>
        </pc:sldMkLst>
      </pc:sldChg>
      <pc:sldChg chg="addSp delSp modSp new mod setBg">
        <pc:chgData name="동혁 임" userId="879f4c796d7a5333" providerId="LiveId" clId="{99A0B7FB-7ABD-43B7-B0BE-CF1927BF6B47}" dt="2020-07-02T10:17:48.941" v="83059" actId="5793"/>
        <pc:sldMkLst>
          <pc:docMk/>
          <pc:sldMk cId="1259564379" sldId="535"/>
        </pc:sldMkLst>
        <pc:spChg chg="mod ord">
          <ac:chgData name="동혁 임" userId="879f4c796d7a5333" providerId="LiveId" clId="{99A0B7FB-7ABD-43B7-B0BE-CF1927BF6B47}" dt="2020-07-02T10:17:47.306" v="83057" actId="2711"/>
          <ac:spMkLst>
            <pc:docMk/>
            <pc:sldMk cId="1259564379" sldId="535"/>
            <ac:spMk id="2" creationId="{DE2D8970-51F6-47DC-95CF-DA3B292E07E2}"/>
          </ac:spMkLst>
        </pc:spChg>
        <pc:spChg chg="del">
          <ac:chgData name="동혁 임" userId="879f4c796d7a5333" providerId="LiveId" clId="{99A0B7FB-7ABD-43B7-B0BE-CF1927BF6B47}" dt="2020-07-02T10:07:47.121" v="82018" actId="931"/>
          <ac:spMkLst>
            <pc:docMk/>
            <pc:sldMk cId="1259564379" sldId="535"/>
            <ac:spMk id="3" creationId="{F4676676-096D-4373-B6E0-603CB6E812A6}"/>
          </ac:spMkLst>
        </pc:spChg>
        <pc:spChg chg="mod">
          <ac:chgData name="동혁 임" userId="879f4c796d7a5333" providerId="LiveId" clId="{99A0B7FB-7ABD-43B7-B0BE-CF1927BF6B47}" dt="2020-07-02T10:17:48.941" v="83059" actId="5793"/>
          <ac:spMkLst>
            <pc:docMk/>
            <pc:sldMk cId="1259564379" sldId="535"/>
            <ac:spMk id="4" creationId="{FBA56A2E-BC95-48FD-B80D-1B604D1190BB}"/>
          </ac:spMkLst>
        </pc:spChg>
        <pc:spChg chg="add">
          <ac:chgData name="동혁 임" userId="879f4c796d7a5333" providerId="LiveId" clId="{99A0B7FB-7ABD-43B7-B0BE-CF1927BF6B47}" dt="2020-07-02T10:17:29.144" v="82895" actId="26606"/>
          <ac:spMkLst>
            <pc:docMk/>
            <pc:sldMk cId="1259564379" sldId="535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10:17:29.144" v="82895" actId="26606"/>
          <ac:spMkLst>
            <pc:docMk/>
            <pc:sldMk cId="1259564379" sldId="535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10:17:43.426" v="83056" actId="18131"/>
          <ac:picMkLst>
            <pc:docMk/>
            <pc:sldMk cId="1259564379" sldId="535"/>
            <ac:picMk id="6" creationId="{1A801164-666A-4640-955F-57F8985E3AB4}"/>
          </ac:picMkLst>
        </pc:picChg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1774584897" sldId="535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365855272" sldId="536"/>
        </pc:sldMkLst>
      </pc:sldChg>
      <pc:sldChg chg="addSp delSp modSp new mod setBg">
        <pc:chgData name="동혁 임" userId="879f4c796d7a5333" providerId="LiveId" clId="{99A0B7FB-7ABD-43B7-B0BE-CF1927BF6B47}" dt="2020-07-02T10:18:51.227" v="83442" actId="5793"/>
        <pc:sldMkLst>
          <pc:docMk/>
          <pc:sldMk cId="4083538599" sldId="536"/>
        </pc:sldMkLst>
        <pc:spChg chg="mod ord">
          <ac:chgData name="동혁 임" userId="879f4c796d7a5333" providerId="LiveId" clId="{99A0B7FB-7ABD-43B7-B0BE-CF1927BF6B47}" dt="2020-07-02T10:18:49.634" v="83440" actId="2711"/>
          <ac:spMkLst>
            <pc:docMk/>
            <pc:sldMk cId="4083538599" sldId="536"/>
            <ac:spMk id="2" creationId="{417F4807-9B3C-46FB-A07B-904411096779}"/>
          </ac:spMkLst>
        </pc:spChg>
        <pc:spChg chg="del">
          <ac:chgData name="동혁 임" userId="879f4c796d7a5333" providerId="LiveId" clId="{99A0B7FB-7ABD-43B7-B0BE-CF1927BF6B47}" dt="2020-07-02T10:07:52.777" v="82022" actId="931"/>
          <ac:spMkLst>
            <pc:docMk/>
            <pc:sldMk cId="4083538599" sldId="536"/>
            <ac:spMk id="3" creationId="{A238597C-B65C-4BF7-8A3B-BB919A3C01CF}"/>
          </ac:spMkLst>
        </pc:spChg>
        <pc:spChg chg="mod">
          <ac:chgData name="동혁 임" userId="879f4c796d7a5333" providerId="LiveId" clId="{99A0B7FB-7ABD-43B7-B0BE-CF1927BF6B47}" dt="2020-07-02T10:18:51.227" v="83442" actId="5793"/>
          <ac:spMkLst>
            <pc:docMk/>
            <pc:sldMk cId="4083538599" sldId="536"/>
            <ac:spMk id="4" creationId="{E1EC4EFF-7D6B-492A-907E-267A5F6725FB}"/>
          </ac:spMkLst>
        </pc:spChg>
        <pc:spChg chg="add">
          <ac:chgData name="동혁 임" userId="879f4c796d7a5333" providerId="LiveId" clId="{99A0B7FB-7ABD-43B7-B0BE-CF1927BF6B47}" dt="2020-07-02T10:18:31.189" v="83338" actId="26606"/>
          <ac:spMkLst>
            <pc:docMk/>
            <pc:sldMk cId="4083538599" sldId="536"/>
            <ac:spMk id="11" creationId="{D1A4588A-55D5-49B8-BE41-54ACDCFF2C17}"/>
          </ac:spMkLst>
        </pc:spChg>
        <pc:spChg chg="add">
          <ac:chgData name="동혁 임" userId="879f4c796d7a5333" providerId="LiveId" clId="{99A0B7FB-7ABD-43B7-B0BE-CF1927BF6B47}" dt="2020-07-02T10:18:31.189" v="83338" actId="26606"/>
          <ac:spMkLst>
            <pc:docMk/>
            <pc:sldMk cId="4083538599" sldId="536"/>
            <ac:spMk id="13" creationId="{F97E7EA2-EDCD-47E9-81BC-415C606D1B58}"/>
          </ac:spMkLst>
        </pc:spChg>
        <pc:picChg chg="add mod modCrop">
          <ac:chgData name="동혁 임" userId="879f4c796d7a5333" providerId="LiveId" clId="{99A0B7FB-7ABD-43B7-B0BE-CF1927BF6B47}" dt="2020-07-02T10:18:45.174" v="83439" actId="18131"/>
          <ac:picMkLst>
            <pc:docMk/>
            <pc:sldMk cId="4083538599" sldId="536"/>
            <ac:picMk id="6" creationId="{063BFA87-F375-4300-9EEB-F4323061CA24}"/>
          </ac:picMkLst>
        </pc:picChg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114695205" sldId="537"/>
        </pc:sldMkLst>
      </pc:sldChg>
      <pc:sldChg chg="new del">
        <pc:chgData name="동혁 임" userId="879f4c796d7a5333" providerId="LiveId" clId="{99A0B7FB-7ABD-43B7-B0BE-CF1927BF6B47}" dt="2020-07-02T10:19:05.887" v="83444" actId="680"/>
        <pc:sldMkLst>
          <pc:docMk/>
          <pc:sldMk cId="3708797185" sldId="537"/>
        </pc:sldMkLst>
      </pc:sldChg>
      <pc:sldChg chg="addSp delSp modSp new mod setBg">
        <pc:chgData name="동혁 임" userId="879f4c796d7a5333" providerId="LiveId" clId="{99A0B7FB-7ABD-43B7-B0BE-CF1927BF6B47}" dt="2020-07-02T10:20:54.795" v="83775" actId="5793"/>
        <pc:sldMkLst>
          <pc:docMk/>
          <pc:sldMk cId="3713562422" sldId="537"/>
        </pc:sldMkLst>
        <pc:spChg chg="mod">
          <ac:chgData name="동혁 임" userId="879f4c796d7a5333" providerId="LiveId" clId="{99A0B7FB-7ABD-43B7-B0BE-CF1927BF6B47}" dt="2020-07-02T10:20:48.031" v="83773" actId="2711"/>
          <ac:spMkLst>
            <pc:docMk/>
            <pc:sldMk cId="3713562422" sldId="537"/>
            <ac:spMk id="2" creationId="{7EC0C390-1643-4020-B5A7-F01B5AA388F0}"/>
          </ac:spMkLst>
        </pc:spChg>
        <pc:spChg chg="del">
          <ac:chgData name="동혁 임" userId="879f4c796d7a5333" providerId="LiveId" clId="{99A0B7FB-7ABD-43B7-B0BE-CF1927BF6B47}" dt="2020-07-02T10:20:17.220" v="83763" actId="931"/>
          <ac:spMkLst>
            <pc:docMk/>
            <pc:sldMk cId="3713562422" sldId="537"/>
            <ac:spMk id="3" creationId="{75F34077-56DC-4AFF-A41A-C773B35F0F85}"/>
          </ac:spMkLst>
        </pc:spChg>
        <pc:spChg chg="mod ord">
          <ac:chgData name="동혁 임" userId="879f4c796d7a5333" providerId="LiveId" clId="{99A0B7FB-7ABD-43B7-B0BE-CF1927BF6B47}" dt="2020-07-02T10:20:54.795" v="83775" actId="5793"/>
          <ac:spMkLst>
            <pc:docMk/>
            <pc:sldMk cId="3713562422" sldId="537"/>
            <ac:spMk id="4" creationId="{A0D16A3A-1E93-4C34-B9D5-969A8F2AD577}"/>
          </ac:spMkLst>
        </pc:spChg>
        <pc:spChg chg="add del">
          <ac:chgData name="동혁 임" userId="879f4c796d7a5333" providerId="LiveId" clId="{99A0B7FB-7ABD-43B7-B0BE-CF1927BF6B47}" dt="2020-07-02T10:20:26.169" v="83771" actId="26606"/>
          <ac:spMkLst>
            <pc:docMk/>
            <pc:sldMk cId="3713562422" sldId="537"/>
            <ac:spMk id="15" creationId="{2A299ADF-C96B-4580-9DF4-9D9269C56780}"/>
          </ac:spMkLst>
        </pc:spChg>
        <pc:spChg chg="add del">
          <ac:chgData name="동혁 임" userId="879f4c796d7a5333" providerId="LiveId" clId="{99A0B7FB-7ABD-43B7-B0BE-CF1927BF6B47}" dt="2020-07-02T10:20:26.169" v="83771" actId="26606"/>
          <ac:spMkLst>
            <pc:docMk/>
            <pc:sldMk cId="3713562422" sldId="537"/>
            <ac:spMk id="17" creationId="{77B9ED5D-FBCA-4F0D-A30B-F8DB7B425553}"/>
          </ac:spMkLst>
        </pc:spChg>
        <pc:spChg chg="add del">
          <ac:chgData name="동혁 임" userId="879f4c796d7a5333" providerId="LiveId" clId="{99A0B7FB-7ABD-43B7-B0BE-CF1927BF6B47}" dt="2020-07-02T10:20:26.169" v="83771" actId="26606"/>
          <ac:spMkLst>
            <pc:docMk/>
            <pc:sldMk cId="3713562422" sldId="537"/>
            <ac:spMk id="19" creationId="{406034C9-73F6-444C-8AF7-50F88478617D}"/>
          </ac:spMkLst>
        </pc:spChg>
        <pc:spChg chg="add">
          <ac:chgData name="동혁 임" userId="879f4c796d7a5333" providerId="LiveId" clId="{99A0B7FB-7ABD-43B7-B0BE-CF1927BF6B47}" dt="2020-07-02T10:20:26.174" v="83772" actId="26606"/>
          <ac:spMkLst>
            <pc:docMk/>
            <pc:sldMk cId="3713562422" sldId="537"/>
            <ac:spMk id="21" creationId="{5EBC18B6-E5C3-4AD1-97A4-E6A3477A0BB9}"/>
          </ac:spMkLst>
        </pc:spChg>
        <pc:spChg chg="add">
          <ac:chgData name="동혁 임" userId="879f4c796d7a5333" providerId="LiveId" clId="{99A0B7FB-7ABD-43B7-B0BE-CF1927BF6B47}" dt="2020-07-02T10:20:26.174" v="83772" actId="26606"/>
          <ac:spMkLst>
            <pc:docMk/>
            <pc:sldMk cId="3713562422" sldId="537"/>
            <ac:spMk id="22" creationId="{136A4AB6-B72B-4CC6-ADCF-BE807B6C3D71}"/>
          </ac:spMkLst>
        </pc:spChg>
        <pc:spChg chg="add">
          <ac:chgData name="동혁 임" userId="879f4c796d7a5333" providerId="LiveId" clId="{99A0B7FB-7ABD-43B7-B0BE-CF1927BF6B47}" dt="2020-07-02T10:20:26.174" v="83772" actId="26606"/>
          <ac:spMkLst>
            <pc:docMk/>
            <pc:sldMk cId="3713562422" sldId="537"/>
            <ac:spMk id="23" creationId="{B35D540D-9486-4236-952A-F72DC52D79BF}"/>
          </ac:spMkLst>
        </pc:spChg>
        <pc:picChg chg="add mod ord">
          <ac:chgData name="동혁 임" userId="879f4c796d7a5333" providerId="LiveId" clId="{99A0B7FB-7ABD-43B7-B0BE-CF1927BF6B47}" dt="2020-07-02T10:20:26.174" v="83772" actId="26606"/>
          <ac:picMkLst>
            <pc:docMk/>
            <pc:sldMk cId="3713562422" sldId="537"/>
            <ac:picMk id="6" creationId="{405C010C-6318-4829-AA54-E8CA3D15E9FA}"/>
          </ac:picMkLst>
        </pc:picChg>
        <pc:picChg chg="add mod">
          <ac:chgData name="동혁 임" userId="879f4c796d7a5333" providerId="LiveId" clId="{99A0B7FB-7ABD-43B7-B0BE-CF1927BF6B47}" dt="2020-07-02T10:20:26.174" v="83772" actId="26606"/>
          <ac:picMkLst>
            <pc:docMk/>
            <pc:sldMk cId="3713562422" sldId="537"/>
            <ac:picMk id="8" creationId="{6A516546-EE4D-461A-AC86-7E4A020BF7F6}"/>
          </ac:picMkLst>
        </pc:picChg>
        <pc:picChg chg="add mod ord">
          <ac:chgData name="동혁 임" userId="879f4c796d7a5333" providerId="LiveId" clId="{99A0B7FB-7ABD-43B7-B0BE-CF1927BF6B47}" dt="2020-07-02T10:20:26.174" v="83772" actId="26606"/>
          <ac:picMkLst>
            <pc:docMk/>
            <pc:sldMk cId="3713562422" sldId="537"/>
            <ac:picMk id="10" creationId="{C8D8C28C-1969-41B6-87A2-02471F48B6B6}"/>
          </ac:picMkLst>
        </pc:picChg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10430163" sldId="538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135114975" sldId="539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241433419" sldId="540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1318559060" sldId="541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570477315" sldId="542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69064895" sldId="543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992852006" sldId="544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328833507" sldId="545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259230100" sldId="546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00382801" sldId="547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801503832" sldId="548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1098888443" sldId="549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2806836365" sldId="550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427594894" sldId="551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937254018" sldId="552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2393258503" sldId="553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437221033" sldId="554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921717348" sldId="555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4141636305" sldId="556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2998267055" sldId="557"/>
        </pc:sldMkLst>
      </pc:sldChg>
      <pc:sldChg chg="add del">
        <pc:chgData name="동혁 임" userId="879f4c796d7a5333" providerId="LiveId" clId="{99A0B7FB-7ABD-43B7-B0BE-CF1927BF6B47}" dt="2020-06-07T13:03:09.237" v="66225" actId="47"/>
        <pc:sldMkLst>
          <pc:docMk/>
          <pc:sldMk cId="3048622314" sldId="558"/>
        </pc:sldMkLst>
      </pc:sldChg>
    </pc:docChg>
  </pc:docChgLst>
  <pc:docChgLst>
    <pc:chgData name="동혁 임" userId="879f4c796d7a5333" providerId="LiveId" clId="{0C13D58B-97DF-4565-AAEC-23B22FE47640}"/>
    <pc:docChg chg="undo custSel mod addSld delSld modSld sldOrd">
      <pc:chgData name="동혁 임" userId="879f4c796d7a5333" providerId="LiveId" clId="{0C13D58B-97DF-4565-AAEC-23B22FE47640}" dt="2020-06-02T03:18:31.071" v="27013" actId="18131"/>
      <pc:docMkLst>
        <pc:docMk/>
      </pc:docMkLst>
      <pc:sldChg chg="addSp delSp modSp new mod setBg setClrOvrMap delDesignElem">
        <pc:chgData name="동혁 임" userId="879f4c796d7a5333" providerId="LiveId" clId="{0C13D58B-97DF-4565-AAEC-23B22FE47640}" dt="2020-05-30T07:19:53.063" v="6276" actId="18131"/>
        <pc:sldMkLst>
          <pc:docMk/>
          <pc:sldMk cId="3238683003" sldId="256"/>
        </pc:sldMkLst>
        <pc:spChg chg="mod">
          <ac:chgData name="동혁 임" userId="879f4c796d7a5333" providerId="LiveId" clId="{0C13D58B-97DF-4565-AAEC-23B22FE47640}" dt="2020-05-30T07:19:21.263" v="6112" actId="26606"/>
          <ac:spMkLst>
            <pc:docMk/>
            <pc:sldMk cId="3238683003" sldId="256"/>
            <ac:spMk id="2" creationId="{74088992-6B49-4629-9CCD-F3EB1F92057A}"/>
          </ac:spMkLst>
        </pc:spChg>
        <pc:spChg chg="mod">
          <ac:chgData name="동혁 임" userId="879f4c796d7a5333" providerId="LiveId" clId="{0C13D58B-97DF-4565-AAEC-23B22FE47640}" dt="2020-05-30T07:19:21.263" v="6112" actId="26606"/>
          <ac:spMkLst>
            <pc:docMk/>
            <pc:sldMk cId="3238683003" sldId="256"/>
            <ac:spMk id="3" creationId="{2DCDA21F-FF33-45C7-A2A9-F92B056E946C}"/>
          </ac:spMkLst>
        </pc:spChg>
        <pc:spChg chg="add del">
          <ac:chgData name="동혁 임" userId="879f4c796d7a5333" providerId="LiveId" clId="{0C13D58B-97DF-4565-AAEC-23B22FE47640}" dt="2020-05-30T06:14:05.999" v="5" actId="26606"/>
          <ac:spMkLst>
            <pc:docMk/>
            <pc:sldMk cId="3238683003" sldId="256"/>
            <ac:spMk id="10" creationId="{1DB7C82F-AB7E-4F0C-B829-FA1B9C415180}"/>
          </ac:spMkLst>
        </pc:spChg>
        <pc:spChg chg="add del">
          <ac:chgData name="동혁 임" userId="879f4c796d7a5333" providerId="LiveId" clId="{0C13D58B-97DF-4565-AAEC-23B22FE47640}" dt="2020-05-30T06:14:07.640" v="7" actId="26606"/>
          <ac:spMkLst>
            <pc:docMk/>
            <pc:sldMk cId="3238683003" sldId="256"/>
            <ac:spMk id="12" creationId="{2C6334C2-F73F-4B3B-A626-DD5F69DF6ED0}"/>
          </ac:spMkLst>
        </pc:spChg>
        <pc:spChg chg="add del">
          <ac:chgData name="동혁 임" userId="879f4c796d7a5333" providerId="LiveId" clId="{0C13D58B-97DF-4565-AAEC-23B22FE47640}" dt="2020-05-30T06:14:09.405" v="9" actId="26606"/>
          <ac:spMkLst>
            <pc:docMk/>
            <pc:sldMk cId="3238683003" sldId="256"/>
            <ac:spMk id="14" creationId="{B9951BD9-0868-4CDB-ACD6-9C4209B5E412}"/>
          </ac:spMkLst>
        </pc:spChg>
        <pc:spChg chg="add del">
          <ac:chgData name="동혁 임" userId="879f4c796d7a5333" providerId="LiveId" clId="{0C13D58B-97DF-4565-AAEC-23B22FE47640}" dt="2020-05-30T06:14:10.255" v="11" actId="26606"/>
          <ac:spMkLst>
            <pc:docMk/>
            <pc:sldMk cId="3238683003" sldId="256"/>
            <ac:spMk id="16" creationId="{0BC9EFE1-D8CB-4668-9980-DB108327A794}"/>
          </ac:spMkLst>
        </pc:spChg>
        <pc:spChg chg="add del">
          <ac:chgData name="동혁 임" userId="879f4c796d7a5333" providerId="LiveId" clId="{0C13D58B-97DF-4565-AAEC-23B22FE47640}" dt="2020-05-30T06:14:10.255" v="11" actId="26606"/>
          <ac:spMkLst>
            <pc:docMk/>
            <pc:sldMk cId="3238683003" sldId="256"/>
            <ac:spMk id="18" creationId="{77DA6D33-2D62-458C-BF5D-DBF612FD557E}"/>
          </ac:spMkLst>
        </pc:spChg>
        <pc:spChg chg="add del">
          <ac:chgData name="동혁 임" userId="879f4c796d7a5333" providerId="LiveId" clId="{0C13D58B-97DF-4565-AAEC-23B22FE47640}" dt="2020-05-30T06:14:15.958" v="13" actId="26606"/>
          <ac:spMkLst>
            <pc:docMk/>
            <pc:sldMk cId="3238683003" sldId="256"/>
            <ac:spMk id="20" creationId="{1DB7C82F-AB7E-4F0C-B829-FA1B9C415180}"/>
          </ac:spMkLst>
        </pc:spChg>
        <pc:spChg chg="add del">
          <ac:chgData name="동혁 임" userId="879f4c796d7a5333" providerId="LiveId" clId="{0C13D58B-97DF-4565-AAEC-23B22FE47640}" dt="2020-05-30T06:15:00.075" v="100" actId="26606"/>
          <ac:spMkLst>
            <pc:docMk/>
            <pc:sldMk cId="3238683003" sldId="256"/>
            <ac:spMk id="22" creationId="{AB45A142-4255-493C-8284-5D566C121B10}"/>
          </ac:spMkLst>
        </pc:spChg>
        <pc:spChg chg="add del">
          <ac:chgData name="동혁 임" userId="879f4c796d7a5333" providerId="LiveId" clId="{0C13D58B-97DF-4565-AAEC-23B22FE47640}" dt="2020-05-30T06:14:51.965" v="85" actId="26606"/>
          <ac:spMkLst>
            <pc:docMk/>
            <pc:sldMk cId="3238683003" sldId="256"/>
            <ac:spMk id="25" creationId="{ACBE1851-2230-47A9-B000-CE9046EA61B9}"/>
          </ac:spMkLst>
        </pc:spChg>
        <pc:spChg chg="add del">
          <ac:chgData name="동혁 임" userId="879f4c796d7a5333" providerId="LiveId" clId="{0C13D58B-97DF-4565-AAEC-23B22FE47640}" dt="2020-05-30T06:14:42.656" v="73" actId="26606"/>
          <ac:spMkLst>
            <pc:docMk/>
            <pc:sldMk cId="3238683003" sldId="256"/>
            <ac:spMk id="28" creationId="{FB5B0058-AF13-4859-B429-4EDDE2A26F7F}"/>
          </ac:spMkLst>
        </pc:spChg>
        <pc:spChg chg="add del">
          <ac:chgData name="동혁 임" userId="879f4c796d7a5333" providerId="LiveId" clId="{0C13D58B-97DF-4565-AAEC-23B22FE47640}" dt="2020-05-30T06:14:52.410" v="87" actId="26606"/>
          <ac:spMkLst>
            <pc:docMk/>
            <pc:sldMk cId="3238683003" sldId="256"/>
            <ac:spMk id="29" creationId="{A1D7EC86-7CB9-431D-8AC3-8AAF0440B162}"/>
          </ac:spMkLst>
        </pc:spChg>
        <pc:spChg chg="add del">
          <ac:chgData name="동혁 임" userId="879f4c796d7a5333" providerId="LiveId" clId="{0C13D58B-97DF-4565-AAEC-23B22FE47640}" dt="2020-05-30T06:14:52.410" v="87" actId="26606"/>
          <ac:spMkLst>
            <pc:docMk/>
            <pc:sldMk cId="3238683003" sldId="256"/>
            <ac:spMk id="31" creationId="{D4B9777F-B610-419B-9193-80306388F3E2}"/>
          </ac:spMkLst>
        </pc:spChg>
        <pc:spChg chg="add del">
          <ac:chgData name="동혁 임" userId="879f4c796d7a5333" providerId="LiveId" clId="{0C13D58B-97DF-4565-AAEC-23B22FE47640}" dt="2020-05-30T06:14:42.656" v="73" actId="26606"/>
          <ac:spMkLst>
            <pc:docMk/>
            <pc:sldMk cId="3238683003" sldId="256"/>
            <ac:spMk id="32" creationId="{A4A161CC-6DC5-4863-B213-94529D6E06D7}"/>
          </ac:spMkLst>
        </pc:spChg>
        <pc:spChg chg="add del">
          <ac:chgData name="동혁 임" userId="879f4c796d7a5333" providerId="LiveId" clId="{0C13D58B-97DF-4565-AAEC-23B22FE47640}" dt="2020-05-30T06:14:52.410" v="87" actId="26606"/>
          <ac:spMkLst>
            <pc:docMk/>
            <pc:sldMk cId="3238683003" sldId="256"/>
            <ac:spMk id="33" creationId="{311F016A-A753-449B-9EA6-322199B7119E}"/>
          </ac:spMkLst>
        </pc:spChg>
        <pc:spChg chg="add del">
          <ac:chgData name="동혁 임" userId="879f4c796d7a5333" providerId="LiveId" clId="{0C13D58B-97DF-4565-AAEC-23B22FE47640}" dt="2020-05-30T06:14:45.906" v="75" actId="26606"/>
          <ac:spMkLst>
            <pc:docMk/>
            <pc:sldMk cId="3238683003" sldId="256"/>
            <ac:spMk id="34" creationId="{AB45A142-4255-493C-8284-5D566C121B10}"/>
          </ac:spMkLst>
        </pc:spChg>
        <pc:spChg chg="add del">
          <ac:chgData name="동혁 임" userId="879f4c796d7a5333" providerId="LiveId" clId="{0C13D58B-97DF-4565-AAEC-23B22FE47640}" dt="2020-05-30T06:14:52.410" v="87" actId="26606"/>
          <ac:spMkLst>
            <pc:docMk/>
            <pc:sldMk cId="3238683003" sldId="256"/>
            <ac:spMk id="36" creationId="{F5AE4E4F-9F4C-43ED-8299-9BD63B74E8F0}"/>
          </ac:spMkLst>
        </pc:spChg>
        <pc:spChg chg="add del">
          <ac:chgData name="동혁 임" userId="879f4c796d7a5333" providerId="LiveId" clId="{0C13D58B-97DF-4565-AAEC-23B22FE47640}" dt="2020-05-30T06:14:47.356" v="77" actId="26606"/>
          <ac:spMkLst>
            <pc:docMk/>
            <pc:sldMk cId="3238683003" sldId="256"/>
            <ac:spMk id="37" creationId="{22A397E7-BF60-45B2-84C7-B074B76C37A7}"/>
          </ac:spMkLst>
        </pc:spChg>
        <pc:spChg chg="add del">
          <ac:chgData name="동혁 임" userId="879f4c796d7a5333" providerId="LiveId" clId="{0C13D58B-97DF-4565-AAEC-23B22FE47640}" dt="2020-05-30T06:14:47.356" v="77" actId="26606"/>
          <ac:spMkLst>
            <pc:docMk/>
            <pc:sldMk cId="3238683003" sldId="256"/>
            <ac:spMk id="38" creationId="{890DEF05-784E-4B61-89E4-04C4ECF4E5A0}"/>
          </ac:spMkLst>
        </pc:spChg>
        <pc:spChg chg="add del">
          <ac:chgData name="동혁 임" userId="879f4c796d7a5333" providerId="LiveId" clId="{0C13D58B-97DF-4565-AAEC-23B22FE47640}" dt="2020-05-30T06:14:52.410" v="87" actId="26606"/>
          <ac:spMkLst>
            <pc:docMk/>
            <pc:sldMk cId="3238683003" sldId="256"/>
            <ac:spMk id="40" creationId="{95106A28-883A-4993-BF9E-C403B81A8D66}"/>
          </ac:spMkLst>
        </pc:spChg>
        <pc:spChg chg="add del">
          <ac:chgData name="동혁 임" userId="879f4c796d7a5333" providerId="LiveId" clId="{0C13D58B-97DF-4565-AAEC-23B22FE47640}" dt="2020-05-30T06:14:48.993" v="79" actId="26606"/>
          <ac:spMkLst>
            <pc:docMk/>
            <pc:sldMk cId="3238683003" sldId="256"/>
            <ac:spMk id="41" creationId="{58153EC8-8E01-4D70-B575-24ABD35A1125}"/>
          </ac:spMkLst>
        </pc:spChg>
        <pc:spChg chg="add del">
          <ac:chgData name="동혁 임" userId="879f4c796d7a5333" providerId="LiveId" clId="{0C13D58B-97DF-4565-AAEC-23B22FE47640}" dt="2020-05-30T06:14:52.693" v="89" actId="26606"/>
          <ac:spMkLst>
            <pc:docMk/>
            <pc:sldMk cId="3238683003" sldId="256"/>
            <ac:spMk id="42" creationId="{2CCAFB3E-E6E2-4587-A5FC-061F9AED9AF2}"/>
          </ac:spMkLst>
        </pc:spChg>
        <pc:spChg chg="add del">
          <ac:chgData name="동혁 임" userId="879f4c796d7a5333" providerId="LiveId" clId="{0C13D58B-97DF-4565-AAEC-23B22FE47640}" dt="2020-05-30T06:14:49.437" v="81" actId="26606"/>
          <ac:spMkLst>
            <pc:docMk/>
            <pc:sldMk cId="3238683003" sldId="256"/>
            <ac:spMk id="43" creationId="{FB5B0058-AF13-4859-B429-4EDDE2A26F7F}"/>
          </ac:spMkLst>
        </pc:spChg>
        <pc:spChg chg="add del">
          <ac:chgData name="동혁 임" userId="879f4c796d7a5333" providerId="LiveId" clId="{0C13D58B-97DF-4565-AAEC-23B22FE47640}" dt="2020-05-30T06:14:49.437" v="81" actId="26606"/>
          <ac:spMkLst>
            <pc:docMk/>
            <pc:sldMk cId="3238683003" sldId="256"/>
            <ac:spMk id="45" creationId="{81BD432D-FAB3-4B5D-BF27-4DA7C75B3238}"/>
          </ac:spMkLst>
        </pc:spChg>
        <pc:spChg chg="add del">
          <ac:chgData name="동혁 임" userId="879f4c796d7a5333" providerId="LiveId" clId="{0C13D58B-97DF-4565-AAEC-23B22FE47640}" dt="2020-05-30T06:14:52.693" v="89" actId="26606"/>
          <ac:spMkLst>
            <pc:docMk/>
            <pc:sldMk cId="3238683003" sldId="256"/>
            <ac:spMk id="47" creationId="{640086A0-762B-44EE-AA70-A7268A72ACC3}"/>
          </ac:spMkLst>
        </pc:spChg>
        <pc:spChg chg="add del">
          <ac:chgData name="동혁 임" userId="879f4c796d7a5333" providerId="LiveId" clId="{0C13D58B-97DF-4565-AAEC-23B22FE47640}" dt="2020-05-30T06:14:53.384" v="91" actId="26606"/>
          <ac:spMkLst>
            <pc:docMk/>
            <pc:sldMk cId="3238683003" sldId="256"/>
            <ac:spMk id="49" creationId="{C3896A03-3945-419A-B66B-4EE266EDD152}"/>
          </ac:spMkLst>
        </pc:spChg>
        <pc:spChg chg="add del">
          <ac:chgData name="동혁 임" userId="879f4c796d7a5333" providerId="LiveId" clId="{0C13D58B-97DF-4565-AAEC-23B22FE47640}" dt="2020-05-30T06:14:53.384" v="91" actId="26606"/>
          <ac:spMkLst>
            <pc:docMk/>
            <pc:sldMk cId="3238683003" sldId="256"/>
            <ac:spMk id="50" creationId="{B34F5AD2-EDBD-4BBD-A55C-EAFFD0C7097A}"/>
          </ac:spMkLst>
        </pc:spChg>
        <pc:spChg chg="add del">
          <ac:chgData name="동혁 임" userId="879f4c796d7a5333" providerId="LiveId" clId="{0C13D58B-97DF-4565-AAEC-23B22FE47640}" dt="2020-05-30T06:14:56.373" v="93" actId="26606"/>
          <ac:spMkLst>
            <pc:docMk/>
            <pc:sldMk cId="3238683003" sldId="256"/>
            <ac:spMk id="52" creationId="{8537B233-9CDD-4A90-AABB-A8963DEE4FBC}"/>
          </ac:spMkLst>
        </pc:spChg>
        <pc:spChg chg="add del">
          <ac:chgData name="동혁 임" userId="879f4c796d7a5333" providerId="LiveId" clId="{0C13D58B-97DF-4565-AAEC-23B22FE47640}" dt="2020-05-30T06:14:59.225" v="95" actId="26606"/>
          <ac:spMkLst>
            <pc:docMk/>
            <pc:sldMk cId="3238683003" sldId="256"/>
            <ac:spMk id="55" creationId="{8537B233-9CDD-4A90-AABB-A8963DEE4FBC}"/>
          </ac:spMkLst>
        </pc:spChg>
        <pc:spChg chg="add del">
          <ac:chgData name="동혁 임" userId="879f4c796d7a5333" providerId="LiveId" clId="{0C13D58B-97DF-4565-AAEC-23B22FE47640}" dt="2020-05-30T06:14:59.559" v="97" actId="26606"/>
          <ac:spMkLst>
            <pc:docMk/>
            <pc:sldMk cId="3238683003" sldId="256"/>
            <ac:spMk id="58" creationId="{FB5B0058-AF13-4859-B429-4EDDE2A26F7F}"/>
          </ac:spMkLst>
        </pc:spChg>
        <pc:spChg chg="add del">
          <ac:chgData name="동혁 임" userId="879f4c796d7a5333" providerId="LiveId" clId="{0C13D58B-97DF-4565-AAEC-23B22FE47640}" dt="2020-05-30T06:14:59.559" v="97" actId="26606"/>
          <ac:spMkLst>
            <pc:docMk/>
            <pc:sldMk cId="3238683003" sldId="256"/>
            <ac:spMk id="60" creationId="{A4A161CC-6DC5-4863-B213-94529D6E06D7}"/>
          </ac:spMkLst>
        </pc:spChg>
        <pc:spChg chg="add del">
          <ac:chgData name="동혁 임" userId="879f4c796d7a5333" providerId="LiveId" clId="{0C13D58B-97DF-4565-AAEC-23B22FE47640}" dt="2020-05-30T06:15:00.070" v="99" actId="26606"/>
          <ac:spMkLst>
            <pc:docMk/>
            <pc:sldMk cId="3238683003" sldId="256"/>
            <ac:spMk id="62" creationId="{1DB7C82F-AB7E-4F0C-B829-FA1B9C415180}"/>
          </ac:spMkLst>
        </pc:spChg>
        <pc:spChg chg="add del">
          <ac:chgData name="동혁 임" userId="879f4c796d7a5333" providerId="LiveId" clId="{0C13D58B-97DF-4565-AAEC-23B22FE47640}" dt="2020-05-30T07:00:45.185" v="3289" actId="26606"/>
          <ac:spMkLst>
            <pc:docMk/>
            <pc:sldMk cId="3238683003" sldId="256"/>
            <ac:spMk id="64" creationId="{AB45A142-4255-493C-8284-5D566C121B10}"/>
          </ac:spMkLst>
        </pc:spChg>
        <pc:spChg chg="add del">
          <ac:chgData name="동혁 임" userId="879f4c796d7a5333" providerId="LiveId" clId="{0C13D58B-97DF-4565-AAEC-23B22FE47640}" dt="2020-05-30T07:19:21.263" v="6112" actId="26606"/>
          <ac:spMkLst>
            <pc:docMk/>
            <pc:sldMk cId="3238683003" sldId="256"/>
            <ac:spMk id="70" creationId="{DCF72F19-1473-448C-AA14-0CB8AA374CF0}"/>
          </ac:spMkLst>
        </pc:spChg>
        <pc:spChg chg="add del">
          <ac:chgData name="동혁 임" userId="879f4c796d7a5333" providerId="LiveId" clId="{0C13D58B-97DF-4565-AAEC-23B22FE47640}" dt="2020-05-30T07:19:21.263" v="6112" actId="26606"/>
          <ac:spMkLst>
            <pc:docMk/>
            <pc:sldMk cId="3238683003" sldId="256"/>
            <ac:spMk id="76" creationId="{04357C93-F0CB-4A1C-8F77-4E9063789819}"/>
          </ac:spMkLst>
        </pc:spChg>
        <pc:spChg chg="add del">
          <ac:chgData name="동혁 임" userId="879f4c796d7a5333" providerId="LiveId" clId="{0C13D58B-97DF-4565-AAEC-23B22FE47640}" dt="2020-05-30T07:19:21.256" v="6111" actId="26606"/>
          <ac:spMkLst>
            <pc:docMk/>
            <pc:sldMk cId="3238683003" sldId="256"/>
            <ac:spMk id="81" creationId="{55666830-9A19-4E01-8505-D6C7F9AC5665}"/>
          </ac:spMkLst>
        </pc:spChg>
        <pc:spChg chg="add del">
          <ac:chgData name="동혁 임" userId="879f4c796d7a5333" providerId="LiveId" clId="{0C13D58B-97DF-4565-AAEC-23B22FE47640}" dt="2020-05-30T07:19:21.256" v="6111" actId="26606"/>
          <ac:spMkLst>
            <pc:docMk/>
            <pc:sldMk cId="3238683003" sldId="256"/>
            <ac:spMk id="83" creationId="{AE9FC877-7FB6-4D22-9988-35420644E202}"/>
          </ac:spMkLst>
        </pc:spChg>
        <pc:spChg chg="add del">
          <ac:chgData name="동혁 임" userId="879f4c796d7a5333" providerId="LiveId" clId="{0C13D58B-97DF-4565-AAEC-23B22FE47640}" dt="2020-05-30T07:19:21.256" v="6111" actId="26606"/>
          <ac:spMkLst>
            <pc:docMk/>
            <pc:sldMk cId="3238683003" sldId="256"/>
            <ac:spMk id="85" creationId="{E41809D1-F12E-46BB-B804-5F209D325E8B}"/>
          </ac:spMkLst>
        </pc:spChg>
        <pc:spChg chg="add del">
          <ac:chgData name="동혁 임" userId="879f4c796d7a5333" providerId="LiveId" clId="{0C13D58B-97DF-4565-AAEC-23B22FE47640}" dt="2020-05-30T07:19:21.256" v="6111" actId="26606"/>
          <ac:spMkLst>
            <pc:docMk/>
            <pc:sldMk cId="3238683003" sldId="256"/>
            <ac:spMk id="87" creationId="{AF2F604E-43BE-4DC3-B983-E071523364F8}"/>
          </ac:spMkLst>
        </pc:spChg>
        <pc:spChg chg="add del">
          <ac:chgData name="동혁 임" userId="879f4c796d7a5333" providerId="LiveId" clId="{0C13D58B-97DF-4565-AAEC-23B22FE47640}" dt="2020-05-30T07:19:21.256" v="6111" actId="26606"/>
          <ac:spMkLst>
            <pc:docMk/>
            <pc:sldMk cId="3238683003" sldId="256"/>
            <ac:spMk id="89" creationId="{08C9B587-E65E-4B52-B37C-ABEBB6E87928}"/>
          </ac:spMkLst>
        </pc:spChg>
        <pc:spChg chg="add">
          <ac:chgData name="동혁 임" userId="879f4c796d7a5333" providerId="LiveId" clId="{0C13D58B-97DF-4565-AAEC-23B22FE47640}" dt="2020-05-30T07:19:21.263" v="6112" actId="26606"/>
          <ac:spMkLst>
            <pc:docMk/>
            <pc:sldMk cId="3238683003" sldId="256"/>
            <ac:spMk id="91" creationId="{0E2F58BF-12E5-4B5A-AD25-4DAAA2742A7B}"/>
          </ac:spMkLst>
        </pc:spChg>
        <pc:spChg chg="add">
          <ac:chgData name="동혁 임" userId="879f4c796d7a5333" providerId="LiveId" clId="{0C13D58B-97DF-4565-AAEC-23B22FE47640}" dt="2020-05-30T07:19:21.263" v="6112" actId="26606"/>
          <ac:spMkLst>
            <pc:docMk/>
            <pc:sldMk cId="3238683003" sldId="256"/>
            <ac:spMk id="92" creationId="{AF2F604E-43BE-4DC3-B983-E071523364F8}"/>
          </ac:spMkLst>
        </pc:spChg>
        <pc:spChg chg="add">
          <ac:chgData name="동혁 임" userId="879f4c796d7a5333" providerId="LiveId" clId="{0C13D58B-97DF-4565-AAEC-23B22FE47640}" dt="2020-05-30T07:19:21.263" v="6112" actId="26606"/>
          <ac:spMkLst>
            <pc:docMk/>
            <pc:sldMk cId="3238683003" sldId="256"/>
            <ac:spMk id="93" creationId="{08C9B587-E65E-4B52-B37C-ABEBB6E87928}"/>
          </ac:spMkLst>
        </pc:spChg>
        <pc:grpChg chg="add del">
          <ac:chgData name="동혁 임" userId="879f4c796d7a5333" providerId="LiveId" clId="{0C13D58B-97DF-4565-AAEC-23B22FE47640}" dt="2020-05-30T07:19:21.263" v="6112" actId="26606"/>
          <ac:grpSpMkLst>
            <pc:docMk/>
            <pc:sldMk cId="3238683003" sldId="256"/>
            <ac:grpSpMk id="72" creationId="{3AF6A671-C637-4547-85F4-51B6D1881399}"/>
          </ac:grpSpMkLst>
        </pc:grpChg>
        <pc:picChg chg="add mod ord modCrop">
          <ac:chgData name="동혁 임" userId="879f4c796d7a5333" providerId="LiveId" clId="{0C13D58B-97DF-4565-AAEC-23B22FE47640}" dt="2020-05-30T07:19:53.063" v="6276" actId="18131"/>
          <ac:picMkLst>
            <pc:docMk/>
            <pc:sldMk cId="3238683003" sldId="256"/>
            <ac:picMk id="5" creationId="{474D4225-71EC-4F60-AD3D-5BAC7E7C0DFB}"/>
          </ac:picMkLst>
        </pc:picChg>
        <pc:picChg chg="add del">
          <ac:chgData name="동혁 임" userId="879f4c796d7a5333" providerId="LiveId" clId="{0C13D58B-97DF-4565-AAEC-23B22FE47640}" dt="2020-05-30T06:14:10.255" v="11" actId="26606"/>
          <ac:picMkLst>
            <pc:docMk/>
            <pc:sldMk cId="3238683003" sldId="256"/>
            <ac:picMk id="17" creationId="{7CBAE1BD-B8E4-4029-8AA2-C77E4FED9864}"/>
          </ac:picMkLst>
        </pc:picChg>
        <pc:picChg chg="add del">
          <ac:chgData name="동혁 임" userId="879f4c796d7a5333" providerId="LiveId" clId="{0C13D58B-97DF-4565-AAEC-23B22FE47640}" dt="2020-05-30T06:14:52.693" v="89" actId="26606"/>
          <ac:picMkLst>
            <pc:docMk/>
            <pc:sldMk cId="3238683003" sldId="256"/>
            <ac:picMk id="46" creationId="{5975841F-9161-4650-BCE5-20FFE7E29615}"/>
          </ac:picMkLst>
        </pc:picChg>
        <pc:cxnChg chg="add del">
          <ac:chgData name="동혁 임" userId="879f4c796d7a5333" providerId="LiveId" clId="{0C13D58B-97DF-4565-AAEC-23B22FE47640}" dt="2020-05-30T06:15:00.075" v="100" actId="26606"/>
          <ac:cxnSpMkLst>
            <pc:docMk/>
            <pc:sldMk cId="3238683003" sldId="256"/>
            <ac:cxnSpMk id="23" creationId="{38FB9660-F42F-4313-BBC4-47C007FE484C}"/>
          </ac:cxnSpMkLst>
        </pc:cxnChg>
        <pc:cxnChg chg="add del">
          <ac:chgData name="동혁 임" userId="879f4c796d7a5333" providerId="LiveId" clId="{0C13D58B-97DF-4565-AAEC-23B22FE47640}" dt="2020-05-30T06:14:51.965" v="85" actId="26606"/>
          <ac:cxnSpMkLst>
            <pc:docMk/>
            <pc:sldMk cId="3238683003" sldId="256"/>
            <ac:cxnSpMk id="26" creationId="{23B93832-6514-44F4-849B-5EE2C8A2337D}"/>
          </ac:cxnSpMkLst>
        </pc:cxnChg>
        <pc:cxnChg chg="add del">
          <ac:chgData name="동혁 임" userId="879f4c796d7a5333" providerId="LiveId" clId="{0C13D58B-97DF-4565-AAEC-23B22FE47640}" dt="2020-05-30T06:14:42.656" v="73" actId="26606"/>
          <ac:cxnSpMkLst>
            <pc:docMk/>
            <pc:sldMk cId="3238683003" sldId="256"/>
            <ac:cxnSpMk id="30" creationId="{AC65C03C-3F17-45DC-A1B9-35ACA43397D4}"/>
          </ac:cxnSpMkLst>
        </pc:cxnChg>
        <pc:cxnChg chg="add del">
          <ac:chgData name="동혁 임" userId="879f4c796d7a5333" providerId="LiveId" clId="{0C13D58B-97DF-4565-AAEC-23B22FE47640}" dt="2020-05-30T06:14:45.906" v="75" actId="26606"/>
          <ac:cxnSpMkLst>
            <pc:docMk/>
            <pc:sldMk cId="3238683003" sldId="256"/>
            <ac:cxnSpMk id="35" creationId="{38FB9660-F42F-4313-BBC4-47C007FE484C}"/>
          </ac:cxnSpMkLst>
        </pc:cxnChg>
        <pc:cxnChg chg="add del">
          <ac:chgData name="동혁 임" userId="879f4c796d7a5333" providerId="LiveId" clId="{0C13D58B-97DF-4565-AAEC-23B22FE47640}" dt="2020-05-30T06:14:47.356" v="77" actId="26606"/>
          <ac:cxnSpMkLst>
            <pc:docMk/>
            <pc:sldMk cId="3238683003" sldId="256"/>
            <ac:cxnSpMk id="39" creationId="{C41BAEC7-F7B0-4224-8B18-8F74B7D87F0B}"/>
          </ac:cxnSpMkLst>
        </pc:cxnChg>
        <pc:cxnChg chg="add del">
          <ac:chgData name="동혁 임" userId="879f4c796d7a5333" providerId="LiveId" clId="{0C13D58B-97DF-4565-AAEC-23B22FE47640}" dt="2020-05-30T06:14:49.437" v="81" actId="26606"/>
          <ac:cxnSpMkLst>
            <pc:docMk/>
            <pc:sldMk cId="3238683003" sldId="256"/>
            <ac:cxnSpMk id="44" creationId="{07A9243D-8FC3-4B36-874B-55906B03F484}"/>
          </ac:cxnSpMkLst>
        </pc:cxnChg>
        <pc:cxnChg chg="add del">
          <ac:chgData name="동혁 임" userId="879f4c796d7a5333" providerId="LiveId" clId="{0C13D58B-97DF-4565-AAEC-23B22FE47640}" dt="2020-05-30T06:14:56.373" v="93" actId="26606"/>
          <ac:cxnSpMkLst>
            <pc:docMk/>
            <pc:sldMk cId="3238683003" sldId="256"/>
            <ac:cxnSpMk id="53" creationId="{040575EE-C594-4566-BC00-663004E52AB5}"/>
          </ac:cxnSpMkLst>
        </pc:cxnChg>
        <pc:cxnChg chg="add del">
          <ac:chgData name="동혁 임" userId="879f4c796d7a5333" providerId="LiveId" clId="{0C13D58B-97DF-4565-AAEC-23B22FE47640}" dt="2020-05-30T06:14:59.225" v="95" actId="26606"/>
          <ac:cxnSpMkLst>
            <pc:docMk/>
            <pc:sldMk cId="3238683003" sldId="256"/>
            <ac:cxnSpMk id="56" creationId="{040575EE-C594-4566-BC00-663004E52AB5}"/>
          </ac:cxnSpMkLst>
        </pc:cxnChg>
        <pc:cxnChg chg="add del">
          <ac:chgData name="동혁 임" userId="879f4c796d7a5333" providerId="LiveId" clId="{0C13D58B-97DF-4565-AAEC-23B22FE47640}" dt="2020-05-30T06:14:59.559" v="97" actId="26606"/>
          <ac:cxnSpMkLst>
            <pc:docMk/>
            <pc:sldMk cId="3238683003" sldId="256"/>
            <ac:cxnSpMk id="59" creationId="{AC65C03C-3F17-45DC-A1B9-35ACA43397D4}"/>
          </ac:cxnSpMkLst>
        </pc:cxnChg>
        <pc:cxnChg chg="add del">
          <ac:chgData name="동혁 임" userId="879f4c796d7a5333" providerId="LiveId" clId="{0C13D58B-97DF-4565-AAEC-23B22FE47640}" dt="2020-05-30T07:00:45.185" v="3289" actId="26606"/>
          <ac:cxnSpMkLst>
            <pc:docMk/>
            <pc:sldMk cId="3238683003" sldId="256"/>
            <ac:cxnSpMk id="65" creationId="{38FB9660-F42F-4313-BBC4-47C007FE484C}"/>
          </ac:cxnSpMkLst>
        </pc:cxnChg>
      </pc:sldChg>
      <pc:sldChg chg="new del">
        <pc:chgData name="동혁 임" userId="879f4c796d7a5333" providerId="LiveId" clId="{0C13D58B-97DF-4565-AAEC-23B22FE47640}" dt="2020-05-30T06:16:26.528" v="452" actId="47"/>
        <pc:sldMkLst>
          <pc:docMk/>
          <pc:sldMk cId="313638130" sldId="257"/>
        </pc:sldMkLst>
      </pc:sldChg>
      <pc:sldChg chg="modSp new del mod">
        <pc:chgData name="동혁 임" userId="879f4c796d7a5333" providerId="LiveId" clId="{0C13D58B-97DF-4565-AAEC-23B22FE47640}" dt="2020-05-30T06:15:17.193" v="124" actId="47"/>
        <pc:sldMkLst>
          <pc:docMk/>
          <pc:sldMk cId="441943444" sldId="257"/>
        </pc:sldMkLst>
        <pc:spChg chg="mod">
          <ac:chgData name="동혁 임" userId="879f4c796d7a5333" providerId="LiveId" clId="{0C13D58B-97DF-4565-AAEC-23B22FE47640}" dt="2020-05-30T06:15:15.780" v="123"/>
          <ac:spMkLst>
            <pc:docMk/>
            <pc:sldMk cId="441943444" sldId="257"/>
            <ac:spMk id="2" creationId="{61177C75-4128-41BA-91B3-7F78AAA7AF9B}"/>
          </ac:spMkLst>
        </pc:spChg>
      </pc:sldChg>
      <pc:sldChg chg="modSp new del mod">
        <pc:chgData name="동혁 임" userId="879f4c796d7a5333" providerId="LiveId" clId="{0C13D58B-97DF-4565-AAEC-23B22FE47640}" dt="2020-05-30T06:16:21.643" v="450" actId="47"/>
        <pc:sldMkLst>
          <pc:docMk/>
          <pc:sldMk cId="2201697892" sldId="257"/>
        </pc:sldMkLst>
        <pc:spChg chg="mod">
          <ac:chgData name="동혁 임" userId="879f4c796d7a5333" providerId="LiveId" clId="{0C13D58B-97DF-4565-AAEC-23B22FE47640}" dt="2020-05-30T06:15:29.458" v="147"/>
          <ac:spMkLst>
            <pc:docMk/>
            <pc:sldMk cId="2201697892" sldId="257"/>
            <ac:spMk id="2" creationId="{6E0BA4BD-6B4F-4AC9-AAE8-3734CB30E53E}"/>
          </ac:spMkLst>
        </pc:spChg>
        <pc:spChg chg="mod">
          <ac:chgData name="동혁 임" userId="879f4c796d7a5333" providerId="LiveId" clId="{0C13D58B-97DF-4565-AAEC-23B22FE47640}" dt="2020-05-30T06:16:18.378" v="449" actId="20577"/>
          <ac:spMkLst>
            <pc:docMk/>
            <pc:sldMk cId="2201697892" sldId="257"/>
            <ac:spMk id="3" creationId="{7E018353-3237-4D5C-A9DC-185AF0F0C64C}"/>
          </ac:spMkLst>
        </pc:spChg>
      </pc:sldChg>
      <pc:sldChg chg="addSp delSp modSp new mod setBg setClrOvrMap delDesignElem">
        <pc:chgData name="동혁 임" userId="879f4c796d7a5333" providerId="LiveId" clId="{0C13D58B-97DF-4565-AAEC-23B22FE47640}" dt="2020-05-30T07:20:02.930" v="6277" actId="2711"/>
        <pc:sldMkLst>
          <pc:docMk/>
          <pc:sldMk cId="3193796049" sldId="257"/>
        </pc:sldMkLst>
        <pc:spChg chg="mod">
          <ac:chgData name="동혁 임" userId="879f4c796d7a5333" providerId="LiveId" clId="{0C13D58B-97DF-4565-AAEC-23B22FE47640}" dt="2020-05-30T07:20:02.930" v="6277" actId="2711"/>
          <ac:spMkLst>
            <pc:docMk/>
            <pc:sldMk cId="3193796049" sldId="257"/>
            <ac:spMk id="2" creationId="{9CD9A526-7946-47D6-B0E4-1E488E4891F9}"/>
          </ac:spMkLst>
        </pc:spChg>
        <pc:spChg chg="mod">
          <ac:chgData name="동혁 임" userId="879f4c796d7a5333" providerId="LiveId" clId="{0C13D58B-97DF-4565-AAEC-23B22FE47640}" dt="2020-05-30T07:20:02.930" v="6277" actId="2711"/>
          <ac:spMkLst>
            <pc:docMk/>
            <pc:sldMk cId="3193796049" sldId="257"/>
            <ac:spMk id="3" creationId="{384C306C-01B9-48E5-914A-0D0231BCECD2}"/>
          </ac:spMkLst>
        </pc:spChg>
        <pc:spChg chg="add del">
          <ac:chgData name="동혁 임" userId="879f4c796d7a5333" providerId="LiveId" clId="{0C13D58B-97DF-4565-AAEC-23B22FE47640}" dt="2020-05-30T06:16:52.512" v="522" actId="26606"/>
          <ac:spMkLst>
            <pc:docMk/>
            <pc:sldMk cId="3193796049" sldId="257"/>
            <ac:spMk id="8" creationId="{2A8AA5BC-4F7A-4226-8F99-6D824B226A97}"/>
          </ac:spMkLst>
        </pc:spChg>
        <pc:spChg chg="add del">
          <ac:chgData name="동혁 임" userId="879f4c796d7a5333" providerId="LiveId" clId="{0C13D58B-97DF-4565-AAEC-23B22FE47640}" dt="2020-05-30T06:16:52.512" v="522" actId="26606"/>
          <ac:spMkLst>
            <pc:docMk/>
            <pc:sldMk cId="3193796049" sldId="257"/>
            <ac:spMk id="10" creationId="{3E5445C6-DD42-4979-86FF-03730E8C6DB0}"/>
          </ac:spMkLst>
        </pc:spChg>
        <pc:spChg chg="add del">
          <ac:chgData name="동혁 임" userId="879f4c796d7a5333" providerId="LiveId" clId="{0C13D58B-97DF-4565-AAEC-23B22FE47640}" dt="2020-05-30T07:03:29.123" v="3835" actId="26606"/>
          <ac:spMkLst>
            <pc:docMk/>
            <pc:sldMk cId="3193796049" sldId="257"/>
            <ac:spMk id="14" creationId="{5FB946D7-1CA4-446E-8795-007CACFDEB88}"/>
          </ac:spMkLst>
        </pc:spChg>
        <pc:spChg chg="add del">
          <ac:chgData name="동혁 임" userId="879f4c796d7a5333" providerId="LiveId" clId="{0C13D58B-97DF-4565-AAEC-23B22FE47640}" dt="2020-05-30T07:03:29.123" v="3835" actId="26606"/>
          <ac:spMkLst>
            <pc:docMk/>
            <pc:sldMk cId="3193796049" sldId="257"/>
            <ac:spMk id="15" creationId="{192416F2-BC84-4D7C-80C6-6296C10C3819}"/>
          </ac:spMkLst>
        </pc:spChg>
        <pc:spChg chg="add del">
          <ac:chgData name="동혁 임" userId="879f4c796d7a5333" providerId="LiveId" clId="{0C13D58B-97DF-4565-AAEC-23B22FE47640}" dt="2020-05-30T07:19:14.625" v="6109" actId="26606"/>
          <ac:spMkLst>
            <pc:docMk/>
            <pc:sldMk cId="3193796049" sldId="257"/>
            <ac:spMk id="21" creationId="{9095C1F4-AE7F-44E4-8693-40D3D6831140}"/>
          </ac:spMkLst>
        </pc:spChg>
        <pc:spChg chg="add del">
          <ac:chgData name="동혁 임" userId="879f4c796d7a5333" providerId="LiveId" clId="{0C13D58B-97DF-4565-AAEC-23B22FE47640}" dt="2020-05-30T07:19:14.625" v="6109" actId="26606"/>
          <ac:spMkLst>
            <pc:docMk/>
            <pc:sldMk cId="3193796049" sldId="257"/>
            <ac:spMk id="27" creationId="{871AEA07-1E14-44B4-8E55-64EF049CD66F}"/>
          </ac:spMkLst>
        </pc:spChg>
        <pc:spChg chg="add">
          <ac:chgData name="동혁 임" userId="879f4c796d7a5333" providerId="LiveId" clId="{0C13D58B-97DF-4565-AAEC-23B22FE47640}" dt="2020-05-30T07:19:14.625" v="6109" actId="26606"/>
          <ac:spMkLst>
            <pc:docMk/>
            <pc:sldMk cId="3193796049" sldId="257"/>
            <ac:spMk id="29" creationId="{FFD48BC7-DC40-47DE-87EE-9F4B6ECB9ABB}"/>
          </ac:spMkLst>
        </pc:spChg>
        <pc:spChg chg="add">
          <ac:chgData name="동혁 임" userId="879f4c796d7a5333" providerId="LiveId" clId="{0C13D58B-97DF-4565-AAEC-23B22FE47640}" dt="2020-05-30T07:19:14.625" v="6109" actId="26606"/>
          <ac:spMkLst>
            <pc:docMk/>
            <pc:sldMk cId="3193796049" sldId="257"/>
            <ac:spMk id="30" creationId="{E502BBC7-2C76-46F3-BC24-5985BC13DB88}"/>
          </ac:spMkLst>
        </pc:spChg>
        <pc:spChg chg="add">
          <ac:chgData name="동혁 임" userId="879f4c796d7a5333" providerId="LiveId" clId="{0C13D58B-97DF-4565-AAEC-23B22FE47640}" dt="2020-05-30T07:19:14.625" v="6109" actId="26606"/>
          <ac:spMkLst>
            <pc:docMk/>
            <pc:sldMk cId="3193796049" sldId="257"/>
            <ac:spMk id="31" creationId="{3629484E-3792-4B3D-89AD-7C8A1ED0E0D4}"/>
          </ac:spMkLst>
        </pc:spChg>
        <pc:spChg chg="add del">
          <ac:chgData name="동혁 임" userId="879f4c796d7a5333" providerId="LiveId" clId="{0C13D58B-97DF-4565-AAEC-23B22FE47640}" dt="2020-05-30T07:03:56.100" v="3868" actId="26606"/>
          <ac:spMkLst>
            <pc:docMk/>
            <pc:sldMk cId="3193796049" sldId="257"/>
            <ac:spMk id="32" creationId="{9095C1F4-AE7F-44E4-8693-40D3D6831140}"/>
          </ac:spMkLst>
        </pc:spChg>
        <pc:spChg chg="add">
          <ac:chgData name="동혁 임" userId="879f4c796d7a5333" providerId="LiveId" clId="{0C13D58B-97DF-4565-AAEC-23B22FE47640}" dt="2020-05-30T07:19:14.625" v="6109" actId="26606"/>
          <ac:spMkLst>
            <pc:docMk/>
            <pc:sldMk cId="3193796049" sldId="257"/>
            <ac:spMk id="36" creationId="{C7F28D52-2A5F-4D23-81AE-7CB8B591C7AF}"/>
          </ac:spMkLst>
        </pc:spChg>
        <pc:spChg chg="add del">
          <ac:chgData name="동혁 임" userId="879f4c796d7a5333" providerId="LiveId" clId="{0C13D58B-97DF-4565-AAEC-23B22FE47640}" dt="2020-05-30T07:03:56.100" v="3868" actId="26606"/>
          <ac:spMkLst>
            <pc:docMk/>
            <pc:sldMk cId="3193796049" sldId="257"/>
            <ac:spMk id="38" creationId="{871AEA07-1E14-44B4-8E55-64EF049CD66F}"/>
          </ac:spMkLst>
        </pc:spChg>
        <pc:grpChg chg="add del">
          <ac:chgData name="동혁 임" userId="879f4c796d7a5333" providerId="LiveId" clId="{0C13D58B-97DF-4565-AAEC-23B22FE47640}" dt="2020-05-30T07:19:14.625" v="6109" actId="26606"/>
          <ac:grpSpMkLst>
            <pc:docMk/>
            <pc:sldMk cId="3193796049" sldId="257"/>
            <ac:grpSpMk id="23" creationId="{8734DDD3-F723-4DD3-8ABE-EC0B2AC87D74}"/>
          </ac:grpSpMkLst>
        </pc:grpChg>
        <pc:grpChg chg="add del">
          <ac:chgData name="동혁 임" userId="879f4c796d7a5333" providerId="LiveId" clId="{0C13D58B-97DF-4565-AAEC-23B22FE47640}" dt="2020-05-30T07:03:56.100" v="3868" actId="26606"/>
          <ac:grpSpMkLst>
            <pc:docMk/>
            <pc:sldMk cId="3193796049" sldId="257"/>
            <ac:grpSpMk id="34" creationId="{8734DDD3-F723-4DD3-8ABE-EC0B2AC87D74}"/>
          </ac:grpSpMkLst>
        </pc:grpChg>
        <pc:cxnChg chg="add del">
          <ac:chgData name="동혁 임" userId="879f4c796d7a5333" providerId="LiveId" clId="{0C13D58B-97DF-4565-AAEC-23B22FE47640}" dt="2020-05-30T06:16:52.512" v="522" actId="26606"/>
          <ac:cxnSpMkLst>
            <pc:docMk/>
            <pc:sldMk cId="3193796049" sldId="257"/>
            <ac:cxnSpMk id="12" creationId="{45000665-DFC7-417E-8FD7-516A0F15C975}"/>
          </ac:cxnSpMkLst>
        </pc:cxnChg>
        <pc:cxnChg chg="add del">
          <ac:chgData name="동혁 임" userId="879f4c796d7a5333" providerId="LiveId" clId="{0C13D58B-97DF-4565-AAEC-23B22FE47640}" dt="2020-05-30T07:03:29.123" v="3835" actId="26606"/>
          <ac:cxnSpMkLst>
            <pc:docMk/>
            <pc:sldMk cId="3193796049" sldId="257"/>
            <ac:cxnSpMk id="16" creationId="{2330623A-AB89-4E04-AC9A-2BAFBF85AE3A}"/>
          </ac:cxnSpMkLst>
        </pc:cxnChg>
      </pc:sldChg>
      <pc:sldChg chg="addSp delSp modSp new mod setBg setClrOvrMap delDesignElem">
        <pc:chgData name="동혁 임" userId="879f4c796d7a5333" providerId="LiveId" clId="{0C13D58B-97DF-4565-AAEC-23B22FE47640}" dt="2020-05-30T07:19:10.543" v="6108" actId="26606"/>
        <pc:sldMkLst>
          <pc:docMk/>
          <pc:sldMk cId="2199077617" sldId="258"/>
        </pc:sldMkLst>
        <pc:spChg chg="mod">
          <ac:chgData name="동혁 임" userId="879f4c796d7a5333" providerId="LiveId" clId="{0C13D58B-97DF-4565-AAEC-23B22FE47640}" dt="2020-05-30T07:19:10.543" v="6108" actId="26606"/>
          <ac:spMkLst>
            <pc:docMk/>
            <pc:sldMk cId="2199077617" sldId="258"/>
            <ac:spMk id="2" creationId="{D1E22BF8-A111-4F46-A0F7-BB83AFFA8D42}"/>
          </ac:spMkLst>
        </pc:spChg>
        <pc:spChg chg="mod">
          <ac:chgData name="동혁 임" userId="879f4c796d7a5333" providerId="LiveId" clId="{0C13D58B-97DF-4565-AAEC-23B22FE47640}" dt="2020-05-30T07:19:10.543" v="6108" actId="26606"/>
          <ac:spMkLst>
            <pc:docMk/>
            <pc:sldMk cId="2199077617" sldId="258"/>
            <ac:spMk id="3" creationId="{4576B908-963E-4293-83CF-673F695503F1}"/>
          </ac:spMkLst>
        </pc:spChg>
        <pc:spChg chg="add del">
          <ac:chgData name="동혁 임" userId="879f4c796d7a5333" providerId="LiveId" clId="{0C13D58B-97DF-4565-AAEC-23B22FE47640}" dt="2020-05-30T06:18:22.454" v="803" actId="26606"/>
          <ac:spMkLst>
            <pc:docMk/>
            <pc:sldMk cId="2199077617" sldId="258"/>
            <ac:spMk id="8" creationId="{5FB946D7-1CA4-446E-8795-007CACFDEB88}"/>
          </ac:spMkLst>
        </pc:spChg>
        <pc:spChg chg="add del">
          <ac:chgData name="동혁 임" userId="879f4c796d7a5333" providerId="LiveId" clId="{0C13D58B-97DF-4565-AAEC-23B22FE47640}" dt="2020-05-30T06:18:22.454" v="803" actId="26606"/>
          <ac:spMkLst>
            <pc:docMk/>
            <pc:sldMk cId="2199077617" sldId="258"/>
            <ac:spMk id="10" creationId="{192416F2-BC84-4D7C-80C6-6296C10C3819}"/>
          </ac:spMkLst>
        </pc:spChg>
        <pc:spChg chg="add del">
          <ac:chgData name="동혁 임" userId="879f4c796d7a5333" providerId="LiveId" clId="{0C13D58B-97DF-4565-AAEC-23B22FE47640}" dt="2020-05-30T07:04:03.910" v="3871" actId="26606"/>
          <ac:spMkLst>
            <pc:docMk/>
            <pc:sldMk cId="2199077617" sldId="258"/>
            <ac:spMk id="14" creationId="{AD72D4D1-076F-49D3-9889-EFC4F6D7CA66}"/>
          </ac:spMkLst>
        </pc:spChg>
        <pc:spChg chg="add del">
          <ac:chgData name="동혁 임" userId="879f4c796d7a5333" providerId="LiveId" clId="{0C13D58B-97DF-4565-AAEC-23B22FE47640}" dt="2020-05-30T07:04:03.904" v="3870" actId="26606"/>
          <ac:spMkLst>
            <pc:docMk/>
            <pc:sldMk cId="2199077617" sldId="258"/>
            <ac:spMk id="20" creationId="{9095C1F4-AE7F-44E4-8693-40D3D6831140}"/>
          </ac:spMkLst>
        </pc:spChg>
        <pc:spChg chg="add del">
          <ac:chgData name="동혁 임" userId="879f4c796d7a5333" providerId="LiveId" clId="{0C13D58B-97DF-4565-AAEC-23B22FE47640}" dt="2020-05-30T07:04:03.904" v="3870" actId="26606"/>
          <ac:spMkLst>
            <pc:docMk/>
            <pc:sldMk cId="2199077617" sldId="258"/>
            <ac:spMk id="26" creationId="{871AEA07-1E14-44B4-8E55-64EF049CD66F}"/>
          </ac:spMkLst>
        </pc:spChg>
        <pc:spChg chg="add del">
          <ac:chgData name="동혁 임" userId="879f4c796d7a5333" providerId="LiveId" clId="{0C13D58B-97DF-4565-AAEC-23B22FE47640}" dt="2020-05-30T07:04:23.579" v="3873" actId="26606"/>
          <ac:spMkLst>
            <pc:docMk/>
            <pc:sldMk cId="2199077617" sldId="258"/>
            <ac:spMk id="28" creationId="{4522B21E-B2B9-4C72-9A71-C87EFD137480}"/>
          </ac:spMkLst>
        </pc:spChg>
        <pc:spChg chg="add del">
          <ac:chgData name="동혁 임" userId="879f4c796d7a5333" providerId="LiveId" clId="{0C13D58B-97DF-4565-AAEC-23B22FE47640}" dt="2020-05-30T07:04:23.579" v="3873" actId="26606"/>
          <ac:spMkLst>
            <pc:docMk/>
            <pc:sldMk cId="2199077617" sldId="258"/>
            <ac:spMk id="29" creationId="{5EB7D2A2-F448-44D4-938C-DC84CBCB3B1E}"/>
          </ac:spMkLst>
        </pc:spChg>
        <pc:spChg chg="add del">
          <ac:chgData name="동혁 임" userId="879f4c796d7a5333" providerId="LiveId" clId="{0C13D58B-97DF-4565-AAEC-23B22FE47640}" dt="2020-05-30T07:04:23.579" v="3873" actId="26606"/>
          <ac:spMkLst>
            <pc:docMk/>
            <pc:sldMk cId="2199077617" sldId="258"/>
            <ac:spMk id="30" creationId="{871AEA07-1E14-44B4-8E55-64EF049CD66F}"/>
          </ac:spMkLst>
        </pc:spChg>
        <pc:spChg chg="add del">
          <ac:chgData name="동혁 임" userId="879f4c796d7a5333" providerId="LiveId" clId="{0C13D58B-97DF-4565-AAEC-23B22FE47640}" dt="2020-05-30T07:19:10.543" v="6108" actId="26606"/>
          <ac:spMkLst>
            <pc:docMk/>
            <pc:sldMk cId="2199077617" sldId="258"/>
            <ac:spMk id="36" creationId="{D5B339F4-93B9-4E04-9721-143AD6782EA9}"/>
          </ac:spMkLst>
        </pc:spChg>
        <pc:spChg chg="add del">
          <ac:chgData name="동혁 임" userId="879f4c796d7a5333" providerId="LiveId" clId="{0C13D58B-97DF-4565-AAEC-23B22FE47640}" dt="2020-05-30T07:19:10.543" v="6108" actId="26606"/>
          <ac:spMkLst>
            <pc:docMk/>
            <pc:sldMk cId="2199077617" sldId="258"/>
            <ac:spMk id="42" creationId="{871AEA07-1E14-44B4-8E55-64EF049CD66F}"/>
          </ac:spMkLst>
        </pc:spChg>
        <pc:spChg chg="add">
          <ac:chgData name="동혁 임" userId="879f4c796d7a5333" providerId="LiveId" clId="{0C13D58B-97DF-4565-AAEC-23B22FE47640}" dt="2020-05-30T07:19:10.543" v="6108" actId="26606"/>
          <ac:spMkLst>
            <pc:docMk/>
            <pc:sldMk cId="2199077617" sldId="258"/>
            <ac:spMk id="47" creationId="{CBB2B1F0-0DD6-4744-9A46-7A344FB48E40}"/>
          </ac:spMkLst>
        </pc:spChg>
        <pc:spChg chg="add">
          <ac:chgData name="동혁 임" userId="879f4c796d7a5333" providerId="LiveId" clId="{0C13D58B-97DF-4565-AAEC-23B22FE47640}" dt="2020-05-30T07:19:10.543" v="6108" actId="26606"/>
          <ac:spMkLst>
            <pc:docMk/>
            <pc:sldMk cId="2199077617" sldId="258"/>
            <ac:spMk id="49" creationId="{52D502E5-F6B4-4D58-B4AE-FC466FF15EE8}"/>
          </ac:spMkLst>
        </pc:spChg>
        <pc:spChg chg="add">
          <ac:chgData name="동혁 임" userId="879f4c796d7a5333" providerId="LiveId" clId="{0C13D58B-97DF-4565-AAEC-23B22FE47640}" dt="2020-05-30T07:19:10.543" v="6108" actId="26606"/>
          <ac:spMkLst>
            <pc:docMk/>
            <pc:sldMk cId="2199077617" sldId="258"/>
            <ac:spMk id="51" creationId="{9DECDBF4-02B6-4BB4-B65B-B8107AD6A9E8}"/>
          </ac:spMkLst>
        </pc:spChg>
        <pc:grpChg chg="add del">
          <ac:chgData name="동혁 임" userId="879f4c796d7a5333" providerId="LiveId" clId="{0C13D58B-97DF-4565-AAEC-23B22FE47640}" dt="2020-05-30T07:04:03.904" v="3870" actId="26606"/>
          <ac:grpSpMkLst>
            <pc:docMk/>
            <pc:sldMk cId="2199077617" sldId="258"/>
            <ac:grpSpMk id="22" creationId="{8734DDD3-F723-4DD3-8ABE-EC0B2AC87D74}"/>
          </ac:grpSpMkLst>
        </pc:grpChg>
        <pc:grpChg chg="add del">
          <ac:chgData name="동혁 임" userId="879f4c796d7a5333" providerId="LiveId" clId="{0C13D58B-97DF-4565-AAEC-23B22FE47640}" dt="2020-05-30T07:19:10.543" v="6108" actId="26606"/>
          <ac:grpSpMkLst>
            <pc:docMk/>
            <pc:sldMk cId="2199077617" sldId="258"/>
            <ac:grpSpMk id="38" creationId="{8734DDD3-F723-4DD3-8ABE-EC0B2AC87D74}"/>
          </ac:grpSpMkLst>
        </pc:grpChg>
        <pc:cxnChg chg="add del">
          <ac:chgData name="동혁 임" userId="879f4c796d7a5333" providerId="LiveId" clId="{0C13D58B-97DF-4565-AAEC-23B22FE47640}" dt="2020-05-30T06:18:22.454" v="803" actId="26606"/>
          <ac:cxnSpMkLst>
            <pc:docMk/>
            <pc:sldMk cId="2199077617" sldId="258"/>
            <ac:cxnSpMk id="12" creationId="{2330623A-AB89-4E04-AC9A-2BAFBF85AE3A}"/>
          </ac:cxnSpMkLst>
        </pc:cxnChg>
        <pc:cxnChg chg="add del">
          <ac:chgData name="동혁 임" userId="879f4c796d7a5333" providerId="LiveId" clId="{0C13D58B-97DF-4565-AAEC-23B22FE47640}" dt="2020-05-30T07:04:03.910" v="3871" actId="26606"/>
          <ac:cxnSpMkLst>
            <pc:docMk/>
            <pc:sldMk cId="2199077617" sldId="258"/>
            <ac:cxnSpMk id="15" creationId="{2D72A2C9-F3CA-4216-8BAD-FA4C970C3C4E}"/>
          </ac:cxnSpMkLst>
        </pc:cxnChg>
        <pc:cxnChg chg="add del">
          <ac:chgData name="동혁 임" userId="879f4c796d7a5333" providerId="LiveId" clId="{0C13D58B-97DF-4565-AAEC-23B22FE47640}" dt="2020-05-30T07:04:23.579" v="3873" actId="26606"/>
          <ac:cxnSpMkLst>
            <pc:docMk/>
            <pc:sldMk cId="2199077617" sldId="258"/>
            <ac:cxnSpMk id="31" creationId="{F7C8EA93-3210-4C62-99E9-153C275E3A87}"/>
          </ac:cxnSpMkLst>
        </pc:cxnChg>
      </pc:sldChg>
      <pc:sldChg chg="addSp delSp modSp new mod setBg setClrOvrMap delDesignElem">
        <pc:chgData name="동혁 임" userId="879f4c796d7a5333" providerId="LiveId" clId="{0C13D58B-97DF-4565-AAEC-23B22FE47640}" dt="2020-05-30T07:20:13.478" v="6278" actId="2711"/>
        <pc:sldMkLst>
          <pc:docMk/>
          <pc:sldMk cId="3420518694" sldId="259"/>
        </pc:sldMkLst>
        <pc:spChg chg="mod">
          <ac:chgData name="동혁 임" userId="879f4c796d7a5333" providerId="LiveId" clId="{0C13D58B-97DF-4565-AAEC-23B22FE47640}" dt="2020-05-30T07:20:13.478" v="6278" actId="2711"/>
          <ac:spMkLst>
            <pc:docMk/>
            <pc:sldMk cId="3420518694" sldId="259"/>
            <ac:spMk id="2" creationId="{EDAF6D84-8072-4A15-B1DE-F210AAB03A68}"/>
          </ac:spMkLst>
        </pc:spChg>
        <pc:spChg chg="mod">
          <ac:chgData name="동혁 임" userId="879f4c796d7a5333" providerId="LiveId" clId="{0C13D58B-97DF-4565-AAEC-23B22FE47640}" dt="2020-05-30T07:20:13.478" v="6278" actId="2711"/>
          <ac:spMkLst>
            <pc:docMk/>
            <pc:sldMk cId="3420518694" sldId="259"/>
            <ac:spMk id="3" creationId="{0C14DC7B-2708-4633-8702-9B2BAF3C646E}"/>
          </ac:spMkLst>
        </pc:spChg>
        <pc:spChg chg="add del">
          <ac:chgData name="동혁 임" userId="879f4c796d7a5333" providerId="LiveId" clId="{0C13D58B-97DF-4565-AAEC-23B22FE47640}" dt="2020-05-30T07:05:02.527" v="3897" actId="26606"/>
          <ac:spMkLst>
            <pc:docMk/>
            <pc:sldMk cId="3420518694" sldId="259"/>
            <ac:spMk id="8" creationId="{2A8AA5BC-4F7A-4226-8F99-6D824B226A97}"/>
          </ac:spMkLst>
        </pc:spChg>
        <pc:spChg chg="add del">
          <ac:chgData name="동혁 임" userId="879f4c796d7a5333" providerId="LiveId" clId="{0C13D58B-97DF-4565-AAEC-23B22FE47640}" dt="2020-05-30T07:05:02.527" v="3897" actId="26606"/>
          <ac:spMkLst>
            <pc:docMk/>
            <pc:sldMk cId="3420518694" sldId="259"/>
            <ac:spMk id="10" creationId="{3E5445C6-DD42-4979-86FF-03730E8C6DB0}"/>
          </ac:spMkLst>
        </pc:spChg>
        <pc:spChg chg="add del">
          <ac:chgData name="동혁 임" userId="879f4c796d7a5333" providerId="LiveId" clId="{0C13D58B-97DF-4565-AAEC-23B22FE47640}" dt="2020-05-30T07:19:06.778" v="6107" actId="26606"/>
          <ac:spMkLst>
            <pc:docMk/>
            <pc:sldMk cId="3420518694" sldId="259"/>
            <ac:spMk id="17" creationId="{9095C1F4-AE7F-44E4-8693-40D3D6831140}"/>
          </ac:spMkLst>
        </pc:spChg>
        <pc:spChg chg="add del">
          <ac:chgData name="동혁 임" userId="879f4c796d7a5333" providerId="LiveId" clId="{0C13D58B-97DF-4565-AAEC-23B22FE47640}" dt="2020-05-30T07:19:06.778" v="6107" actId="26606"/>
          <ac:spMkLst>
            <pc:docMk/>
            <pc:sldMk cId="3420518694" sldId="259"/>
            <ac:spMk id="23" creationId="{871AEA07-1E14-44B4-8E55-64EF049CD66F}"/>
          </ac:spMkLst>
        </pc:spChg>
        <pc:spChg chg="add">
          <ac:chgData name="동혁 임" userId="879f4c796d7a5333" providerId="LiveId" clId="{0C13D58B-97DF-4565-AAEC-23B22FE47640}" dt="2020-05-30T07:19:06.778" v="6107" actId="26606"/>
          <ac:spMkLst>
            <pc:docMk/>
            <pc:sldMk cId="3420518694" sldId="259"/>
            <ac:spMk id="28" creationId="{1ACA2EA0-FFD3-42EC-9406-B595015ED96E}"/>
          </ac:spMkLst>
        </pc:spChg>
        <pc:spChg chg="add">
          <ac:chgData name="동혁 임" userId="879f4c796d7a5333" providerId="LiveId" clId="{0C13D58B-97DF-4565-AAEC-23B22FE47640}" dt="2020-05-30T07:19:06.778" v="6107" actId="26606"/>
          <ac:spMkLst>
            <pc:docMk/>
            <pc:sldMk cId="3420518694" sldId="259"/>
            <ac:spMk id="30" creationId="{D5288BCE-665C-472A-8C43-664BCFA31E43}"/>
          </ac:spMkLst>
        </pc:spChg>
        <pc:spChg chg="add">
          <ac:chgData name="동혁 임" userId="879f4c796d7a5333" providerId="LiveId" clId="{0C13D58B-97DF-4565-AAEC-23B22FE47640}" dt="2020-05-30T07:19:06.778" v="6107" actId="26606"/>
          <ac:spMkLst>
            <pc:docMk/>
            <pc:sldMk cId="3420518694" sldId="259"/>
            <ac:spMk id="32" creationId="{46C57131-53A7-4C1A-BEA8-25F06A06AD29}"/>
          </ac:spMkLst>
        </pc:spChg>
        <pc:grpChg chg="add del">
          <ac:chgData name="동혁 임" userId="879f4c796d7a5333" providerId="LiveId" clId="{0C13D58B-97DF-4565-AAEC-23B22FE47640}" dt="2020-05-30T07:19:06.778" v="6107" actId="26606"/>
          <ac:grpSpMkLst>
            <pc:docMk/>
            <pc:sldMk cId="3420518694" sldId="259"/>
            <ac:grpSpMk id="19" creationId="{8734DDD3-F723-4DD3-8ABE-EC0B2AC87D74}"/>
          </ac:grpSpMkLst>
        </pc:grpChg>
        <pc:cxnChg chg="add del">
          <ac:chgData name="동혁 임" userId="879f4c796d7a5333" providerId="LiveId" clId="{0C13D58B-97DF-4565-AAEC-23B22FE47640}" dt="2020-05-30T07:05:02.527" v="3897" actId="26606"/>
          <ac:cxnSpMkLst>
            <pc:docMk/>
            <pc:sldMk cId="3420518694" sldId="259"/>
            <ac:cxnSpMk id="12" creationId="{45000665-DFC7-417E-8FD7-516A0F15C975}"/>
          </ac:cxnSpMkLst>
        </pc:cxnChg>
      </pc:sldChg>
      <pc:sldChg chg="addSp delSp modSp new del mod">
        <pc:chgData name="동혁 임" userId="879f4c796d7a5333" providerId="LiveId" clId="{0C13D58B-97DF-4565-AAEC-23B22FE47640}" dt="2020-05-30T06:23:11.804" v="991" actId="47"/>
        <pc:sldMkLst>
          <pc:docMk/>
          <pc:sldMk cId="3611022992" sldId="259"/>
        </pc:sldMkLst>
        <pc:spChg chg="mod">
          <ac:chgData name="동혁 임" userId="879f4c796d7a5333" providerId="LiveId" clId="{0C13D58B-97DF-4565-AAEC-23B22FE47640}" dt="2020-05-30T06:20:55.318" v="822" actId="20577"/>
          <ac:spMkLst>
            <pc:docMk/>
            <pc:sldMk cId="3611022992" sldId="259"/>
            <ac:spMk id="2" creationId="{81B465B3-2D30-49B1-86B2-2C76EDDF8CDF}"/>
          </ac:spMkLst>
        </pc:spChg>
        <pc:spChg chg="del">
          <ac:chgData name="동혁 임" userId="879f4c796d7a5333" providerId="LiveId" clId="{0C13D58B-97DF-4565-AAEC-23B22FE47640}" dt="2020-05-30T06:21:02.320" v="823" actId="931"/>
          <ac:spMkLst>
            <pc:docMk/>
            <pc:sldMk cId="3611022992" sldId="259"/>
            <ac:spMk id="3" creationId="{7F85C996-708E-4BA8-9879-307AFA5F4422}"/>
          </ac:spMkLst>
        </pc:spChg>
        <pc:spChg chg="del">
          <ac:chgData name="동혁 임" userId="879f4c796d7a5333" providerId="LiveId" clId="{0C13D58B-97DF-4565-AAEC-23B22FE47640}" dt="2020-05-30T06:21:02.320" v="823" actId="931"/>
          <ac:spMkLst>
            <pc:docMk/>
            <pc:sldMk cId="3611022992" sldId="259"/>
            <ac:spMk id="4" creationId="{A90C0196-2049-4C2F-810E-D0B8BEFA0536}"/>
          </ac:spMkLst>
        </pc:spChg>
        <pc:spChg chg="add mod">
          <ac:chgData name="동혁 임" userId="879f4c796d7a5333" providerId="LiveId" clId="{0C13D58B-97DF-4565-AAEC-23B22FE47640}" dt="2020-05-30T06:22:54.633" v="977" actId="1076"/>
          <ac:spMkLst>
            <pc:docMk/>
            <pc:sldMk cId="3611022992" sldId="259"/>
            <ac:spMk id="9" creationId="{19D30F92-34D4-4D74-916D-20F627E2361C}"/>
          </ac:spMkLst>
        </pc:spChg>
        <pc:spChg chg="add mod">
          <ac:chgData name="동혁 임" userId="879f4c796d7a5333" providerId="LiveId" clId="{0C13D58B-97DF-4565-AAEC-23B22FE47640}" dt="2020-05-30T06:22:44.987" v="975" actId="1076"/>
          <ac:spMkLst>
            <pc:docMk/>
            <pc:sldMk cId="3611022992" sldId="259"/>
            <ac:spMk id="10" creationId="{1449463E-7C54-4BAA-8E31-60DDCD18F919}"/>
          </ac:spMkLst>
        </pc:spChg>
        <pc:spChg chg="add mod">
          <ac:chgData name="동혁 임" userId="879f4c796d7a5333" providerId="LiveId" clId="{0C13D58B-97DF-4565-AAEC-23B22FE47640}" dt="2020-05-30T06:23:07.137" v="990"/>
          <ac:spMkLst>
            <pc:docMk/>
            <pc:sldMk cId="3611022992" sldId="259"/>
            <ac:spMk id="11" creationId="{9569278D-B4F4-40FF-8E00-D72C2B535B24}"/>
          </ac:spMkLst>
        </pc:spChg>
        <pc:picChg chg="add mod">
          <ac:chgData name="동혁 임" userId="879f4c796d7a5333" providerId="LiveId" clId="{0C13D58B-97DF-4565-AAEC-23B22FE47640}" dt="2020-05-30T06:21:31.631" v="835" actId="1076"/>
          <ac:picMkLst>
            <pc:docMk/>
            <pc:sldMk cId="3611022992" sldId="259"/>
            <ac:picMk id="6" creationId="{17BE8DE3-561B-431F-90E1-5122BF16E9B0}"/>
          </ac:picMkLst>
        </pc:picChg>
        <pc:picChg chg="add mod">
          <ac:chgData name="동혁 임" userId="879f4c796d7a5333" providerId="LiveId" clId="{0C13D58B-97DF-4565-AAEC-23B22FE47640}" dt="2020-05-30T06:22:47.116" v="976" actId="1076"/>
          <ac:picMkLst>
            <pc:docMk/>
            <pc:sldMk cId="3611022992" sldId="259"/>
            <ac:picMk id="8" creationId="{75893962-FF61-40D0-BC29-07A1AB34F6CF}"/>
          </ac:picMkLst>
        </pc:picChg>
      </pc:sldChg>
      <pc:sldChg chg="new del">
        <pc:chgData name="동혁 임" userId="879f4c796d7a5333" providerId="LiveId" clId="{0C13D58B-97DF-4565-AAEC-23B22FE47640}" dt="2020-05-30T06:38:44.531" v="1151" actId="47"/>
        <pc:sldMkLst>
          <pc:docMk/>
          <pc:sldMk cId="296187340" sldId="260"/>
        </pc:sldMkLst>
      </pc:sldChg>
      <pc:sldChg chg="addSp delSp modSp new mod setBg setClrOvrMap delDesignElem">
        <pc:chgData name="동혁 임" userId="879f4c796d7a5333" providerId="LiveId" clId="{0C13D58B-97DF-4565-AAEC-23B22FE47640}" dt="2020-05-30T07:21:04.470" v="6362" actId="18131"/>
        <pc:sldMkLst>
          <pc:docMk/>
          <pc:sldMk cId="543766560" sldId="260"/>
        </pc:sldMkLst>
        <pc:spChg chg="mod">
          <ac:chgData name="동혁 임" userId="879f4c796d7a5333" providerId="LiveId" clId="{0C13D58B-97DF-4565-AAEC-23B22FE47640}" dt="2020-05-30T07:20:41.520" v="6286" actId="2711"/>
          <ac:spMkLst>
            <pc:docMk/>
            <pc:sldMk cId="543766560" sldId="260"/>
            <ac:spMk id="2" creationId="{8E55F305-37E5-4964-B79F-4E3EFCC80E07}"/>
          </ac:spMkLst>
        </pc:spChg>
        <pc:spChg chg="add del mod">
          <ac:chgData name="동혁 임" userId="879f4c796d7a5333" providerId="LiveId" clId="{0C13D58B-97DF-4565-AAEC-23B22FE47640}" dt="2020-05-30T06:39:14.992" v="1178" actId="931"/>
          <ac:spMkLst>
            <pc:docMk/>
            <pc:sldMk cId="543766560" sldId="260"/>
            <ac:spMk id="3" creationId="{48FA17BD-D0DA-419B-A061-FC3EBF31D7C2}"/>
          </ac:spMkLst>
        </pc:spChg>
        <pc:spChg chg="add mod ord">
          <ac:chgData name="동혁 임" userId="879f4c796d7a5333" providerId="LiveId" clId="{0C13D58B-97DF-4565-AAEC-23B22FE47640}" dt="2020-05-30T07:20:46.726" v="6287" actId="6549"/>
          <ac:spMkLst>
            <pc:docMk/>
            <pc:sldMk cId="543766560" sldId="260"/>
            <ac:spMk id="4" creationId="{8DF45FA4-8482-43DF-85A9-7B049EBD614B}"/>
          </ac:spMkLst>
        </pc:spChg>
        <pc:spChg chg="add del">
          <ac:chgData name="동혁 임" userId="879f4c796d7a5333" providerId="LiveId" clId="{0C13D58B-97DF-4565-AAEC-23B22FE47640}" dt="2020-05-30T06:42:31.326" v="1453" actId="26606"/>
          <ac:spMkLst>
            <pc:docMk/>
            <pc:sldMk cId="543766560" sldId="260"/>
            <ac:spMk id="11" creationId="{C7FA33FF-088D-4F16-95A2-2C64D353DEA8}"/>
          </ac:spMkLst>
        </pc:spChg>
        <pc:spChg chg="add del">
          <ac:chgData name="동혁 임" userId="879f4c796d7a5333" providerId="LiveId" clId="{0C13D58B-97DF-4565-AAEC-23B22FE47640}" dt="2020-05-30T06:42:31.326" v="1453" actId="26606"/>
          <ac:spMkLst>
            <pc:docMk/>
            <pc:sldMk cId="543766560" sldId="260"/>
            <ac:spMk id="13" creationId="{A376EFB1-01CF-419F-ABF1-2AF02BBFCBD1}"/>
          </ac:spMkLst>
        </pc:spChg>
        <pc:spChg chg="add del">
          <ac:chgData name="동혁 임" userId="879f4c796d7a5333" providerId="LiveId" clId="{0C13D58B-97DF-4565-AAEC-23B22FE47640}" dt="2020-05-30T06:42:31.326" v="1453" actId="26606"/>
          <ac:spMkLst>
            <pc:docMk/>
            <pc:sldMk cId="543766560" sldId="260"/>
            <ac:spMk id="15" creationId="{FF9DEA15-78BD-4750-AA18-B9F28A6D5AB8}"/>
          </ac:spMkLst>
        </pc:spChg>
        <pc:spChg chg="add del">
          <ac:chgData name="동혁 임" userId="879f4c796d7a5333" providerId="LiveId" clId="{0C13D58B-97DF-4565-AAEC-23B22FE47640}" dt="2020-05-30T06:42:31.319" v="1452" actId="26606"/>
          <ac:spMkLst>
            <pc:docMk/>
            <pc:sldMk cId="543766560" sldId="260"/>
            <ac:spMk id="20" creationId="{68A4132F-DEC6-4332-A00C-A11AD4519B6C}"/>
          </ac:spMkLst>
        </pc:spChg>
        <pc:spChg chg="add del">
          <ac:chgData name="동혁 임" userId="879f4c796d7a5333" providerId="LiveId" clId="{0C13D58B-97DF-4565-AAEC-23B22FE47640}" dt="2020-05-30T06:42:31.319" v="1452" actId="26606"/>
          <ac:spMkLst>
            <pc:docMk/>
            <pc:sldMk cId="543766560" sldId="260"/>
            <ac:spMk id="22" creationId="{9B38642C-62C4-4E31-A5D3-BB1DD8CA3942}"/>
          </ac:spMkLst>
        </pc:spChg>
        <pc:spChg chg="add del">
          <ac:chgData name="동혁 임" userId="879f4c796d7a5333" providerId="LiveId" clId="{0C13D58B-97DF-4565-AAEC-23B22FE47640}" dt="2020-05-30T06:42:31.319" v="1452" actId="26606"/>
          <ac:spMkLst>
            <pc:docMk/>
            <pc:sldMk cId="543766560" sldId="260"/>
            <ac:spMk id="24" creationId="{A9F66240-8C38-4069-A5C9-2D3FCD97EDAD}"/>
          </ac:spMkLst>
        </pc:spChg>
        <pc:spChg chg="add del">
          <ac:chgData name="동혁 임" userId="879f4c796d7a5333" providerId="LiveId" clId="{0C13D58B-97DF-4565-AAEC-23B22FE47640}" dt="2020-05-30T07:05:21.730" v="3899" actId="26606"/>
          <ac:spMkLst>
            <pc:docMk/>
            <pc:sldMk cId="543766560" sldId="260"/>
            <ac:spMk id="26" creationId="{C7FA33FF-088D-4F16-95A2-2C64D353DEA8}"/>
          </ac:spMkLst>
        </pc:spChg>
        <pc:spChg chg="add del">
          <ac:chgData name="동혁 임" userId="879f4c796d7a5333" providerId="LiveId" clId="{0C13D58B-97DF-4565-AAEC-23B22FE47640}" dt="2020-05-30T07:05:21.730" v="3899" actId="26606"/>
          <ac:spMkLst>
            <pc:docMk/>
            <pc:sldMk cId="543766560" sldId="260"/>
            <ac:spMk id="27" creationId="{A376EFB1-01CF-419F-ABF1-2AF02BBFCBD1}"/>
          </ac:spMkLst>
        </pc:spChg>
        <pc:spChg chg="add del">
          <ac:chgData name="동혁 임" userId="879f4c796d7a5333" providerId="LiveId" clId="{0C13D58B-97DF-4565-AAEC-23B22FE47640}" dt="2020-05-30T07:05:21.730" v="3899" actId="26606"/>
          <ac:spMkLst>
            <pc:docMk/>
            <pc:sldMk cId="543766560" sldId="260"/>
            <ac:spMk id="28" creationId="{FF9DEA15-78BD-4750-AA18-B9F28A6D5AB8}"/>
          </ac:spMkLst>
        </pc:spChg>
        <pc:spChg chg="add del">
          <ac:chgData name="동혁 임" userId="879f4c796d7a5333" providerId="LiveId" clId="{0C13D58B-97DF-4565-AAEC-23B22FE47640}" dt="2020-05-30T07:17:47.049" v="5925" actId="26606"/>
          <ac:spMkLst>
            <pc:docMk/>
            <pc:sldMk cId="543766560" sldId="260"/>
            <ac:spMk id="33" creationId="{117AB3D3-3C9C-4DED-809A-78734805B895}"/>
          </ac:spMkLst>
        </pc:spChg>
        <pc:spChg chg="add del">
          <ac:chgData name="동혁 임" userId="879f4c796d7a5333" providerId="LiveId" clId="{0C13D58B-97DF-4565-AAEC-23B22FE47640}" dt="2020-05-30T07:17:47.049" v="5925" actId="26606"/>
          <ac:spMkLst>
            <pc:docMk/>
            <pc:sldMk cId="543766560" sldId="260"/>
            <ac:spMk id="35" creationId="{3A9A4357-BD1D-4622-A4FE-766E6AB8DE84}"/>
          </ac:spMkLst>
        </pc:spChg>
        <pc:spChg chg="add del">
          <ac:chgData name="동혁 임" userId="879f4c796d7a5333" providerId="LiveId" clId="{0C13D58B-97DF-4565-AAEC-23B22FE47640}" dt="2020-05-30T07:17:47.049" v="5925" actId="26606"/>
          <ac:spMkLst>
            <pc:docMk/>
            <pc:sldMk cId="543766560" sldId="260"/>
            <ac:spMk id="37" creationId="{E659831F-0D9A-4C63-9EBB-8435B85A440F}"/>
          </ac:spMkLst>
        </pc:spChg>
        <pc:spChg chg="add del">
          <ac:chgData name="동혁 임" userId="879f4c796d7a5333" providerId="LiveId" clId="{0C13D58B-97DF-4565-AAEC-23B22FE47640}" dt="2020-05-30T07:17:47.049" v="5925" actId="26606"/>
          <ac:spMkLst>
            <pc:docMk/>
            <pc:sldMk cId="543766560" sldId="260"/>
            <ac:spMk id="39" creationId="{E6995CE5-F890-4ABA-82A2-26507CE8D2A3}"/>
          </ac:spMkLst>
        </pc:spChg>
        <pc:spChg chg="add del">
          <ac:chgData name="동혁 임" userId="879f4c796d7a5333" providerId="LiveId" clId="{0C13D58B-97DF-4565-AAEC-23B22FE47640}" dt="2020-05-30T07:18:06.078" v="5942" actId="26606"/>
          <ac:spMkLst>
            <pc:docMk/>
            <pc:sldMk cId="543766560" sldId="260"/>
            <ac:spMk id="41" creationId="{D1A4588A-55D5-49B8-BE41-54ACDCFF2C17}"/>
          </ac:spMkLst>
        </pc:spChg>
        <pc:spChg chg="add del">
          <ac:chgData name="동혁 임" userId="879f4c796d7a5333" providerId="LiveId" clId="{0C13D58B-97DF-4565-AAEC-23B22FE47640}" dt="2020-05-30T07:18:06.078" v="5942" actId="26606"/>
          <ac:spMkLst>
            <pc:docMk/>
            <pc:sldMk cId="543766560" sldId="260"/>
            <ac:spMk id="42" creationId="{F97E7EA2-EDCD-47E9-81BC-415C606D1B58}"/>
          </ac:spMkLst>
        </pc:spChg>
        <pc:spChg chg="add del">
          <ac:chgData name="동혁 임" userId="879f4c796d7a5333" providerId="LiveId" clId="{0C13D58B-97DF-4565-AAEC-23B22FE47640}" dt="2020-05-30T07:06:15.518" v="3987" actId="26606"/>
          <ac:spMkLst>
            <pc:docMk/>
            <pc:sldMk cId="543766560" sldId="260"/>
            <ac:spMk id="44" creationId="{117AB3D3-3C9C-4DED-809A-78734805B895}"/>
          </ac:spMkLst>
        </pc:spChg>
        <pc:spChg chg="add del">
          <ac:chgData name="동혁 임" userId="879f4c796d7a5333" providerId="LiveId" clId="{0C13D58B-97DF-4565-AAEC-23B22FE47640}" dt="2020-05-30T07:18:06.074" v="5941" actId="26606"/>
          <ac:spMkLst>
            <pc:docMk/>
            <pc:sldMk cId="543766560" sldId="260"/>
            <ac:spMk id="45" creationId="{A4F3394A-A959-460A-ACF9-5FA682C76940}"/>
          </ac:spMkLst>
        </pc:spChg>
        <pc:spChg chg="add del">
          <ac:chgData name="동혁 임" userId="879f4c796d7a5333" providerId="LiveId" clId="{0C13D58B-97DF-4565-AAEC-23B22FE47640}" dt="2020-05-30T07:06:15.518" v="3987" actId="26606"/>
          <ac:spMkLst>
            <pc:docMk/>
            <pc:sldMk cId="543766560" sldId="260"/>
            <ac:spMk id="46" creationId="{3A9A4357-BD1D-4622-A4FE-766E6AB8DE84}"/>
          </ac:spMkLst>
        </pc:spChg>
        <pc:spChg chg="add del">
          <ac:chgData name="동혁 임" userId="879f4c796d7a5333" providerId="LiveId" clId="{0C13D58B-97DF-4565-AAEC-23B22FE47640}" dt="2020-05-30T07:18:06.074" v="5941" actId="26606"/>
          <ac:spMkLst>
            <pc:docMk/>
            <pc:sldMk cId="543766560" sldId="260"/>
            <ac:spMk id="47" creationId="{D5997EA8-5EFC-40CD-A85F-C3C3BC5F9EB7}"/>
          </ac:spMkLst>
        </pc:spChg>
        <pc:spChg chg="add del">
          <ac:chgData name="동혁 임" userId="879f4c796d7a5333" providerId="LiveId" clId="{0C13D58B-97DF-4565-AAEC-23B22FE47640}" dt="2020-05-30T07:06:15.518" v="3987" actId="26606"/>
          <ac:spMkLst>
            <pc:docMk/>
            <pc:sldMk cId="543766560" sldId="260"/>
            <ac:spMk id="48" creationId="{E659831F-0D9A-4C63-9EBB-8435B85A440F}"/>
          </ac:spMkLst>
        </pc:spChg>
        <pc:spChg chg="add del">
          <ac:chgData name="동혁 임" userId="879f4c796d7a5333" providerId="LiveId" clId="{0C13D58B-97DF-4565-AAEC-23B22FE47640}" dt="2020-05-30T07:18:06.074" v="5941" actId="26606"/>
          <ac:spMkLst>
            <pc:docMk/>
            <pc:sldMk cId="543766560" sldId="260"/>
            <ac:spMk id="49" creationId="{1CF6A1EC-BD15-42D9-A339-A3970CF7C65A}"/>
          </ac:spMkLst>
        </pc:spChg>
        <pc:spChg chg="add del">
          <ac:chgData name="동혁 임" userId="879f4c796d7a5333" providerId="LiveId" clId="{0C13D58B-97DF-4565-AAEC-23B22FE47640}" dt="2020-05-30T07:06:15.518" v="3987" actId="26606"/>
          <ac:spMkLst>
            <pc:docMk/>
            <pc:sldMk cId="543766560" sldId="260"/>
            <ac:spMk id="50" creationId="{E6995CE5-F890-4ABA-82A2-26507CE8D2A3}"/>
          </ac:spMkLst>
        </pc:spChg>
        <pc:spChg chg="add del">
          <ac:chgData name="동혁 임" userId="879f4c796d7a5333" providerId="LiveId" clId="{0C13D58B-97DF-4565-AAEC-23B22FE47640}" dt="2020-05-30T07:18:06.074" v="5941" actId="26606"/>
          <ac:spMkLst>
            <pc:docMk/>
            <pc:sldMk cId="543766560" sldId="260"/>
            <ac:spMk id="51" creationId="{A720C27D-5C39-492B-BD68-C220C0F838AC}"/>
          </ac:spMkLst>
        </pc:spChg>
        <pc:spChg chg="add del">
          <ac:chgData name="동혁 임" userId="879f4c796d7a5333" providerId="LiveId" clId="{0C13D58B-97DF-4565-AAEC-23B22FE47640}" dt="2020-05-30T07:06:18.181" v="3989" actId="26606"/>
          <ac:spMkLst>
            <pc:docMk/>
            <pc:sldMk cId="543766560" sldId="260"/>
            <ac:spMk id="52" creationId="{C13237C8-E62C-4F0D-A318-BD6FB6C2D138}"/>
          </ac:spMkLst>
        </pc:spChg>
        <pc:spChg chg="add del">
          <ac:chgData name="동혁 임" userId="879f4c796d7a5333" providerId="LiveId" clId="{0C13D58B-97DF-4565-AAEC-23B22FE47640}" dt="2020-05-30T07:06:18.181" v="3989" actId="26606"/>
          <ac:spMkLst>
            <pc:docMk/>
            <pc:sldMk cId="543766560" sldId="260"/>
            <ac:spMk id="53" creationId="{201CC55D-ED54-4C5C-95E6-10947BD1103B}"/>
          </ac:spMkLst>
        </pc:spChg>
        <pc:spChg chg="add del">
          <ac:chgData name="동혁 임" userId="879f4c796d7a5333" providerId="LiveId" clId="{0C13D58B-97DF-4565-AAEC-23B22FE47640}" dt="2020-05-30T07:06:18.181" v="3989" actId="26606"/>
          <ac:spMkLst>
            <pc:docMk/>
            <pc:sldMk cId="543766560" sldId="260"/>
            <ac:spMk id="54" creationId="{19C9EAEA-39D0-4B0E-A0EB-51E7B26740B1}"/>
          </ac:spMkLst>
        </pc:spChg>
        <pc:spChg chg="add del">
          <ac:chgData name="동혁 임" userId="879f4c796d7a5333" providerId="LiveId" clId="{0C13D58B-97DF-4565-AAEC-23B22FE47640}" dt="2020-05-30T07:20:30.444" v="6285" actId="26606"/>
          <ac:spMkLst>
            <pc:docMk/>
            <pc:sldMk cId="543766560" sldId="260"/>
            <ac:spMk id="56" creationId="{D1A4588A-55D5-49B8-BE41-54ACDCFF2C17}"/>
          </ac:spMkLst>
        </pc:spChg>
        <pc:spChg chg="add del">
          <ac:chgData name="동혁 임" userId="879f4c796d7a5333" providerId="LiveId" clId="{0C13D58B-97DF-4565-AAEC-23B22FE47640}" dt="2020-05-30T07:06:18.181" v="3989" actId="26606"/>
          <ac:spMkLst>
            <pc:docMk/>
            <pc:sldMk cId="543766560" sldId="260"/>
            <ac:spMk id="57" creationId="{3873B707-463F-40B0-8227-E8CC6C67EB25}"/>
          </ac:spMkLst>
        </pc:spChg>
        <pc:spChg chg="add del">
          <ac:chgData name="동혁 임" userId="879f4c796d7a5333" providerId="LiveId" clId="{0C13D58B-97DF-4565-AAEC-23B22FE47640}" dt="2020-05-30T07:20:30.444" v="6285" actId="26606"/>
          <ac:spMkLst>
            <pc:docMk/>
            <pc:sldMk cId="543766560" sldId="260"/>
            <ac:spMk id="58" creationId="{F97E7EA2-EDCD-47E9-81BC-415C606D1B58}"/>
          </ac:spMkLst>
        </pc:spChg>
        <pc:spChg chg="add del">
          <ac:chgData name="동혁 임" userId="879f4c796d7a5333" providerId="LiveId" clId="{0C13D58B-97DF-4565-AAEC-23B22FE47640}" dt="2020-05-30T07:06:20.866" v="3991" actId="26606"/>
          <ac:spMkLst>
            <pc:docMk/>
            <pc:sldMk cId="543766560" sldId="260"/>
            <ac:spMk id="59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06:20.866" v="3991" actId="26606"/>
          <ac:spMkLst>
            <pc:docMk/>
            <pc:sldMk cId="543766560" sldId="260"/>
            <ac:spMk id="60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06:20.866" v="3991" actId="26606"/>
          <ac:spMkLst>
            <pc:docMk/>
            <pc:sldMk cId="543766560" sldId="260"/>
            <ac:spMk id="61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06:20.866" v="3991" actId="26606"/>
          <ac:spMkLst>
            <pc:docMk/>
            <pc:sldMk cId="543766560" sldId="260"/>
            <ac:spMk id="62" creationId="{FE43805F-24A6-46A4-B19B-54F28347355C}"/>
          </ac:spMkLst>
        </pc:spChg>
        <pc:spChg chg="add">
          <ac:chgData name="동혁 임" userId="879f4c796d7a5333" providerId="LiveId" clId="{0C13D58B-97DF-4565-AAEC-23B22FE47640}" dt="2020-05-30T07:20:30.444" v="6285" actId="26606"/>
          <ac:spMkLst>
            <pc:docMk/>
            <pc:sldMk cId="543766560" sldId="260"/>
            <ac:spMk id="63" creationId="{B082622D-AAF3-4897-8629-FC918530DD86}"/>
          </ac:spMkLst>
        </pc:spChg>
        <pc:spChg chg="add del">
          <ac:chgData name="동혁 임" userId="879f4c796d7a5333" providerId="LiveId" clId="{0C13D58B-97DF-4565-AAEC-23B22FE47640}" dt="2020-05-30T07:06:22.123" v="3993" actId="26606"/>
          <ac:spMkLst>
            <pc:docMk/>
            <pc:sldMk cId="543766560" sldId="260"/>
            <ac:spMk id="64" creationId="{201CC55D-ED54-4C5C-95E6-10947BD1103B}"/>
          </ac:spMkLst>
        </pc:spChg>
        <pc:spChg chg="add">
          <ac:chgData name="동혁 임" userId="879f4c796d7a5333" providerId="LiveId" clId="{0C13D58B-97DF-4565-AAEC-23B22FE47640}" dt="2020-05-30T07:20:30.444" v="6285" actId="26606"/>
          <ac:spMkLst>
            <pc:docMk/>
            <pc:sldMk cId="543766560" sldId="260"/>
            <ac:spMk id="66" creationId="{A7457DD9-5A45-400A-AB4B-4B4EDECA25F1}"/>
          </ac:spMkLst>
        </pc:spChg>
        <pc:spChg chg="add del">
          <ac:chgData name="동혁 임" userId="879f4c796d7a5333" providerId="LiveId" clId="{0C13D58B-97DF-4565-AAEC-23B22FE47640}" dt="2020-05-30T07:06:22.123" v="3993" actId="26606"/>
          <ac:spMkLst>
            <pc:docMk/>
            <pc:sldMk cId="543766560" sldId="260"/>
            <ac:spMk id="67" creationId="{3873B707-463F-40B0-8227-E8CC6C67EB25}"/>
          </ac:spMkLst>
        </pc:spChg>
        <pc:spChg chg="add del">
          <ac:chgData name="동혁 임" userId="879f4c796d7a5333" providerId="LiveId" clId="{0C13D58B-97DF-4565-AAEC-23B22FE47640}" dt="2020-05-30T07:06:22.123" v="3993" actId="26606"/>
          <ac:spMkLst>
            <pc:docMk/>
            <pc:sldMk cId="543766560" sldId="260"/>
            <ac:spMk id="68" creationId="{C13237C8-E62C-4F0D-A318-BD6FB6C2D138}"/>
          </ac:spMkLst>
        </pc:spChg>
        <pc:spChg chg="add del">
          <ac:chgData name="동혁 임" userId="879f4c796d7a5333" providerId="LiveId" clId="{0C13D58B-97DF-4565-AAEC-23B22FE47640}" dt="2020-05-30T07:06:22.123" v="3993" actId="26606"/>
          <ac:spMkLst>
            <pc:docMk/>
            <pc:sldMk cId="543766560" sldId="260"/>
            <ac:spMk id="69" creationId="{19C9EAEA-39D0-4B0E-A0EB-51E7B26740B1}"/>
          </ac:spMkLst>
        </pc:spChg>
        <pc:spChg chg="add">
          <ac:chgData name="동혁 임" userId="879f4c796d7a5333" providerId="LiveId" clId="{0C13D58B-97DF-4565-AAEC-23B22FE47640}" dt="2020-05-30T07:20:30.444" v="6285" actId="26606"/>
          <ac:spMkLst>
            <pc:docMk/>
            <pc:sldMk cId="543766560" sldId="260"/>
            <ac:spMk id="70" creationId="{441CF7D6-A660-431A-B0BB-140A0D5556B6}"/>
          </ac:spMkLst>
        </pc:spChg>
        <pc:spChg chg="add del">
          <ac:chgData name="동혁 임" userId="879f4c796d7a5333" providerId="LiveId" clId="{0C13D58B-97DF-4565-AAEC-23B22FE47640}" dt="2020-05-30T07:06:47.454" v="4051" actId="26606"/>
          <ac:spMkLst>
            <pc:docMk/>
            <pc:sldMk cId="543766560" sldId="260"/>
            <ac:spMk id="71" creationId="{117AB3D3-3C9C-4DED-809A-78734805B895}"/>
          </ac:spMkLst>
        </pc:spChg>
        <pc:spChg chg="add del">
          <ac:chgData name="동혁 임" userId="879f4c796d7a5333" providerId="LiveId" clId="{0C13D58B-97DF-4565-AAEC-23B22FE47640}" dt="2020-05-30T07:06:47.454" v="4051" actId="26606"/>
          <ac:spMkLst>
            <pc:docMk/>
            <pc:sldMk cId="543766560" sldId="260"/>
            <ac:spMk id="72" creationId="{3A9A4357-BD1D-4622-A4FE-766E6AB8DE84}"/>
          </ac:spMkLst>
        </pc:spChg>
        <pc:spChg chg="add del">
          <ac:chgData name="동혁 임" userId="879f4c796d7a5333" providerId="LiveId" clId="{0C13D58B-97DF-4565-AAEC-23B22FE47640}" dt="2020-05-30T07:06:47.454" v="4051" actId="26606"/>
          <ac:spMkLst>
            <pc:docMk/>
            <pc:sldMk cId="543766560" sldId="260"/>
            <ac:spMk id="73" creationId="{E659831F-0D9A-4C63-9EBB-8435B85A440F}"/>
          </ac:spMkLst>
        </pc:spChg>
        <pc:spChg chg="add del">
          <ac:chgData name="동혁 임" userId="879f4c796d7a5333" providerId="LiveId" clId="{0C13D58B-97DF-4565-AAEC-23B22FE47640}" dt="2020-05-30T07:06:47.454" v="4051" actId="26606"/>
          <ac:spMkLst>
            <pc:docMk/>
            <pc:sldMk cId="543766560" sldId="260"/>
            <ac:spMk id="74" creationId="{E6995CE5-F890-4ABA-82A2-26507CE8D2A3}"/>
          </ac:spMkLst>
        </pc:spChg>
        <pc:spChg chg="add">
          <ac:chgData name="동혁 임" userId="879f4c796d7a5333" providerId="LiveId" clId="{0C13D58B-97DF-4565-AAEC-23B22FE47640}" dt="2020-05-30T07:20:30.444" v="6285" actId="26606"/>
          <ac:spMkLst>
            <pc:docMk/>
            <pc:sldMk cId="543766560" sldId="260"/>
            <ac:spMk id="75" creationId="{0570A85B-3810-4F95-97B0-CBF4CCDB381C}"/>
          </ac:spMkLst>
        </pc:spChg>
        <pc:grpChg chg="add del">
          <ac:chgData name="동혁 임" userId="879f4c796d7a5333" providerId="LiveId" clId="{0C13D58B-97DF-4565-AAEC-23B22FE47640}" dt="2020-05-30T07:06:18.181" v="3989" actId="26606"/>
          <ac:grpSpMkLst>
            <pc:docMk/>
            <pc:sldMk cId="543766560" sldId="260"/>
            <ac:grpSpMk id="55" creationId="{1DE889C7-FAD6-4397-98E2-05D503484459}"/>
          </ac:grpSpMkLst>
        </pc:grpChg>
        <pc:grpChg chg="add del">
          <ac:chgData name="동혁 임" userId="879f4c796d7a5333" providerId="LiveId" clId="{0C13D58B-97DF-4565-AAEC-23B22FE47640}" dt="2020-05-30T07:06:22.123" v="3993" actId="26606"/>
          <ac:grpSpMkLst>
            <pc:docMk/>
            <pc:sldMk cId="543766560" sldId="260"/>
            <ac:grpSpMk id="65" creationId="{1DE889C7-FAD6-4397-98E2-05D503484459}"/>
          </ac:grpSpMkLst>
        </pc:grpChg>
        <pc:picChg chg="add mod ord modCrop">
          <ac:chgData name="동혁 임" userId="879f4c796d7a5333" providerId="LiveId" clId="{0C13D58B-97DF-4565-AAEC-23B22FE47640}" dt="2020-05-30T07:21:04.470" v="6362" actId="18131"/>
          <ac:picMkLst>
            <pc:docMk/>
            <pc:sldMk cId="543766560" sldId="260"/>
            <ac:picMk id="6" creationId="{C79E6FC4-7871-4037-8F7B-6C34EFEEACBA}"/>
          </ac:picMkLst>
        </pc:picChg>
      </pc:sldChg>
      <pc:sldChg chg="addSp delSp modSp new mod ord setBg setClrOvrMap delDesignElem">
        <pc:chgData name="동혁 임" userId="879f4c796d7a5333" providerId="LiveId" clId="{0C13D58B-97DF-4565-AAEC-23B22FE47640}" dt="2020-05-30T07:17:40.016" v="5923" actId="18131"/>
        <pc:sldMkLst>
          <pc:docMk/>
          <pc:sldMk cId="2951715080" sldId="261"/>
        </pc:sldMkLst>
        <pc:spChg chg="del">
          <ac:chgData name="동혁 임" userId="879f4c796d7a5333" providerId="LiveId" clId="{0C13D58B-97DF-4565-AAEC-23B22FE47640}" dt="2020-05-30T06:46:47.612" v="2121" actId="478"/>
          <ac:spMkLst>
            <pc:docMk/>
            <pc:sldMk cId="2951715080" sldId="261"/>
            <ac:spMk id="2" creationId="{31D77515-79D4-46AD-9B79-E823B0D4DACF}"/>
          </ac:spMkLst>
        </pc:spChg>
        <pc:spChg chg="del">
          <ac:chgData name="동혁 임" userId="879f4c796d7a5333" providerId="LiveId" clId="{0C13D58B-97DF-4565-AAEC-23B22FE47640}" dt="2020-05-30T06:43:28.145" v="1511" actId="931"/>
          <ac:spMkLst>
            <pc:docMk/>
            <pc:sldMk cId="2951715080" sldId="261"/>
            <ac:spMk id="3" creationId="{4B3269F9-EEFB-4378-8F70-A739143F8D20}"/>
          </ac:spMkLst>
        </pc:spChg>
        <pc:spChg chg="mod ord">
          <ac:chgData name="동혁 임" userId="879f4c796d7a5333" providerId="LiveId" clId="{0C13D58B-97DF-4565-AAEC-23B22FE47640}" dt="2020-05-30T07:17:26.193" v="5851" actId="26606"/>
          <ac:spMkLst>
            <pc:docMk/>
            <pc:sldMk cId="2951715080" sldId="261"/>
            <ac:spMk id="4" creationId="{D86416DA-6B93-4832-84FB-F0847F3CDD2E}"/>
          </ac:spMkLst>
        </pc:spChg>
        <pc:spChg chg="add del mod ord">
          <ac:chgData name="동혁 임" userId="879f4c796d7a5333" providerId="LiveId" clId="{0C13D58B-97DF-4565-AAEC-23B22FE47640}" dt="2020-05-30T07:17:26.193" v="5851" actId="26606"/>
          <ac:spMkLst>
            <pc:docMk/>
            <pc:sldMk cId="2951715080" sldId="261"/>
            <ac:spMk id="7" creationId="{C47D2741-80F0-48D3-9F21-2393C94B739F}"/>
          </ac:spMkLst>
        </pc:spChg>
        <pc:spChg chg="add del">
          <ac:chgData name="동혁 임" userId="879f4c796d7a5333" providerId="LiveId" clId="{0C13D58B-97DF-4565-AAEC-23B22FE47640}" dt="2020-05-30T06:48:50.321" v="2292" actId="26606"/>
          <ac:spMkLst>
            <pc:docMk/>
            <pc:sldMk cId="2951715080" sldId="261"/>
            <ac:spMk id="9" creationId="{724CD679-7405-4CD3-A92A-9469F279A59D}"/>
          </ac:spMkLst>
        </pc:spChg>
        <pc:spChg chg="add del">
          <ac:chgData name="동혁 임" userId="879f4c796d7a5333" providerId="LiveId" clId="{0C13D58B-97DF-4565-AAEC-23B22FE47640}" dt="2020-05-30T07:10:07.920" v="4915" actId="26606"/>
          <ac:spMkLst>
            <pc:docMk/>
            <pc:sldMk cId="2951715080" sldId="261"/>
            <ac:spMk id="11" creationId="{9C9E83AF-030E-4F9E-A53E-41FDC8659D0D}"/>
          </ac:spMkLst>
        </pc:spChg>
        <pc:spChg chg="add del">
          <ac:chgData name="동혁 임" userId="879f4c796d7a5333" providerId="LiveId" clId="{0C13D58B-97DF-4565-AAEC-23B22FE47640}" dt="2020-05-30T06:48:41.893" v="2284" actId="26606"/>
          <ac:spMkLst>
            <pc:docMk/>
            <pc:sldMk cId="2951715080" sldId="261"/>
            <ac:spMk id="12" creationId="{9AA72BD9-2C5A-4EDC-931F-5AA08EACA0F3}"/>
          </ac:spMkLst>
        </pc:spChg>
        <pc:spChg chg="add del">
          <ac:chgData name="동혁 임" userId="879f4c796d7a5333" providerId="LiveId" clId="{0C13D58B-97DF-4565-AAEC-23B22FE47640}" dt="2020-05-30T07:10:07.915" v="4914" actId="26606"/>
          <ac:spMkLst>
            <pc:docMk/>
            <pc:sldMk cId="2951715080" sldId="261"/>
            <ac:spMk id="13" creationId="{117AB3D3-3C9C-4DED-809A-78734805B895}"/>
          </ac:spMkLst>
        </pc:spChg>
        <pc:spChg chg="add del">
          <ac:chgData name="동혁 임" userId="879f4c796d7a5333" providerId="LiveId" clId="{0C13D58B-97DF-4565-AAEC-23B22FE47640}" dt="2020-05-30T06:48:41.893" v="2284" actId="26606"/>
          <ac:spMkLst>
            <pc:docMk/>
            <pc:sldMk cId="2951715080" sldId="261"/>
            <ac:spMk id="14" creationId="{DD3981AC-7B61-4947-BCF3-F7AA7FA385B9}"/>
          </ac:spMkLst>
        </pc:spChg>
        <pc:spChg chg="add del">
          <ac:chgData name="동혁 임" userId="879f4c796d7a5333" providerId="LiveId" clId="{0C13D58B-97DF-4565-AAEC-23B22FE47640}" dt="2020-05-30T07:10:07.915" v="4914" actId="26606"/>
          <ac:spMkLst>
            <pc:docMk/>
            <pc:sldMk cId="2951715080" sldId="261"/>
            <ac:spMk id="15" creationId="{3A9A4357-BD1D-4622-A4FE-766E6AB8DE84}"/>
          </ac:spMkLst>
        </pc:spChg>
        <pc:spChg chg="add del">
          <ac:chgData name="동혁 임" userId="879f4c796d7a5333" providerId="LiveId" clId="{0C13D58B-97DF-4565-AAEC-23B22FE47640}" dt="2020-05-30T06:48:41.893" v="2284" actId="26606"/>
          <ac:spMkLst>
            <pc:docMk/>
            <pc:sldMk cId="2951715080" sldId="261"/>
            <ac:spMk id="16" creationId="{55D4142C-5077-457F-A6AD-3FECFDB39685}"/>
          </ac:spMkLst>
        </pc:spChg>
        <pc:spChg chg="add del">
          <ac:chgData name="동혁 임" userId="879f4c796d7a5333" providerId="LiveId" clId="{0C13D58B-97DF-4565-AAEC-23B22FE47640}" dt="2020-05-30T07:10:07.915" v="4914" actId="26606"/>
          <ac:spMkLst>
            <pc:docMk/>
            <pc:sldMk cId="2951715080" sldId="261"/>
            <ac:spMk id="17" creationId="{E659831F-0D9A-4C63-9EBB-8435B85A440F}"/>
          </ac:spMkLst>
        </pc:spChg>
        <pc:spChg chg="add del">
          <ac:chgData name="동혁 임" userId="879f4c796d7a5333" providerId="LiveId" clId="{0C13D58B-97DF-4565-AAEC-23B22FE47640}" dt="2020-05-30T06:48:41.893" v="2284" actId="26606"/>
          <ac:spMkLst>
            <pc:docMk/>
            <pc:sldMk cId="2951715080" sldId="261"/>
            <ac:spMk id="18" creationId="{7A5F0580-5EE9-419F-96EE-B6529EF6E7D0}"/>
          </ac:spMkLst>
        </pc:spChg>
        <pc:spChg chg="add del">
          <ac:chgData name="동혁 임" userId="879f4c796d7a5333" providerId="LiveId" clId="{0C13D58B-97DF-4565-AAEC-23B22FE47640}" dt="2020-05-30T06:48:45.527" v="2286" actId="26606"/>
          <ac:spMkLst>
            <pc:docMk/>
            <pc:sldMk cId="2951715080" sldId="261"/>
            <ac:spMk id="20" creationId="{2B1D4F77-A17C-43D7-B7FA-545148E4E93D}"/>
          </ac:spMkLst>
        </pc:spChg>
        <pc:spChg chg="add del">
          <ac:chgData name="동혁 임" userId="879f4c796d7a5333" providerId="LiveId" clId="{0C13D58B-97DF-4565-AAEC-23B22FE47640}" dt="2020-05-30T07:10:07.915" v="4914" actId="26606"/>
          <ac:spMkLst>
            <pc:docMk/>
            <pc:sldMk cId="2951715080" sldId="261"/>
            <ac:spMk id="22" creationId="{E6995CE5-F890-4ABA-82A2-26507CE8D2A3}"/>
          </ac:spMkLst>
        </pc:spChg>
        <pc:spChg chg="add del">
          <ac:chgData name="동혁 임" userId="879f4c796d7a5333" providerId="LiveId" clId="{0C13D58B-97DF-4565-AAEC-23B22FE47640}" dt="2020-05-30T07:11:02.942" v="5066" actId="26606"/>
          <ac:spMkLst>
            <pc:docMk/>
            <pc:sldMk cId="2951715080" sldId="261"/>
            <ac:spMk id="24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1:02.942" v="5066" actId="26606"/>
          <ac:spMkLst>
            <pc:docMk/>
            <pc:sldMk cId="2951715080" sldId="261"/>
            <ac:spMk id="25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1:02.942" v="5066" actId="26606"/>
          <ac:spMkLst>
            <pc:docMk/>
            <pc:sldMk cId="2951715080" sldId="261"/>
            <ac:spMk id="26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1:02.942" v="5066" actId="26606"/>
          <ac:spMkLst>
            <pc:docMk/>
            <pc:sldMk cId="2951715080" sldId="261"/>
            <ac:spMk id="27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11:02.937" v="5065" actId="26606"/>
          <ac:spMkLst>
            <pc:docMk/>
            <pc:sldMk cId="2951715080" sldId="261"/>
            <ac:spMk id="32" creationId="{201CC55D-ED54-4C5C-95E6-10947BD1103B}"/>
          </ac:spMkLst>
        </pc:spChg>
        <pc:spChg chg="add del">
          <ac:chgData name="동혁 임" userId="879f4c796d7a5333" providerId="LiveId" clId="{0C13D58B-97DF-4565-AAEC-23B22FE47640}" dt="2020-05-30T07:11:02.937" v="5065" actId="26606"/>
          <ac:spMkLst>
            <pc:docMk/>
            <pc:sldMk cId="2951715080" sldId="261"/>
            <ac:spMk id="38" creationId="{3873B707-463F-40B0-8227-E8CC6C67EB25}"/>
          </ac:spMkLst>
        </pc:spChg>
        <pc:spChg chg="add del">
          <ac:chgData name="동혁 임" userId="879f4c796d7a5333" providerId="LiveId" clId="{0C13D58B-97DF-4565-AAEC-23B22FE47640}" dt="2020-05-30T07:11:02.937" v="5065" actId="26606"/>
          <ac:spMkLst>
            <pc:docMk/>
            <pc:sldMk cId="2951715080" sldId="261"/>
            <ac:spMk id="40" creationId="{C13237C8-E62C-4F0D-A318-BD6FB6C2D138}"/>
          </ac:spMkLst>
        </pc:spChg>
        <pc:spChg chg="add del">
          <ac:chgData name="동혁 임" userId="879f4c796d7a5333" providerId="LiveId" clId="{0C13D58B-97DF-4565-AAEC-23B22FE47640}" dt="2020-05-30T07:11:02.937" v="5065" actId="26606"/>
          <ac:spMkLst>
            <pc:docMk/>
            <pc:sldMk cId="2951715080" sldId="261"/>
            <ac:spMk id="42" creationId="{19C9EAEA-39D0-4B0E-A0EB-51E7B26740B1}"/>
          </ac:spMkLst>
        </pc:spChg>
        <pc:spChg chg="add del">
          <ac:chgData name="동혁 임" userId="879f4c796d7a5333" providerId="LiveId" clId="{0C13D58B-97DF-4565-AAEC-23B22FE47640}" dt="2020-05-30T07:11:15.005" v="5077" actId="26606"/>
          <ac:spMkLst>
            <pc:docMk/>
            <pc:sldMk cId="2951715080" sldId="261"/>
            <ac:spMk id="44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1:15.005" v="5077" actId="26606"/>
          <ac:spMkLst>
            <pc:docMk/>
            <pc:sldMk cId="2951715080" sldId="261"/>
            <ac:spMk id="45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1:15.005" v="5077" actId="26606"/>
          <ac:spMkLst>
            <pc:docMk/>
            <pc:sldMk cId="2951715080" sldId="261"/>
            <ac:spMk id="46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1:15.005" v="5077" actId="26606"/>
          <ac:spMkLst>
            <pc:docMk/>
            <pc:sldMk cId="2951715080" sldId="261"/>
            <ac:spMk id="47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11:14.999" v="5076" actId="26606"/>
          <ac:spMkLst>
            <pc:docMk/>
            <pc:sldMk cId="2951715080" sldId="261"/>
            <ac:spMk id="52" creationId="{9D80C9EF-3CC6-4ECC-9C2D-9D0396C96ED9}"/>
          </ac:spMkLst>
        </pc:spChg>
        <pc:spChg chg="add del">
          <ac:chgData name="동혁 임" userId="879f4c796d7a5333" providerId="LiveId" clId="{0C13D58B-97DF-4565-AAEC-23B22FE47640}" dt="2020-05-30T07:11:14.999" v="5076" actId="26606"/>
          <ac:spMkLst>
            <pc:docMk/>
            <pc:sldMk cId="2951715080" sldId="261"/>
            <ac:spMk id="54" creationId="{5DA32751-37A2-45C0-BE94-63D375E27003}"/>
          </ac:spMkLst>
        </pc:spChg>
        <pc:spChg chg="add del">
          <ac:chgData name="동혁 임" userId="879f4c796d7a5333" providerId="LiveId" clId="{0C13D58B-97DF-4565-AAEC-23B22FE47640}" dt="2020-05-30T07:11:14.999" v="5076" actId="26606"/>
          <ac:spMkLst>
            <pc:docMk/>
            <pc:sldMk cId="2951715080" sldId="261"/>
            <ac:spMk id="56" creationId="{E659831F-0D9A-4C63-9EBB-8435B85A440F}"/>
          </ac:spMkLst>
        </pc:spChg>
        <pc:spChg chg="add del">
          <ac:chgData name="동혁 임" userId="879f4c796d7a5333" providerId="LiveId" clId="{0C13D58B-97DF-4565-AAEC-23B22FE47640}" dt="2020-05-30T07:11:14.999" v="5076" actId="26606"/>
          <ac:spMkLst>
            <pc:docMk/>
            <pc:sldMk cId="2951715080" sldId="261"/>
            <ac:spMk id="58" creationId="{5A55FBCD-CD42-40F5-8A1B-3203F9CAEEAA}"/>
          </ac:spMkLst>
        </pc:spChg>
        <pc:spChg chg="add del">
          <ac:chgData name="동혁 임" userId="879f4c796d7a5333" providerId="LiveId" clId="{0C13D58B-97DF-4565-AAEC-23B22FE47640}" dt="2020-05-30T07:11:29.326" v="5093" actId="26606"/>
          <ac:spMkLst>
            <pc:docMk/>
            <pc:sldMk cId="2951715080" sldId="261"/>
            <ac:spMk id="60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1:29.326" v="5093" actId="26606"/>
          <ac:spMkLst>
            <pc:docMk/>
            <pc:sldMk cId="2951715080" sldId="261"/>
            <ac:spMk id="61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1:29.326" v="5093" actId="26606"/>
          <ac:spMkLst>
            <pc:docMk/>
            <pc:sldMk cId="2951715080" sldId="261"/>
            <ac:spMk id="62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1:29.326" v="5093" actId="26606"/>
          <ac:spMkLst>
            <pc:docMk/>
            <pc:sldMk cId="2951715080" sldId="261"/>
            <ac:spMk id="63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11:29.321" v="5092" actId="26606"/>
          <ac:spMkLst>
            <pc:docMk/>
            <pc:sldMk cId="2951715080" sldId="261"/>
            <ac:spMk id="68" creationId="{117AB3D3-3C9C-4DED-809A-78734805B895}"/>
          </ac:spMkLst>
        </pc:spChg>
        <pc:spChg chg="add del">
          <ac:chgData name="동혁 임" userId="879f4c796d7a5333" providerId="LiveId" clId="{0C13D58B-97DF-4565-AAEC-23B22FE47640}" dt="2020-05-30T07:11:29.321" v="5092" actId="26606"/>
          <ac:spMkLst>
            <pc:docMk/>
            <pc:sldMk cId="2951715080" sldId="261"/>
            <ac:spMk id="70" creationId="{3A9A4357-BD1D-4622-A4FE-766E6AB8DE84}"/>
          </ac:spMkLst>
        </pc:spChg>
        <pc:spChg chg="add del">
          <ac:chgData name="동혁 임" userId="879f4c796d7a5333" providerId="LiveId" clId="{0C13D58B-97DF-4565-AAEC-23B22FE47640}" dt="2020-05-30T07:11:29.321" v="5092" actId="26606"/>
          <ac:spMkLst>
            <pc:docMk/>
            <pc:sldMk cId="2951715080" sldId="261"/>
            <ac:spMk id="72" creationId="{E659831F-0D9A-4C63-9EBB-8435B85A440F}"/>
          </ac:spMkLst>
        </pc:spChg>
        <pc:spChg chg="add del">
          <ac:chgData name="동혁 임" userId="879f4c796d7a5333" providerId="LiveId" clId="{0C13D58B-97DF-4565-AAEC-23B22FE47640}" dt="2020-05-30T07:11:29.321" v="5092" actId="26606"/>
          <ac:spMkLst>
            <pc:docMk/>
            <pc:sldMk cId="2951715080" sldId="261"/>
            <ac:spMk id="74" creationId="{E6995CE5-F890-4ABA-82A2-26507CE8D2A3}"/>
          </ac:spMkLst>
        </pc:spChg>
        <pc:spChg chg="add del">
          <ac:chgData name="동혁 임" userId="879f4c796d7a5333" providerId="LiveId" clId="{0C13D58B-97DF-4565-AAEC-23B22FE47640}" dt="2020-05-30T07:11:43.515" v="5176" actId="26606"/>
          <ac:spMkLst>
            <pc:docMk/>
            <pc:sldMk cId="2951715080" sldId="261"/>
            <ac:spMk id="76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1:43.515" v="5176" actId="26606"/>
          <ac:spMkLst>
            <pc:docMk/>
            <pc:sldMk cId="2951715080" sldId="261"/>
            <ac:spMk id="77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1:43.515" v="5176" actId="26606"/>
          <ac:spMkLst>
            <pc:docMk/>
            <pc:sldMk cId="2951715080" sldId="261"/>
            <ac:spMk id="78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1:43.515" v="5176" actId="26606"/>
          <ac:spMkLst>
            <pc:docMk/>
            <pc:sldMk cId="2951715080" sldId="261"/>
            <ac:spMk id="79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12:30.705" v="5328" actId="26606"/>
          <ac:spMkLst>
            <pc:docMk/>
            <pc:sldMk cId="2951715080" sldId="261"/>
            <ac:spMk id="84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2:30.705" v="5328" actId="26606"/>
          <ac:spMkLst>
            <pc:docMk/>
            <pc:sldMk cId="2951715080" sldId="261"/>
            <ac:spMk id="86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2:30.705" v="5328" actId="26606"/>
          <ac:spMkLst>
            <pc:docMk/>
            <pc:sldMk cId="2951715080" sldId="261"/>
            <ac:spMk id="88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2:30.705" v="5328" actId="26606"/>
          <ac:spMkLst>
            <pc:docMk/>
            <pc:sldMk cId="2951715080" sldId="261"/>
            <ac:spMk id="90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12:30.700" v="5327" actId="26606"/>
          <ac:spMkLst>
            <pc:docMk/>
            <pc:sldMk cId="2951715080" sldId="261"/>
            <ac:spMk id="95" creationId="{9D80C9EF-3CC6-4ECC-9C2D-9D0396C96ED9}"/>
          </ac:spMkLst>
        </pc:spChg>
        <pc:spChg chg="add del">
          <ac:chgData name="동혁 임" userId="879f4c796d7a5333" providerId="LiveId" clId="{0C13D58B-97DF-4565-AAEC-23B22FE47640}" dt="2020-05-30T07:12:30.700" v="5327" actId="26606"/>
          <ac:spMkLst>
            <pc:docMk/>
            <pc:sldMk cId="2951715080" sldId="261"/>
            <ac:spMk id="97" creationId="{5DA32751-37A2-45C0-BE94-63D375E27003}"/>
          </ac:spMkLst>
        </pc:spChg>
        <pc:spChg chg="add del">
          <ac:chgData name="동혁 임" userId="879f4c796d7a5333" providerId="LiveId" clId="{0C13D58B-97DF-4565-AAEC-23B22FE47640}" dt="2020-05-30T07:12:30.700" v="5327" actId="26606"/>
          <ac:spMkLst>
            <pc:docMk/>
            <pc:sldMk cId="2951715080" sldId="261"/>
            <ac:spMk id="99" creationId="{E659831F-0D9A-4C63-9EBB-8435B85A440F}"/>
          </ac:spMkLst>
        </pc:spChg>
        <pc:spChg chg="add del">
          <ac:chgData name="동혁 임" userId="879f4c796d7a5333" providerId="LiveId" clId="{0C13D58B-97DF-4565-AAEC-23B22FE47640}" dt="2020-05-30T07:12:30.700" v="5327" actId="26606"/>
          <ac:spMkLst>
            <pc:docMk/>
            <pc:sldMk cId="2951715080" sldId="261"/>
            <ac:spMk id="101" creationId="{5A55FBCD-CD42-40F5-8A1B-3203F9CAEEAA}"/>
          </ac:spMkLst>
        </pc:spChg>
        <pc:spChg chg="add del">
          <ac:chgData name="동혁 임" userId="879f4c796d7a5333" providerId="LiveId" clId="{0C13D58B-97DF-4565-AAEC-23B22FE47640}" dt="2020-05-30T07:12:47.024" v="5387" actId="26606"/>
          <ac:spMkLst>
            <pc:docMk/>
            <pc:sldMk cId="2951715080" sldId="261"/>
            <ac:spMk id="103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2:47.024" v="5387" actId="26606"/>
          <ac:spMkLst>
            <pc:docMk/>
            <pc:sldMk cId="2951715080" sldId="261"/>
            <ac:spMk id="104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2:47.024" v="5387" actId="26606"/>
          <ac:spMkLst>
            <pc:docMk/>
            <pc:sldMk cId="2951715080" sldId="261"/>
            <ac:spMk id="105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2:47.024" v="5387" actId="26606"/>
          <ac:spMkLst>
            <pc:docMk/>
            <pc:sldMk cId="2951715080" sldId="261"/>
            <ac:spMk id="106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17:26.193" v="5851" actId="26606"/>
          <ac:spMkLst>
            <pc:docMk/>
            <pc:sldMk cId="2951715080" sldId="261"/>
            <ac:spMk id="108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7:26.193" v="5851" actId="26606"/>
          <ac:spMkLst>
            <pc:docMk/>
            <pc:sldMk cId="2951715080" sldId="261"/>
            <ac:spMk id="109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7:26.193" v="5851" actId="26606"/>
          <ac:spMkLst>
            <pc:docMk/>
            <pc:sldMk cId="2951715080" sldId="261"/>
            <ac:spMk id="110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2:43.885" v="5378" actId="26606"/>
          <ac:spMkLst>
            <pc:docMk/>
            <pc:sldMk cId="2951715080" sldId="261"/>
            <ac:spMk id="111" creationId="{117AB3D3-3C9C-4DED-809A-78734805B895}"/>
          </ac:spMkLst>
        </pc:spChg>
        <pc:spChg chg="add del">
          <ac:chgData name="동혁 임" userId="879f4c796d7a5333" providerId="LiveId" clId="{0C13D58B-97DF-4565-AAEC-23B22FE47640}" dt="2020-05-30T07:17:26.193" v="5851" actId="26606"/>
          <ac:spMkLst>
            <pc:docMk/>
            <pc:sldMk cId="2951715080" sldId="261"/>
            <ac:spMk id="112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12:43.885" v="5378" actId="26606"/>
          <ac:spMkLst>
            <pc:docMk/>
            <pc:sldMk cId="2951715080" sldId="261"/>
            <ac:spMk id="113" creationId="{3A9A4357-BD1D-4622-A4FE-766E6AB8DE84}"/>
          </ac:spMkLst>
        </pc:spChg>
        <pc:spChg chg="add">
          <ac:chgData name="동혁 임" userId="879f4c796d7a5333" providerId="LiveId" clId="{0C13D58B-97DF-4565-AAEC-23B22FE47640}" dt="2020-05-30T07:17:26.193" v="5851" actId="26606"/>
          <ac:spMkLst>
            <pc:docMk/>
            <pc:sldMk cId="2951715080" sldId="261"/>
            <ac:spMk id="114" creationId="{D1A4588A-55D5-49B8-BE41-54ACDCFF2C17}"/>
          </ac:spMkLst>
        </pc:spChg>
        <pc:spChg chg="add del">
          <ac:chgData name="동혁 임" userId="879f4c796d7a5333" providerId="LiveId" clId="{0C13D58B-97DF-4565-AAEC-23B22FE47640}" dt="2020-05-30T07:12:43.885" v="5378" actId="26606"/>
          <ac:spMkLst>
            <pc:docMk/>
            <pc:sldMk cId="2951715080" sldId="261"/>
            <ac:spMk id="115" creationId="{E659831F-0D9A-4C63-9EBB-8435B85A440F}"/>
          </ac:spMkLst>
        </pc:spChg>
        <pc:spChg chg="add">
          <ac:chgData name="동혁 임" userId="879f4c796d7a5333" providerId="LiveId" clId="{0C13D58B-97DF-4565-AAEC-23B22FE47640}" dt="2020-05-30T07:17:26.193" v="5851" actId="26606"/>
          <ac:spMkLst>
            <pc:docMk/>
            <pc:sldMk cId="2951715080" sldId="261"/>
            <ac:spMk id="116" creationId="{F97E7EA2-EDCD-47E9-81BC-415C606D1B58}"/>
          </ac:spMkLst>
        </pc:spChg>
        <pc:spChg chg="add del">
          <ac:chgData name="동혁 임" userId="879f4c796d7a5333" providerId="LiveId" clId="{0C13D58B-97DF-4565-AAEC-23B22FE47640}" dt="2020-05-30T07:12:43.885" v="5378" actId="26606"/>
          <ac:spMkLst>
            <pc:docMk/>
            <pc:sldMk cId="2951715080" sldId="261"/>
            <ac:spMk id="117" creationId="{E6995CE5-F890-4ABA-82A2-26507CE8D2A3}"/>
          </ac:spMkLst>
        </pc:spChg>
        <pc:spChg chg="add del">
          <ac:chgData name="동혁 임" userId="879f4c796d7a5333" providerId="LiveId" clId="{0C13D58B-97DF-4565-AAEC-23B22FE47640}" dt="2020-05-30T07:12:45.574" v="5380" actId="26606"/>
          <ac:spMkLst>
            <pc:docMk/>
            <pc:sldMk cId="2951715080" sldId="261"/>
            <ac:spMk id="119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2:45.574" v="5380" actId="26606"/>
          <ac:spMkLst>
            <pc:docMk/>
            <pc:sldMk cId="2951715080" sldId="261"/>
            <ac:spMk id="120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2:45.574" v="5380" actId="26606"/>
          <ac:spMkLst>
            <pc:docMk/>
            <pc:sldMk cId="2951715080" sldId="261"/>
            <ac:spMk id="121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2:45.574" v="5380" actId="26606"/>
          <ac:spMkLst>
            <pc:docMk/>
            <pc:sldMk cId="2951715080" sldId="261"/>
            <ac:spMk id="122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12:46.087" v="5382" actId="26606"/>
          <ac:spMkLst>
            <pc:docMk/>
            <pc:sldMk cId="2951715080" sldId="261"/>
            <ac:spMk id="124" creationId="{117AB3D3-3C9C-4DED-809A-78734805B895}"/>
          </ac:spMkLst>
        </pc:spChg>
        <pc:spChg chg="add del">
          <ac:chgData name="동혁 임" userId="879f4c796d7a5333" providerId="LiveId" clId="{0C13D58B-97DF-4565-AAEC-23B22FE47640}" dt="2020-05-30T07:12:46.087" v="5382" actId="26606"/>
          <ac:spMkLst>
            <pc:docMk/>
            <pc:sldMk cId="2951715080" sldId="261"/>
            <ac:spMk id="125" creationId="{3A9A4357-BD1D-4622-A4FE-766E6AB8DE84}"/>
          </ac:spMkLst>
        </pc:spChg>
        <pc:spChg chg="add del">
          <ac:chgData name="동혁 임" userId="879f4c796d7a5333" providerId="LiveId" clId="{0C13D58B-97DF-4565-AAEC-23B22FE47640}" dt="2020-05-30T07:12:46.087" v="5382" actId="26606"/>
          <ac:spMkLst>
            <pc:docMk/>
            <pc:sldMk cId="2951715080" sldId="261"/>
            <ac:spMk id="126" creationId="{E659831F-0D9A-4C63-9EBB-8435B85A440F}"/>
          </ac:spMkLst>
        </pc:spChg>
        <pc:spChg chg="add del">
          <ac:chgData name="동혁 임" userId="879f4c796d7a5333" providerId="LiveId" clId="{0C13D58B-97DF-4565-AAEC-23B22FE47640}" dt="2020-05-30T07:12:46.087" v="5382" actId="26606"/>
          <ac:spMkLst>
            <pc:docMk/>
            <pc:sldMk cId="2951715080" sldId="261"/>
            <ac:spMk id="127" creationId="{E6995CE5-F890-4ABA-82A2-26507CE8D2A3}"/>
          </ac:spMkLst>
        </pc:spChg>
        <pc:spChg chg="add del">
          <ac:chgData name="동혁 임" userId="879f4c796d7a5333" providerId="LiveId" clId="{0C13D58B-97DF-4565-AAEC-23B22FE47640}" dt="2020-05-30T07:12:46.545" v="5384" actId="26606"/>
          <ac:spMkLst>
            <pc:docMk/>
            <pc:sldMk cId="2951715080" sldId="261"/>
            <ac:spMk id="129" creationId="{201CC55D-ED54-4C5C-95E6-10947BD1103B}"/>
          </ac:spMkLst>
        </pc:spChg>
        <pc:spChg chg="add del">
          <ac:chgData name="동혁 임" userId="879f4c796d7a5333" providerId="LiveId" clId="{0C13D58B-97DF-4565-AAEC-23B22FE47640}" dt="2020-05-30T07:12:46.545" v="5384" actId="26606"/>
          <ac:spMkLst>
            <pc:docMk/>
            <pc:sldMk cId="2951715080" sldId="261"/>
            <ac:spMk id="132" creationId="{3873B707-463F-40B0-8227-E8CC6C67EB25}"/>
          </ac:spMkLst>
        </pc:spChg>
        <pc:spChg chg="add del">
          <ac:chgData name="동혁 임" userId="879f4c796d7a5333" providerId="LiveId" clId="{0C13D58B-97DF-4565-AAEC-23B22FE47640}" dt="2020-05-30T07:12:46.545" v="5384" actId="26606"/>
          <ac:spMkLst>
            <pc:docMk/>
            <pc:sldMk cId="2951715080" sldId="261"/>
            <ac:spMk id="133" creationId="{C13237C8-E62C-4F0D-A318-BD6FB6C2D138}"/>
          </ac:spMkLst>
        </pc:spChg>
        <pc:spChg chg="add del">
          <ac:chgData name="동혁 임" userId="879f4c796d7a5333" providerId="LiveId" clId="{0C13D58B-97DF-4565-AAEC-23B22FE47640}" dt="2020-05-30T07:12:46.545" v="5384" actId="26606"/>
          <ac:spMkLst>
            <pc:docMk/>
            <pc:sldMk cId="2951715080" sldId="261"/>
            <ac:spMk id="134" creationId="{19C9EAEA-39D0-4B0E-A0EB-51E7B26740B1}"/>
          </ac:spMkLst>
        </pc:spChg>
        <pc:grpChg chg="add del">
          <ac:chgData name="동혁 임" userId="879f4c796d7a5333" providerId="LiveId" clId="{0C13D58B-97DF-4565-AAEC-23B22FE47640}" dt="2020-05-30T07:11:02.937" v="5065" actId="26606"/>
          <ac:grpSpMkLst>
            <pc:docMk/>
            <pc:sldMk cId="2951715080" sldId="261"/>
            <ac:grpSpMk id="34" creationId="{1DE889C7-FAD6-4397-98E2-05D503484459}"/>
          </ac:grpSpMkLst>
        </pc:grpChg>
        <pc:grpChg chg="add del">
          <ac:chgData name="동혁 임" userId="879f4c796d7a5333" providerId="LiveId" clId="{0C13D58B-97DF-4565-AAEC-23B22FE47640}" dt="2020-05-30T07:12:46.545" v="5384" actId="26606"/>
          <ac:grpSpMkLst>
            <pc:docMk/>
            <pc:sldMk cId="2951715080" sldId="261"/>
            <ac:grpSpMk id="130" creationId="{1DE889C7-FAD6-4397-98E2-05D503484459}"/>
          </ac:grpSpMkLst>
        </pc:grpChg>
        <pc:picChg chg="add mod ord modCrop">
          <ac:chgData name="동혁 임" userId="879f4c796d7a5333" providerId="LiveId" clId="{0C13D58B-97DF-4565-AAEC-23B22FE47640}" dt="2020-05-30T07:17:40.016" v="5923" actId="18131"/>
          <ac:picMkLst>
            <pc:docMk/>
            <pc:sldMk cId="2951715080" sldId="261"/>
            <ac:picMk id="6" creationId="{AC47E168-2721-41D2-B23F-67B62C2DFCB9}"/>
          </ac:picMkLst>
        </pc:picChg>
      </pc:sldChg>
      <pc:sldChg chg="addSp delSp modSp new mod setBg setClrOvrMap delDesignElem">
        <pc:chgData name="동혁 임" userId="879f4c796d7a5333" providerId="LiveId" clId="{0C13D58B-97DF-4565-AAEC-23B22FE47640}" dt="2020-05-30T07:21:25.014" v="6364" actId="2711"/>
        <pc:sldMkLst>
          <pc:docMk/>
          <pc:sldMk cId="2326182276" sldId="262"/>
        </pc:sldMkLst>
        <pc:spChg chg="del">
          <ac:chgData name="동혁 임" userId="879f4c796d7a5333" providerId="LiveId" clId="{0C13D58B-97DF-4565-AAEC-23B22FE47640}" dt="2020-05-30T06:44:25.913" v="1515"/>
          <ac:spMkLst>
            <pc:docMk/>
            <pc:sldMk cId="2326182276" sldId="262"/>
            <ac:spMk id="2" creationId="{F31FD5F8-AE2E-4C12-AE45-3D77C66D97B1}"/>
          </ac:spMkLst>
        </pc:spChg>
        <pc:spChg chg="del">
          <ac:chgData name="동혁 임" userId="879f4c796d7a5333" providerId="LiveId" clId="{0C13D58B-97DF-4565-AAEC-23B22FE47640}" dt="2020-05-30T06:44:25.913" v="1515"/>
          <ac:spMkLst>
            <pc:docMk/>
            <pc:sldMk cId="2326182276" sldId="262"/>
            <ac:spMk id="3" creationId="{2D579D9C-B9B7-464B-9BB6-CC54B7DE46E6}"/>
          </ac:spMkLst>
        </pc:spChg>
        <pc:spChg chg="del">
          <ac:chgData name="동혁 임" userId="879f4c796d7a5333" providerId="LiveId" clId="{0C13D58B-97DF-4565-AAEC-23B22FE47640}" dt="2020-05-30T06:44:25.913" v="1515"/>
          <ac:spMkLst>
            <pc:docMk/>
            <pc:sldMk cId="2326182276" sldId="262"/>
            <ac:spMk id="4" creationId="{7AE5C6C5-7CA5-4D2B-A40F-A9462B6B556D}"/>
          </ac:spMkLst>
        </pc:spChg>
        <pc:spChg chg="add mod">
          <ac:chgData name="동혁 임" userId="879f4c796d7a5333" providerId="LiveId" clId="{0C13D58B-97DF-4565-AAEC-23B22FE47640}" dt="2020-05-30T07:21:25.014" v="6364" actId="2711"/>
          <ac:spMkLst>
            <pc:docMk/>
            <pc:sldMk cId="2326182276" sldId="262"/>
            <ac:spMk id="5" creationId="{1DBC98CE-744D-440E-91E5-456CE13FBE20}"/>
          </ac:spMkLst>
        </pc:spChg>
        <pc:spChg chg="add mod">
          <ac:chgData name="동혁 임" userId="879f4c796d7a5333" providerId="LiveId" clId="{0C13D58B-97DF-4565-AAEC-23B22FE47640}" dt="2020-05-30T07:21:25.014" v="6364" actId="2711"/>
          <ac:spMkLst>
            <pc:docMk/>
            <pc:sldMk cId="2326182276" sldId="262"/>
            <ac:spMk id="6" creationId="{E1A6D5FD-6335-4402-BDF7-76B79F5153E7}"/>
          </ac:spMkLst>
        </pc:spChg>
        <pc:spChg chg="add del">
          <ac:chgData name="동혁 임" userId="879f4c796d7a5333" providerId="LiveId" clId="{0C13D58B-97DF-4565-AAEC-23B22FE47640}" dt="2020-05-30T07:13:44.585" v="5519" actId="26606"/>
          <ac:spMkLst>
            <pc:docMk/>
            <pc:sldMk cId="2326182276" sldId="262"/>
            <ac:spMk id="11" creationId="{2A8AA5BC-4F7A-4226-8F99-6D824B226A97}"/>
          </ac:spMkLst>
        </pc:spChg>
        <pc:spChg chg="add del">
          <ac:chgData name="동혁 임" userId="879f4c796d7a5333" providerId="LiveId" clId="{0C13D58B-97DF-4565-AAEC-23B22FE47640}" dt="2020-05-30T07:13:44.585" v="5519" actId="26606"/>
          <ac:spMkLst>
            <pc:docMk/>
            <pc:sldMk cId="2326182276" sldId="262"/>
            <ac:spMk id="13" creationId="{3E5445C6-DD42-4979-86FF-03730E8C6DB0}"/>
          </ac:spMkLst>
        </pc:spChg>
        <pc:spChg chg="add del">
          <ac:chgData name="동혁 임" userId="879f4c796d7a5333" providerId="LiveId" clId="{0C13D58B-97DF-4565-AAEC-23B22FE47640}" dt="2020-05-30T07:17:16.668" v="5850" actId="26606"/>
          <ac:spMkLst>
            <pc:docMk/>
            <pc:sldMk cId="2326182276" sldId="262"/>
            <ac:spMk id="20" creationId="{9095C1F4-AE7F-44E4-8693-40D3D6831140}"/>
          </ac:spMkLst>
        </pc:spChg>
        <pc:spChg chg="add del">
          <ac:chgData name="동혁 임" userId="879f4c796d7a5333" providerId="LiveId" clId="{0C13D58B-97DF-4565-AAEC-23B22FE47640}" dt="2020-05-30T07:17:16.668" v="5850" actId="26606"/>
          <ac:spMkLst>
            <pc:docMk/>
            <pc:sldMk cId="2326182276" sldId="262"/>
            <ac:spMk id="26" creationId="{871AEA07-1E14-44B4-8E55-64EF049CD66F}"/>
          </ac:spMkLst>
        </pc:spChg>
        <pc:spChg chg="add">
          <ac:chgData name="동혁 임" userId="879f4c796d7a5333" providerId="LiveId" clId="{0C13D58B-97DF-4565-AAEC-23B22FE47640}" dt="2020-05-30T07:17:16.668" v="5850" actId="26606"/>
          <ac:spMkLst>
            <pc:docMk/>
            <pc:sldMk cId="2326182276" sldId="262"/>
            <ac:spMk id="31" creationId="{1ACA2EA0-FFD3-42EC-9406-B595015ED96E}"/>
          </ac:spMkLst>
        </pc:spChg>
        <pc:spChg chg="add">
          <ac:chgData name="동혁 임" userId="879f4c796d7a5333" providerId="LiveId" clId="{0C13D58B-97DF-4565-AAEC-23B22FE47640}" dt="2020-05-30T07:17:16.668" v="5850" actId="26606"/>
          <ac:spMkLst>
            <pc:docMk/>
            <pc:sldMk cId="2326182276" sldId="262"/>
            <ac:spMk id="33" creationId="{D5288BCE-665C-472A-8C43-664BCFA31E43}"/>
          </ac:spMkLst>
        </pc:spChg>
        <pc:spChg chg="add">
          <ac:chgData name="동혁 임" userId="879f4c796d7a5333" providerId="LiveId" clId="{0C13D58B-97DF-4565-AAEC-23B22FE47640}" dt="2020-05-30T07:17:16.668" v="5850" actId="26606"/>
          <ac:spMkLst>
            <pc:docMk/>
            <pc:sldMk cId="2326182276" sldId="262"/>
            <ac:spMk id="35" creationId="{46C57131-53A7-4C1A-BEA8-25F06A06AD29}"/>
          </ac:spMkLst>
        </pc:spChg>
        <pc:grpChg chg="add del">
          <ac:chgData name="동혁 임" userId="879f4c796d7a5333" providerId="LiveId" clId="{0C13D58B-97DF-4565-AAEC-23B22FE47640}" dt="2020-05-30T07:17:16.668" v="5850" actId="26606"/>
          <ac:grpSpMkLst>
            <pc:docMk/>
            <pc:sldMk cId="2326182276" sldId="262"/>
            <ac:grpSpMk id="22" creationId="{8734DDD3-F723-4DD3-8ABE-EC0B2AC87D74}"/>
          </ac:grpSpMkLst>
        </pc:grpChg>
        <pc:cxnChg chg="add del">
          <ac:chgData name="동혁 임" userId="879f4c796d7a5333" providerId="LiveId" clId="{0C13D58B-97DF-4565-AAEC-23B22FE47640}" dt="2020-05-30T07:13:44.585" v="5519" actId="26606"/>
          <ac:cxnSpMkLst>
            <pc:docMk/>
            <pc:sldMk cId="2326182276" sldId="262"/>
            <ac:cxnSpMk id="15" creationId="{45000665-DFC7-417E-8FD7-516A0F15C975}"/>
          </ac:cxnSpMkLst>
        </pc:cxnChg>
      </pc:sldChg>
      <pc:sldChg chg="addSp delSp modSp new mod setBg delDesignElem">
        <pc:chgData name="동혁 임" userId="879f4c796d7a5333" providerId="LiveId" clId="{0C13D58B-97DF-4565-AAEC-23B22FE47640}" dt="2020-05-30T07:17:12.798" v="5849" actId="20577"/>
        <pc:sldMkLst>
          <pc:docMk/>
          <pc:sldMk cId="1049647755" sldId="263"/>
        </pc:sldMkLst>
        <pc:spChg chg="mod">
          <ac:chgData name="동혁 임" userId="879f4c796d7a5333" providerId="LiveId" clId="{0C13D58B-97DF-4565-AAEC-23B22FE47640}" dt="2020-05-30T07:16:56.727" v="5808" actId="26606"/>
          <ac:spMkLst>
            <pc:docMk/>
            <pc:sldMk cId="1049647755" sldId="263"/>
            <ac:spMk id="2" creationId="{61944FE7-9173-4955-A5AA-CD4C9D960D94}"/>
          </ac:spMkLst>
        </pc:spChg>
        <pc:spChg chg="mod">
          <ac:chgData name="동혁 임" userId="879f4c796d7a5333" providerId="LiveId" clId="{0C13D58B-97DF-4565-AAEC-23B22FE47640}" dt="2020-05-30T07:17:12.798" v="5849" actId="20577"/>
          <ac:spMkLst>
            <pc:docMk/>
            <pc:sldMk cId="1049647755" sldId="263"/>
            <ac:spMk id="3" creationId="{51646E36-E9DB-439F-8878-B5F3403BD936}"/>
          </ac:spMkLst>
        </pc:spChg>
        <pc:spChg chg="add del">
          <ac:chgData name="동혁 임" userId="879f4c796d7a5333" providerId="LiveId" clId="{0C13D58B-97DF-4565-AAEC-23B22FE47640}" dt="2020-05-30T07:13:55.463" v="5521" actId="26606"/>
          <ac:spMkLst>
            <pc:docMk/>
            <pc:sldMk cId="1049647755" sldId="263"/>
            <ac:spMk id="8" creationId="{F98ED85F-DCEE-4B50-802E-71A6E3E12B04}"/>
          </ac:spMkLst>
        </pc:spChg>
        <pc:spChg chg="add del">
          <ac:chgData name="동혁 임" userId="879f4c796d7a5333" providerId="LiveId" clId="{0C13D58B-97DF-4565-AAEC-23B22FE47640}" dt="2020-05-30T07:16:56.727" v="5808" actId="26606"/>
          <ac:spMkLst>
            <pc:docMk/>
            <pc:sldMk cId="1049647755" sldId="263"/>
            <ac:spMk id="13" creationId="{DBF61EA3-B236-439E-9C0B-340980D56BEE}"/>
          </ac:spMkLst>
        </pc:spChg>
        <pc:spChg chg="add del">
          <ac:chgData name="동혁 임" userId="879f4c796d7a5333" providerId="LiveId" clId="{0C13D58B-97DF-4565-AAEC-23B22FE47640}" dt="2020-05-30T07:16:56.727" v="5808" actId="26606"/>
          <ac:spMkLst>
            <pc:docMk/>
            <pc:sldMk cId="1049647755" sldId="263"/>
            <ac:spMk id="19" creationId="{E659831F-0D9A-4C63-9EBB-8435B85A440F}"/>
          </ac:spMkLst>
        </pc:spChg>
        <pc:spChg chg="add">
          <ac:chgData name="동혁 임" userId="879f4c796d7a5333" providerId="LiveId" clId="{0C13D58B-97DF-4565-AAEC-23B22FE47640}" dt="2020-05-30T07:16:56.727" v="5808" actId="26606"/>
          <ac:spMkLst>
            <pc:docMk/>
            <pc:sldMk cId="1049647755" sldId="263"/>
            <ac:spMk id="24" creationId="{CBB2B1F0-0DD6-4744-9A46-7A344FB48E40}"/>
          </ac:spMkLst>
        </pc:spChg>
        <pc:spChg chg="add">
          <ac:chgData name="동혁 임" userId="879f4c796d7a5333" providerId="LiveId" clId="{0C13D58B-97DF-4565-AAEC-23B22FE47640}" dt="2020-05-30T07:16:56.727" v="5808" actId="26606"/>
          <ac:spMkLst>
            <pc:docMk/>
            <pc:sldMk cId="1049647755" sldId="263"/>
            <ac:spMk id="26" creationId="{52D502E5-F6B4-4D58-B4AE-FC466FF15EE8}"/>
          </ac:spMkLst>
        </pc:spChg>
        <pc:spChg chg="add">
          <ac:chgData name="동혁 임" userId="879f4c796d7a5333" providerId="LiveId" clId="{0C13D58B-97DF-4565-AAEC-23B22FE47640}" dt="2020-05-30T07:16:56.727" v="5808" actId="26606"/>
          <ac:spMkLst>
            <pc:docMk/>
            <pc:sldMk cId="1049647755" sldId="263"/>
            <ac:spMk id="28" creationId="{9DECDBF4-02B6-4BB4-B65B-B8107AD6A9E8}"/>
          </ac:spMkLst>
        </pc:spChg>
        <pc:grpChg chg="add del">
          <ac:chgData name="동혁 임" userId="879f4c796d7a5333" providerId="LiveId" clId="{0C13D58B-97DF-4565-AAEC-23B22FE47640}" dt="2020-05-30T07:16:56.727" v="5808" actId="26606"/>
          <ac:grpSpMkLst>
            <pc:docMk/>
            <pc:sldMk cId="1049647755" sldId="263"/>
            <ac:grpSpMk id="15" creationId="{28FAF094-D087-493F-8DF9-A486C2D6BBAA}"/>
          </ac:grpSpMkLst>
        </pc:grpChg>
      </pc:sldChg>
      <pc:sldChg chg="addSp delSp modSp new mod setBg setClrOvrMap delDesignElem">
        <pc:chgData name="동혁 임" userId="879f4c796d7a5333" providerId="LiveId" clId="{0C13D58B-97DF-4565-AAEC-23B22FE47640}" dt="2020-06-02T02:38:24.559" v="21264" actId="2711"/>
        <pc:sldMkLst>
          <pc:docMk/>
          <pc:sldMk cId="3187339711" sldId="264"/>
        </pc:sldMkLst>
        <pc:spChg chg="del">
          <ac:chgData name="동혁 임" userId="879f4c796d7a5333" providerId="LiveId" clId="{0C13D58B-97DF-4565-AAEC-23B22FE47640}" dt="2020-05-30T06:50:17.592" v="2413"/>
          <ac:spMkLst>
            <pc:docMk/>
            <pc:sldMk cId="3187339711" sldId="264"/>
            <ac:spMk id="2" creationId="{AF755072-186C-46A6-9235-C1BE4C021D16}"/>
          </ac:spMkLst>
        </pc:spChg>
        <pc:spChg chg="del">
          <ac:chgData name="동혁 임" userId="879f4c796d7a5333" providerId="LiveId" clId="{0C13D58B-97DF-4565-AAEC-23B22FE47640}" dt="2020-05-30T06:50:17.592" v="2413"/>
          <ac:spMkLst>
            <pc:docMk/>
            <pc:sldMk cId="3187339711" sldId="264"/>
            <ac:spMk id="3" creationId="{E286A88E-F8E9-4328-BB18-DF15892E9D69}"/>
          </ac:spMkLst>
        </pc:spChg>
        <pc:spChg chg="add mod">
          <ac:chgData name="동혁 임" userId="879f4c796d7a5333" providerId="LiveId" clId="{0C13D58B-97DF-4565-AAEC-23B22FE47640}" dt="2020-06-02T02:38:24.559" v="21264" actId="2711"/>
          <ac:spMkLst>
            <pc:docMk/>
            <pc:sldMk cId="3187339711" sldId="264"/>
            <ac:spMk id="4" creationId="{F3074928-E5CF-43B4-9203-C35C807939B9}"/>
          </ac:spMkLst>
        </pc:spChg>
        <pc:spChg chg="add del mod">
          <ac:chgData name="동혁 임" userId="879f4c796d7a5333" providerId="LiveId" clId="{0C13D58B-97DF-4565-AAEC-23B22FE47640}" dt="2020-05-30T06:50:29.563" v="2433" actId="931"/>
          <ac:spMkLst>
            <pc:docMk/>
            <pc:sldMk cId="3187339711" sldId="264"/>
            <ac:spMk id="5" creationId="{1AD64D68-5B00-47CF-9658-B2EF33F5D363}"/>
          </ac:spMkLst>
        </pc:spChg>
        <pc:spChg chg="add del mod">
          <ac:chgData name="동혁 임" userId="879f4c796d7a5333" providerId="LiveId" clId="{0C13D58B-97DF-4565-AAEC-23B22FE47640}" dt="2020-06-02T02:38:24.559" v="21264" actId="2711"/>
          <ac:spMkLst>
            <pc:docMk/>
            <pc:sldMk cId="3187339711" sldId="264"/>
            <ac:spMk id="6" creationId="{1E2A8BFF-D6AB-4EDA-9581-5A391082B812}"/>
          </ac:spMkLst>
        </pc:spChg>
        <pc:spChg chg="add del">
          <ac:chgData name="동혁 임" userId="879f4c796d7a5333" providerId="LiveId" clId="{0C13D58B-97DF-4565-AAEC-23B22FE47640}" dt="2020-05-30T06:52:56.303" v="2640" actId="26606"/>
          <ac:spMkLst>
            <pc:docMk/>
            <pc:sldMk cId="3187339711" sldId="264"/>
            <ac:spMk id="26" creationId="{7CA0DAA6-33B8-4A25-810D-2F4D816FB40E}"/>
          </ac:spMkLst>
        </pc:spChg>
        <pc:spChg chg="add del">
          <ac:chgData name="동혁 임" userId="879f4c796d7a5333" providerId="LiveId" clId="{0C13D58B-97DF-4565-AAEC-23B22FE47640}" dt="2020-05-30T07:16:48.672" v="5807" actId="26606"/>
          <ac:spMkLst>
            <pc:docMk/>
            <pc:sldMk cId="3187339711" sldId="264"/>
            <ac:spMk id="27" creationId="{E45B1D5C-0827-4AF0-8186-11FC5A8B8B92}"/>
          </ac:spMkLst>
        </pc:spChg>
        <pc:spChg chg="add del">
          <ac:chgData name="동혁 임" userId="879f4c796d7a5333" providerId="LiveId" clId="{0C13D58B-97DF-4565-AAEC-23B22FE47640}" dt="2020-05-30T07:16:48.672" v="5807" actId="26606"/>
          <ac:spMkLst>
            <pc:docMk/>
            <pc:sldMk cId="3187339711" sldId="264"/>
            <ac:spMk id="31" creationId="{99413ED5-9ED4-4772-BCE4-2BCAE6B12E35}"/>
          </ac:spMkLst>
        </pc:spChg>
        <pc:spChg chg="add del">
          <ac:chgData name="동혁 임" userId="879f4c796d7a5333" providerId="LiveId" clId="{0C13D58B-97DF-4565-AAEC-23B22FE47640}" dt="2020-05-30T07:16:48.672" v="5807" actId="26606"/>
          <ac:spMkLst>
            <pc:docMk/>
            <pc:sldMk cId="3187339711" sldId="264"/>
            <ac:spMk id="33" creationId="{04357C93-F0CB-4A1C-8F77-4E9063789819}"/>
          </ac:spMkLst>
        </pc:spChg>
        <pc:spChg chg="add del">
          <ac:chgData name="동혁 임" userId="879f4c796d7a5333" providerId="LiveId" clId="{0C13D58B-97DF-4565-AAEC-23B22FE47640}" dt="2020-05-30T07:16:48.672" v="5807" actId="26606"/>
          <ac:spMkLst>
            <pc:docMk/>
            <pc:sldMk cId="3187339711" sldId="264"/>
            <ac:spMk id="35" creationId="{90F533E9-6690-41A8-A372-4C6C622D028D}"/>
          </ac:spMkLst>
        </pc:spChg>
        <pc:spChg chg="add del">
          <ac:chgData name="동혁 임" userId="879f4c796d7a5333" providerId="LiveId" clId="{0C13D58B-97DF-4565-AAEC-23B22FE47640}" dt="2020-05-30T07:21:32.776" v="6365" actId="26606"/>
          <ac:spMkLst>
            <pc:docMk/>
            <pc:sldMk cId="3187339711" sldId="264"/>
            <ac:spMk id="40" creationId="{5A59F003-E00A-43F9-91DC-CC54E3B87466}"/>
          </ac:spMkLst>
        </pc:spChg>
        <pc:spChg chg="add del">
          <ac:chgData name="동혁 임" userId="879f4c796d7a5333" providerId="LiveId" clId="{0C13D58B-97DF-4565-AAEC-23B22FE47640}" dt="2020-05-30T07:21:32.776" v="6365" actId="26606"/>
          <ac:spMkLst>
            <pc:docMk/>
            <pc:sldMk cId="3187339711" sldId="264"/>
            <ac:spMk id="42" creationId="{D74A4382-E3AD-430A-9A1F-DFA3E0E77A7D}"/>
          </ac:spMkLst>
        </pc:spChg>
        <pc:spChg chg="add del">
          <ac:chgData name="동혁 임" userId="879f4c796d7a5333" providerId="LiveId" clId="{0C13D58B-97DF-4565-AAEC-23B22FE47640}" dt="2020-05-30T07:21:32.776" v="6365" actId="26606"/>
          <ac:spMkLst>
            <pc:docMk/>
            <pc:sldMk cId="3187339711" sldId="264"/>
            <ac:spMk id="44" creationId="{79F40191-0F44-4FD1-82CC-ACB507C14BE6}"/>
          </ac:spMkLst>
        </pc:spChg>
        <pc:spChg chg="add del">
          <ac:chgData name="동혁 임" userId="879f4c796d7a5333" providerId="LiveId" clId="{0C13D58B-97DF-4565-AAEC-23B22FE47640}" dt="2020-05-30T07:21:59.782" v="6369" actId="26606"/>
          <ac:spMkLst>
            <pc:docMk/>
            <pc:sldMk cId="3187339711" sldId="264"/>
            <ac:spMk id="49" creationId="{2FB82883-1DC0-4BE1-A607-009095F3355A}"/>
          </ac:spMkLst>
        </pc:spChg>
        <pc:spChg chg="add del">
          <ac:chgData name="동혁 임" userId="879f4c796d7a5333" providerId="LiveId" clId="{0C13D58B-97DF-4565-AAEC-23B22FE47640}" dt="2020-05-30T07:21:59.782" v="6369" actId="26606"/>
          <ac:spMkLst>
            <pc:docMk/>
            <pc:sldMk cId="3187339711" sldId="264"/>
            <ac:spMk id="51" creationId="{A3473CF9-37EB-43E7-89EF-D2D1C53D1DAC}"/>
          </ac:spMkLst>
        </pc:spChg>
        <pc:spChg chg="add del">
          <ac:chgData name="동혁 임" userId="879f4c796d7a5333" providerId="LiveId" clId="{0C13D58B-97DF-4565-AAEC-23B22FE47640}" dt="2020-05-30T07:21:59.782" v="6369" actId="26606"/>
          <ac:spMkLst>
            <pc:docMk/>
            <pc:sldMk cId="3187339711" sldId="264"/>
            <ac:spMk id="53" creationId="{586B4EF9-43BA-4655-A6FF-1D8E21574C95}"/>
          </ac:spMkLst>
        </pc:spChg>
        <pc:spChg chg="add del">
          <ac:chgData name="동혁 임" userId="879f4c796d7a5333" providerId="LiveId" clId="{0C13D58B-97DF-4565-AAEC-23B22FE47640}" dt="2020-05-30T07:21:59.775" v="6368" actId="26606"/>
          <ac:spMkLst>
            <pc:docMk/>
            <pc:sldMk cId="3187339711" sldId="264"/>
            <ac:spMk id="58" creationId="{AB45A142-4255-493C-8284-5D566C121B10}"/>
          </ac:spMkLst>
        </pc:spChg>
        <pc:spChg chg="add del">
          <ac:chgData name="동혁 임" userId="879f4c796d7a5333" providerId="LiveId" clId="{0C13D58B-97DF-4565-AAEC-23B22FE47640}" dt="2020-06-02T02:38:16.747" v="21263" actId="26606"/>
          <ac:spMkLst>
            <pc:docMk/>
            <pc:sldMk cId="3187339711" sldId="264"/>
            <ac:spMk id="62" creationId="{2568BC19-F052-4108-93E1-6A3D1DEC072F}"/>
          </ac:spMkLst>
        </pc:spChg>
        <pc:spChg chg="add del">
          <ac:chgData name="동혁 임" userId="879f4c796d7a5333" providerId="LiveId" clId="{0C13D58B-97DF-4565-AAEC-23B22FE47640}" dt="2020-06-02T02:38:16.747" v="21263" actId="26606"/>
          <ac:spMkLst>
            <pc:docMk/>
            <pc:sldMk cId="3187339711" sldId="264"/>
            <ac:spMk id="63" creationId="{155D7866-985D-4D23-BF0E-72CA30F5C7E9}"/>
          </ac:spMkLst>
        </pc:spChg>
        <pc:spChg chg="add del">
          <ac:chgData name="동혁 임" userId="879f4c796d7a5333" providerId="LiveId" clId="{0C13D58B-97DF-4565-AAEC-23B22FE47640}" dt="2020-06-02T02:38:16.747" v="21263" actId="26606"/>
          <ac:spMkLst>
            <pc:docMk/>
            <pc:sldMk cId="3187339711" sldId="264"/>
            <ac:spMk id="64" creationId="{D5FD337D-4D6B-4C8B-B6F5-121097E09881}"/>
          </ac:spMkLst>
        </pc:spChg>
        <pc:spChg chg="add del">
          <ac:chgData name="동혁 임" userId="879f4c796d7a5333" providerId="LiveId" clId="{0C13D58B-97DF-4565-AAEC-23B22FE47640}" dt="2020-06-02T02:38:16.747" v="21263" actId="26606"/>
          <ac:spMkLst>
            <pc:docMk/>
            <pc:sldMk cId="3187339711" sldId="264"/>
            <ac:spMk id="65" creationId="{0ADDB668-2CA4-4D2B-9C34-3487CA330BA8}"/>
          </ac:spMkLst>
        </pc:spChg>
        <pc:spChg chg="add">
          <ac:chgData name="동혁 임" userId="879f4c796d7a5333" providerId="LiveId" clId="{0C13D58B-97DF-4565-AAEC-23B22FE47640}" dt="2020-06-02T02:38:16.747" v="21263" actId="26606"/>
          <ac:spMkLst>
            <pc:docMk/>
            <pc:sldMk cId="3187339711" sldId="264"/>
            <ac:spMk id="70" creationId="{2FB82883-1DC0-4BE1-A607-009095F3355A}"/>
          </ac:spMkLst>
        </pc:spChg>
        <pc:spChg chg="add">
          <ac:chgData name="동혁 임" userId="879f4c796d7a5333" providerId="LiveId" clId="{0C13D58B-97DF-4565-AAEC-23B22FE47640}" dt="2020-06-02T02:38:16.747" v="21263" actId="26606"/>
          <ac:spMkLst>
            <pc:docMk/>
            <pc:sldMk cId="3187339711" sldId="264"/>
            <ac:spMk id="72" creationId="{A3473CF9-37EB-43E7-89EF-D2D1C53D1DAC}"/>
          </ac:spMkLst>
        </pc:spChg>
        <pc:spChg chg="add">
          <ac:chgData name="동혁 임" userId="879f4c796d7a5333" providerId="LiveId" clId="{0C13D58B-97DF-4565-AAEC-23B22FE47640}" dt="2020-06-02T02:38:16.747" v="21263" actId="26606"/>
          <ac:spMkLst>
            <pc:docMk/>
            <pc:sldMk cId="3187339711" sldId="264"/>
            <ac:spMk id="74" creationId="{586B4EF9-43BA-4655-A6FF-1D8E21574C95}"/>
          </ac:spMkLst>
        </pc:spChg>
        <pc:picChg chg="add del mod">
          <ac:chgData name="동혁 임" userId="879f4c796d7a5333" providerId="LiveId" clId="{0C13D58B-97DF-4565-AAEC-23B22FE47640}" dt="2020-05-30T06:50:26.846" v="2432" actId="931"/>
          <ac:picMkLst>
            <pc:docMk/>
            <pc:sldMk cId="3187339711" sldId="264"/>
            <ac:picMk id="8" creationId="{A56BBE1A-71A4-4FA8-B5FB-0C8380E4D66D}"/>
          </ac:picMkLst>
        </pc:picChg>
        <pc:picChg chg="add del mod">
          <ac:chgData name="동혁 임" userId="879f4c796d7a5333" providerId="LiveId" clId="{0C13D58B-97DF-4565-AAEC-23B22FE47640}" dt="2020-05-30T06:50:26.846" v="2432" actId="931"/>
          <ac:picMkLst>
            <pc:docMk/>
            <pc:sldMk cId="3187339711" sldId="264"/>
            <ac:picMk id="10" creationId="{CFD71470-3879-4F8E-B600-82ECC604AA1C}"/>
          </ac:picMkLst>
        </pc:picChg>
        <pc:picChg chg="add del mod">
          <ac:chgData name="동혁 임" userId="879f4c796d7a5333" providerId="LiveId" clId="{0C13D58B-97DF-4565-AAEC-23B22FE47640}" dt="2020-05-30T06:50:26.846" v="2432" actId="931"/>
          <ac:picMkLst>
            <pc:docMk/>
            <pc:sldMk cId="3187339711" sldId="264"/>
            <ac:picMk id="12" creationId="{53534534-1A15-4206-AADD-F38F451FCAD2}"/>
          </ac:picMkLst>
        </pc:picChg>
        <pc:picChg chg="add del mod">
          <ac:chgData name="동혁 임" userId="879f4c796d7a5333" providerId="LiveId" clId="{0C13D58B-97DF-4565-AAEC-23B22FE47640}" dt="2020-05-30T06:50:26.846" v="2432" actId="931"/>
          <ac:picMkLst>
            <pc:docMk/>
            <pc:sldMk cId="3187339711" sldId="264"/>
            <ac:picMk id="14" creationId="{3295059B-283B-478C-B11D-3A5F7315B894}"/>
          </ac:picMkLst>
        </pc:picChg>
        <pc:picChg chg="add del mod">
          <ac:chgData name="동혁 임" userId="879f4c796d7a5333" providerId="LiveId" clId="{0C13D58B-97DF-4565-AAEC-23B22FE47640}" dt="2020-05-30T06:50:26.846" v="2432" actId="931"/>
          <ac:picMkLst>
            <pc:docMk/>
            <pc:sldMk cId="3187339711" sldId="264"/>
            <ac:picMk id="16" creationId="{5F6DB85A-F218-4740-A9C2-005F83FC589D}"/>
          </ac:picMkLst>
        </pc:picChg>
        <pc:picChg chg="add del mod">
          <ac:chgData name="동혁 임" userId="879f4c796d7a5333" providerId="LiveId" clId="{0C13D58B-97DF-4565-AAEC-23B22FE47640}" dt="2020-05-30T06:50:26.846" v="2432" actId="931"/>
          <ac:picMkLst>
            <pc:docMk/>
            <pc:sldMk cId="3187339711" sldId="264"/>
            <ac:picMk id="18" creationId="{C0F42060-85B7-49D3-9D4A-6E3CB111FCA0}"/>
          </ac:picMkLst>
        </pc:picChg>
        <pc:picChg chg="add del mod">
          <ac:chgData name="동혁 임" userId="879f4c796d7a5333" providerId="LiveId" clId="{0C13D58B-97DF-4565-AAEC-23B22FE47640}" dt="2020-05-30T06:50:26.846" v="2432" actId="931"/>
          <ac:picMkLst>
            <pc:docMk/>
            <pc:sldMk cId="3187339711" sldId="264"/>
            <ac:picMk id="20" creationId="{56B022C3-FC82-431C-8141-2CD0E8FE7F3F}"/>
          </ac:picMkLst>
        </pc:picChg>
        <pc:picChg chg="add del mod">
          <ac:chgData name="동혁 임" userId="879f4c796d7a5333" providerId="LiveId" clId="{0C13D58B-97DF-4565-AAEC-23B22FE47640}" dt="2020-05-30T06:50:26.846" v="2432" actId="931"/>
          <ac:picMkLst>
            <pc:docMk/>
            <pc:sldMk cId="3187339711" sldId="264"/>
            <ac:picMk id="22" creationId="{8B40C843-DEC3-4E16-B2A6-23899156D3B0}"/>
          </ac:picMkLst>
        </pc:picChg>
        <pc:picChg chg="add mod ord modCrop">
          <ac:chgData name="동혁 임" userId="879f4c796d7a5333" providerId="LiveId" clId="{0C13D58B-97DF-4565-AAEC-23B22FE47640}" dt="2020-05-30T07:21:59.775" v="6368" actId="26606"/>
          <ac:picMkLst>
            <pc:docMk/>
            <pc:sldMk cId="3187339711" sldId="264"/>
            <ac:picMk id="24" creationId="{8C2B92BA-DD07-4DAE-B763-130EBF203674}"/>
          </ac:picMkLst>
        </pc:picChg>
        <pc:picChg chg="add del">
          <ac:chgData name="동혁 임" userId="879f4c796d7a5333" providerId="LiveId" clId="{0C13D58B-97DF-4565-AAEC-23B22FE47640}" dt="2020-05-30T06:51:23.473" v="2464" actId="26606"/>
          <ac:picMkLst>
            <pc:docMk/>
            <pc:sldMk cId="3187339711" sldId="264"/>
            <ac:picMk id="29" creationId="{B536FA4E-0152-4E27-91DA-0FC22D1846BB}"/>
          </ac:picMkLst>
        </pc:picChg>
        <pc:cxnChg chg="add del">
          <ac:chgData name="동혁 임" userId="879f4c796d7a5333" providerId="LiveId" clId="{0C13D58B-97DF-4565-AAEC-23B22FE47640}" dt="2020-05-30T07:21:59.775" v="6368" actId="26606"/>
          <ac:cxnSpMkLst>
            <pc:docMk/>
            <pc:sldMk cId="3187339711" sldId="264"/>
            <ac:cxnSpMk id="60" creationId="{38FB9660-F42F-4313-BBC4-47C007FE484C}"/>
          </ac:cxnSpMkLst>
        </pc:cxnChg>
      </pc:sldChg>
      <pc:sldChg chg="addSp delSp modSp new mod setBg">
        <pc:chgData name="동혁 임" userId="879f4c796d7a5333" providerId="LiveId" clId="{0C13D58B-97DF-4565-AAEC-23B22FE47640}" dt="2020-05-30T07:25:35.604" v="7040"/>
        <pc:sldMkLst>
          <pc:docMk/>
          <pc:sldMk cId="2187519936" sldId="265"/>
        </pc:sldMkLst>
        <pc:spChg chg="mod ord">
          <ac:chgData name="동혁 임" userId="879f4c796d7a5333" providerId="LiveId" clId="{0C13D58B-97DF-4565-AAEC-23B22FE47640}" dt="2020-05-30T07:22:20.777" v="6372" actId="2711"/>
          <ac:spMkLst>
            <pc:docMk/>
            <pc:sldMk cId="2187519936" sldId="265"/>
            <ac:spMk id="2" creationId="{4FDE90FB-227F-460D-839B-B1E3F5CFDAB8}"/>
          </ac:spMkLst>
        </pc:spChg>
        <pc:spChg chg="del">
          <ac:chgData name="동혁 임" userId="879f4c796d7a5333" providerId="LiveId" clId="{0C13D58B-97DF-4565-AAEC-23B22FE47640}" dt="2020-05-30T06:50:36.468" v="2437" actId="931"/>
          <ac:spMkLst>
            <pc:docMk/>
            <pc:sldMk cId="2187519936" sldId="265"/>
            <ac:spMk id="3" creationId="{44E340C6-CE94-40B6-8E6B-5BC5EAEF208C}"/>
          </ac:spMkLst>
        </pc:spChg>
        <pc:spChg chg="mod">
          <ac:chgData name="동혁 임" userId="879f4c796d7a5333" providerId="LiveId" clId="{0C13D58B-97DF-4565-AAEC-23B22FE47640}" dt="2020-05-30T07:25:35.604" v="7040"/>
          <ac:spMkLst>
            <pc:docMk/>
            <pc:sldMk cId="2187519936" sldId="265"/>
            <ac:spMk id="4" creationId="{6C4B0C9E-BC72-4D6B-92DE-6CE400DD5118}"/>
          </ac:spMkLst>
        </pc:spChg>
        <pc:spChg chg="add del">
          <ac:chgData name="동혁 임" userId="879f4c796d7a5333" providerId="LiveId" clId="{0C13D58B-97DF-4565-AAEC-23B22FE47640}" dt="2020-05-30T07:00:22.404" v="3288" actId="26606"/>
          <ac:spMkLst>
            <pc:docMk/>
            <pc:sldMk cId="2187519936" sldId="265"/>
            <ac:spMk id="8" creationId="{4038CB10-1F5C-4D54-9DF7-12586DE5B007}"/>
          </ac:spMkLst>
        </pc:spChg>
        <pc:spChg chg="add del">
          <ac:chgData name="동혁 임" userId="879f4c796d7a5333" providerId="LiveId" clId="{0C13D58B-97DF-4565-AAEC-23B22FE47640}" dt="2020-05-30T07:00:22.404" v="3288" actId="26606"/>
          <ac:spMkLst>
            <pc:docMk/>
            <pc:sldMk cId="2187519936" sldId="265"/>
            <ac:spMk id="9" creationId="{73ED6512-6858-4552-B699-9A97FE9A4EA2}"/>
          </ac:spMkLst>
        </pc:spChg>
        <pc:spChg chg="add del">
          <ac:chgData name="동혁 임" userId="879f4c796d7a5333" providerId="LiveId" clId="{0C13D58B-97DF-4565-AAEC-23B22FE47640}" dt="2020-05-30T06:58:13.926" v="3074" actId="26606"/>
          <ac:spMkLst>
            <pc:docMk/>
            <pc:sldMk cId="2187519936" sldId="265"/>
            <ac:spMk id="11" creationId="{4038CB10-1F5C-4D54-9DF7-12586DE5B007}"/>
          </ac:spMkLst>
        </pc:spChg>
        <pc:spChg chg="add del">
          <ac:chgData name="동혁 임" userId="879f4c796d7a5333" providerId="LiveId" clId="{0C13D58B-97DF-4565-AAEC-23B22FE47640}" dt="2020-05-30T06:58:13.926" v="3074" actId="26606"/>
          <ac:spMkLst>
            <pc:docMk/>
            <pc:sldMk cId="2187519936" sldId="265"/>
            <ac:spMk id="13" creationId="{73ED6512-6858-4552-B699-9A97FE9A4EA2}"/>
          </ac:spMkLst>
        </pc:spChg>
        <pc:spChg chg="add del">
          <ac:chgData name="동혁 임" userId="879f4c796d7a5333" providerId="LiveId" clId="{0C13D58B-97DF-4565-AAEC-23B22FE47640}" dt="2020-05-30T07:14:42.102" v="5540" actId="26606"/>
          <ac:spMkLst>
            <pc:docMk/>
            <pc:sldMk cId="2187519936" sldId="265"/>
            <ac:spMk id="14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4:42.102" v="5540" actId="26606"/>
          <ac:spMkLst>
            <pc:docMk/>
            <pc:sldMk cId="2187519936" sldId="265"/>
            <ac:spMk id="16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4:42.102" v="5540" actId="26606"/>
          <ac:spMkLst>
            <pc:docMk/>
            <pc:sldMk cId="2187519936" sldId="265"/>
            <ac:spMk id="18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4:42.102" v="5540" actId="26606"/>
          <ac:spMkLst>
            <pc:docMk/>
            <pc:sldMk cId="2187519936" sldId="265"/>
            <ac:spMk id="20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14:52.237" v="5559" actId="26606"/>
          <ac:spMkLst>
            <pc:docMk/>
            <pc:sldMk cId="2187519936" sldId="265"/>
            <ac:spMk id="25" creationId="{49AE1604-BB93-4F6D-94D6-F2A6021FC5AD}"/>
          </ac:spMkLst>
        </pc:spChg>
        <pc:spChg chg="add del">
          <ac:chgData name="동혁 임" userId="879f4c796d7a5333" providerId="LiveId" clId="{0C13D58B-97DF-4565-AAEC-23B22FE47640}" dt="2020-05-30T07:14:52.237" v="5559" actId="26606"/>
          <ac:spMkLst>
            <pc:docMk/>
            <pc:sldMk cId="2187519936" sldId="265"/>
            <ac:spMk id="31" creationId="{CBC4F608-B4B8-48C3-9572-C0F061B1CD99}"/>
          </ac:spMkLst>
        </pc:spChg>
        <pc:spChg chg="add del">
          <ac:chgData name="동혁 임" userId="879f4c796d7a5333" providerId="LiveId" clId="{0C13D58B-97DF-4565-AAEC-23B22FE47640}" dt="2020-05-30T07:14:52.237" v="5559" actId="26606"/>
          <ac:spMkLst>
            <pc:docMk/>
            <pc:sldMk cId="2187519936" sldId="265"/>
            <ac:spMk id="33" creationId="{1382A32C-5B0C-4B1C-A074-76C6DBCC9F87}"/>
          </ac:spMkLst>
        </pc:spChg>
        <pc:spChg chg="add del">
          <ac:chgData name="동혁 임" userId="879f4c796d7a5333" providerId="LiveId" clId="{0C13D58B-97DF-4565-AAEC-23B22FE47640}" dt="2020-05-30T07:16:42.653" v="5806" actId="26606"/>
          <ac:spMkLst>
            <pc:docMk/>
            <pc:sldMk cId="2187519936" sldId="265"/>
            <ac:spMk id="38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6:42.653" v="5806" actId="26606"/>
          <ac:spMkLst>
            <pc:docMk/>
            <pc:sldMk cId="2187519936" sldId="265"/>
            <ac:spMk id="40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6:42.653" v="5806" actId="26606"/>
          <ac:spMkLst>
            <pc:docMk/>
            <pc:sldMk cId="2187519936" sldId="265"/>
            <ac:spMk id="42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6:42.653" v="5806" actId="26606"/>
          <ac:spMkLst>
            <pc:docMk/>
            <pc:sldMk cId="2187519936" sldId="265"/>
            <ac:spMk id="44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22:12.177" v="6371" actId="26606"/>
          <ac:spMkLst>
            <pc:docMk/>
            <pc:sldMk cId="2187519936" sldId="265"/>
            <ac:spMk id="49" creationId="{D1A4588A-55D5-49B8-BE41-54ACDCFF2C17}"/>
          </ac:spMkLst>
        </pc:spChg>
        <pc:spChg chg="add del">
          <ac:chgData name="동혁 임" userId="879f4c796d7a5333" providerId="LiveId" clId="{0C13D58B-97DF-4565-AAEC-23B22FE47640}" dt="2020-05-30T07:22:12.177" v="6371" actId="26606"/>
          <ac:spMkLst>
            <pc:docMk/>
            <pc:sldMk cId="2187519936" sldId="265"/>
            <ac:spMk id="51" creationId="{F97E7EA2-EDCD-47E9-81BC-415C606D1B58}"/>
          </ac:spMkLst>
        </pc:spChg>
        <pc:spChg chg="add">
          <ac:chgData name="동혁 임" userId="879f4c796d7a5333" providerId="LiveId" clId="{0C13D58B-97DF-4565-AAEC-23B22FE47640}" dt="2020-05-30T07:22:12.177" v="6371" actId="26606"/>
          <ac:spMkLst>
            <pc:docMk/>
            <pc:sldMk cId="2187519936" sldId="265"/>
            <ac:spMk id="56" creationId="{E0B3B37B-5EEE-4DC4-802A-66F9A2C94B7D}"/>
          </ac:spMkLst>
        </pc:spChg>
        <pc:spChg chg="add">
          <ac:chgData name="동혁 임" userId="879f4c796d7a5333" providerId="LiveId" clId="{0C13D58B-97DF-4565-AAEC-23B22FE47640}" dt="2020-05-30T07:22:12.177" v="6371" actId="26606"/>
          <ac:spMkLst>
            <pc:docMk/>
            <pc:sldMk cId="2187519936" sldId="265"/>
            <ac:spMk id="58" creationId="{494CEDA0-FD8E-491B-8792-69F93BDA3937}"/>
          </ac:spMkLst>
        </pc:spChg>
        <pc:spChg chg="add">
          <ac:chgData name="동혁 임" userId="879f4c796d7a5333" providerId="LiveId" clId="{0C13D58B-97DF-4565-AAEC-23B22FE47640}" dt="2020-05-30T07:22:12.177" v="6371" actId="26606"/>
          <ac:spMkLst>
            <pc:docMk/>
            <pc:sldMk cId="2187519936" sldId="265"/>
            <ac:spMk id="60" creationId="{0FD3EBBB-DFE8-4525-B1BF-BE7BBC8DFA7C}"/>
          </ac:spMkLst>
        </pc:spChg>
        <pc:spChg chg="add">
          <ac:chgData name="동혁 임" userId="879f4c796d7a5333" providerId="LiveId" clId="{0C13D58B-97DF-4565-AAEC-23B22FE47640}" dt="2020-05-30T07:22:12.177" v="6371" actId="26606"/>
          <ac:spMkLst>
            <pc:docMk/>
            <pc:sldMk cId="2187519936" sldId="265"/>
            <ac:spMk id="62" creationId="{A9362A14-6FB8-4FFC-AAA0-2E5AFF8A8D36}"/>
          </ac:spMkLst>
        </pc:spChg>
        <pc:grpChg chg="add del">
          <ac:chgData name="동혁 임" userId="879f4c796d7a5333" providerId="LiveId" clId="{0C13D58B-97DF-4565-AAEC-23B22FE47640}" dt="2020-05-30T07:14:52.237" v="5559" actId="26606"/>
          <ac:grpSpMkLst>
            <pc:docMk/>
            <pc:sldMk cId="2187519936" sldId="265"/>
            <ac:grpSpMk id="27" creationId="{A9270323-9616-4384-857D-E86B78272EFE}"/>
          </ac:grpSpMkLst>
        </pc:grpChg>
        <pc:picChg chg="add mod modCrop">
          <ac:chgData name="동혁 임" userId="879f4c796d7a5333" providerId="LiveId" clId="{0C13D58B-97DF-4565-AAEC-23B22FE47640}" dt="2020-05-30T07:22:12.177" v="6371" actId="26606"/>
          <ac:picMkLst>
            <pc:docMk/>
            <pc:sldMk cId="2187519936" sldId="265"/>
            <ac:picMk id="6" creationId="{256213B0-8585-4E6E-AEA6-47E8057C1743}"/>
          </ac:picMkLst>
        </pc:picChg>
      </pc:sldChg>
      <pc:sldChg chg="addSp delSp modSp new mod setBg">
        <pc:chgData name="동혁 임" userId="879f4c796d7a5333" providerId="LiveId" clId="{0C13D58B-97DF-4565-AAEC-23B22FE47640}" dt="2020-05-30T07:26:49.398" v="7228" actId="2711"/>
        <pc:sldMkLst>
          <pc:docMk/>
          <pc:sldMk cId="3180869888" sldId="266"/>
        </pc:sldMkLst>
        <pc:spChg chg="mod ord">
          <ac:chgData name="동혁 임" userId="879f4c796d7a5333" providerId="LiveId" clId="{0C13D58B-97DF-4565-AAEC-23B22FE47640}" dt="2020-05-30T07:26:49.398" v="7228" actId="2711"/>
          <ac:spMkLst>
            <pc:docMk/>
            <pc:sldMk cId="3180869888" sldId="266"/>
            <ac:spMk id="2" creationId="{203AE642-2390-4283-B856-4043403027D3}"/>
          </ac:spMkLst>
        </pc:spChg>
        <pc:spChg chg="del">
          <ac:chgData name="동혁 임" userId="879f4c796d7a5333" providerId="LiveId" clId="{0C13D58B-97DF-4565-AAEC-23B22FE47640}" dt="2020-05-30T06:50:48.064" v="2448" actId="931"/>
          <ac:spMkLst>
            <pc:docMk/>
            <pc:sldMk cId="3180869888" sldId="266"/>
            <ac:spMk id="3" creationId="{4050C68E-676A-4D3B-828B-DFDAF39D7F14}"/>
          </ac:spMkLst>
        </pc:spChg>
        <pc:spChg chg="mod">
          <ac:chgData name="동혁 임" userId="879f4c796d7a5333" providerId="LiveId" clId="{0C13D58B-97DF-4565-AAEC-23B22FE47640}" dt="2020-05-30T07:26:49.398" v="7228" actId="2711"/>
          <ac:spMkLst>
            <pc:docMk/>
            <pc:sldMk cId="3180869888" sldId="266"/>
            <ac:spMk id="4" creationId="{1E13EFB0-3155-4386-9ABC-E6DB312DA6E7}"/>
          </ac:spMkLst>
        </pc:spChg>
        <pc:spChg chg="add del">
          <ac:chgData name="동혁 임" userId="879f4c796d7a5333" providerId="LiveId" clId="{0C13D58B-97DF-4565-AAEC-23B22FE47640}" dt="2020-05-30T07:16:36.500" v="5805" actId="26606"/>
          <ac:spMkLst>
            <pc:docMk/>
            <pc:sldMk cId="3180869888" sldId="266"/>
            <ac:spMk id="11" creationId="{7FEAE179-C525-48F3-AD47-0E9E2B6F2E2E}"/>
          </ac:spMkLst>
        </pc:spChg>
        <pc:spChg chg="add del">
          <ac:chgData name="동혁 임" userId="879f4c796d7a5333" providerId="LiveId" clId="{0C13D58B-97DF-4565-AAEC-23B22FE47640}" dt="2020-05-30T07:16:36.500" v="5805" actId="26606"/>
          <ac:spMkLst>
            <pc:docMk/>
            <pc:sldMk cId="3180869888" sldId="266"/>
            <ac:spMk id="13" creationId="{95C8260E-968F-44E8-A823-ABB431311926}"/>
          </ac:spMkLst>
        </pc:spChg>
        <pc:spChg chg="add del">
          <ac:chgData name="동혁 임" userId="879f4c796d7a5333" providerId="LiveId" clId="{0C13D58B-97DF-4565-AAEC-23B22FE47640}" dt="2020-05-30T07:16:36.500" v="5805" actId="26606"/>
          <ac:spMkLst>
            <pc:docMk/>
            <pc:sldMk cId="3180869888" sldId="266"/>
            <ac:spMk id="15" creationId="{2C1BBA94-3F40-40AA-8BB9-E69E25E537C1}"/>
          </ac:spMkLst>
        </pc:spChg>
        <pc:spChg chg="add del">
          <ac:chgData name="동혁 임" userId="879f4c796d7a5333" providerId="LiveId" clId="{0C13D58B-97DF-4565-AAEC-23B22FE47640}" dt="2020-05-30T07:16:36.500" v="5805" actId="26606"/>
          <ac:spMkLst>
            <pc:docMk/>
            <pc:sldMk cId="3180869888" sldId="266"/>
            <ac:spMk id="17" creationId="{FE43805F-24A6-46A4-B19B-54F28347355C}"/>
          </ac:spMkLst>
        </pc:spChg>
        <pc:spChg chg="add del">
          <ac:chgData name="동혁 임" userId="879f4c796d7a5333" providerId="LiveId" clId="{0C13D58B-97DF-4565-AAEC-23B22FE47640}" dt="2020-05-30T07:26:43.643" v="7227" actId="26606"/>
          <ac:spMkLst>
            <pc:docMk/>
            <pc:sldMk cId="3180869888" sldId="266"/>
            <ac:spMk id="22" creationId="{D1A4588A-55D5-49B8-BE41-54ACDCFF2C17}"/>
          </ac:spMkLst>
        </pc:spChg>
        <pc:spChg chg="add del">
          <ac:chgData name="동혁 임" userId="879f4c796d7a5333" providerId="LiveId" clId="{0C13D58B-97DF-4565-AAEC-23B22FE47640}" dt="2020-05-30T07:26:43.643" v="7227" actId="26606"/>
          <ac:spMkLst>
            <pc:docMk/>
            <pc:sldMk cId="3180869888" sldId="266"/>
            <ac:spMk id="24" creationId="{F97E7EA2-EDCD-47E9-81BC-415C606D1B58}"/>
          </ac:spMkLst>
        </pc:spChg>
        <pc:spChg chg="add del">
          <ac:chgData name="동혁 임" userId="879f4c796d7a5333" providerId="LiveId" clId="{0C13D58B-97DF-4565-AAEC-23B22FE47640}" dt="2020-05-30T07:26:43.637" v="7226" actId="26606"/>
          <ac:spMkLst>
            <pc:docMk/>
            <pc:sldMk cId="3180869888" sldId="266"/>
            <ac:spMk id="29" creationId="{E0B3B37B-5EEE-4DC4-802A-66F9A2C94B7D}"/>
          </ac:spMkLst>
        </pc:spChg>
        <pc:spChg chg="add del">
          <ac:chgData name="동혁 임" userId="879f4c796d7a5333" providerId="LiveId" clId="{0C13D58B-97DF-4565-AAEC-23B22FE47640}" dt="2020-05-30T07:26:43.637" v="7226" actId="26606"/>
          <ac:spMkLst>
            <pc:docMk/>
            <pc:sldMk cId="3180869888" sldId="266"/>
            <ac:spMk id="31" creationId="{494CEDA0-FD8E-491B-8792-69F93BDA3937}"/>
          </ac:spMkLst>
        </pc:spChg>
        <pc:spChg chg="add del">
          <ac:chgData name="동혁 임" userId="879f4c796d7a5333" providerId="LiveId" clId="{0C13D58B-97DF-4565-AAEC-23B22FE47640}" dt="2020-05-30T07:26:43.637" v="7226" actId="26606"/>
          <ac:spMkLst>
            <pc:docMk/>
            <pc:sldMk cId="3180869888" sldId="266"/>
            <ac:spMk id="33" creationId="{0FD3EBBB-DFE8-4525-B1BF-BE7BBC8DFA7C}"/>
          </ac:spMkLst>
        </pc:spChg>
        <pc:spChg chg="add del">
          <ac:chgData name="동혁 임" userId="879f4c796d7a5333" providerId="LiveId" clId="{0C13D58B-97DF-4565-AAEC-23B22FE47640}" dt="2020-05-30T07:26:43.637" v="7226" actId="26606"/>
          <ac:spMkLst>
            <pc:docMk/>
            <pc:sldMk cId="3180869888" sldId="266"/>
            <ac:spMk id="35" creationId="{A9362A14-6FB8-4FFC-AAA0-2E5AFF8A8D36}"/>
          </ac:spMkLst>
        </pc:spChg>
        <pc:spChg chg="add">
          <ac:chgData name="동혁 임" userId="879f4c796d7a5333" providerId="LiveId" clId="{0C13D58B-97DF-4565-AAEC-23B22FE47640}" dt="2020-05-30T07:26:43.643" v="7227" actId="26606"/>
          <ac:spMkLst>
            <pc:docMk/>
            <pc:sldMk cId="3180869888" sldId="266"/>
            <ac:spMk id="37" creationId="{D1A4588A-55D5-49B8-BE41-54ACDCFF2C17}"/>
          </ac:spMkLst>
        </pc:spChg>
        <pc:spChg chg="add">
          <ac:chgData name="동혁 임" userId="879f4c796d7a5333" providerId="LiveId" clId="{0C13D58B-97DF-4565-AAEC-23B22FE47640}" dt="2020-05-30T07:26:43.643" v="7227" actId="26606"/>
          <ac:spMkLst>
            <pc:docMk/>
            <pc:sldMk cId="3180869888" sldId="266"/>
            <ac:spMk id="38" creationId="{F97E7EA2-EDCD-47E9-81BC-415C606D1B58}"/>
          </ac:spMkLst>
        </pc:spChg>
        <pc:picChg chg="add mod">
          <ac:chgData name="동혁 임" userId="879f4c796d7a5333" providerId="LiveId" clId="{0C13D58B-97DF-4565-AAEC-23B22FE47640}" dt="2020-05-30T07:26:43.637" v="7226" actId="26606"/>
          <ac:picMkLst>
            <pc:docMk/>
            <pc:sldMk cId="3180869888" sldId="266"/>
            <ac:picMk id="6" creationId="{2288D663-7E34-47E4-AD44-724F11A327E8}"/>
          </ac:picMkLst>
        </pc:picChg>
      </pc:sldChg>
      <pc:sldChg chg="addSp delSp modSp new mod setBg">
        <pc:chgData name="동혁 임" userId="879f4c796d7a5333" providerId="LiveId" clId="{0C13D58B-97DF-4565-AAEC-23B22FE47640}" dt="2020-05-30T07:25:16.089" v="6952" actId="6549"/>
        <pc:sldMkLst>
          <pc:docMk/>
          <pc:sldMk cId="983274338" sldId="267"/>
        </pc:sldMkLst>
        <pc:spChg chg="add del mod ord">
          <ac:chgData name="동혁 임" userId="879f4c796d7a5333" providerId="LiveId" clId="{0C13D58B-97DF-4565-AAEC-23B22FE47640}" dt="2020-05-30T07:23:19.725" v="6550" actId="2711"/>
          <ac:spMkLst>
            <pc:docMk/>
            <pc:sldMk cId="983274338" sldId="267"/>
            <ac:spMk id="2" creationId="{2593F1E5-75C5-4527-9FBC-99330B6BE9CD}"/>
          </ac:spMkLst>
        </pc:spChg>
        <pc:spChg chg="del">
          <ac:chgData name="동혁 임" userId="879f4c796d7a5333" providerId="LiveId" clId="{0C13D58B-97DF-4565-AAEC-23B22FE47640}" dt="2020-05-30T06:50:50.211" v="2450" actId="931"/>
          <ac:spMkLst>
            <pc:docMk/>
            <pc:sldMk cId="983274338" sldId="267"/>
            <ac:spMk id="3" creationId="{633B5D34-38DD-4468-8438-8E1DD6F8E838}"/>
          </ac:spMkLst>
        </pc:spChg>
        <pc:spChg chg="add del mod">
          <ac:chgData name="동혁 임" userId="879f4c796d7a5333" providerId="LiveId" clId="{0C13D58B-97DF-4565-AAEC-23B22FE47640}" dt="2020-05-30T07:25:16.089" v="6952" actId="6549"/>
          <ac:spMkLst>
            <pc:docMk/>
            <pc:sldMk cId="983274338" sldId="267"/>
            <ac:spMk id="4" creationId="{1AAD3530-D46A-4845-B16E-5DFAE1558249}"/>
          </ac:spMkLst>
        </pc:spChg>
        <pc:spChg chg="add">
          <ac:chgData name="동혁 임" userId="879f4c796d7a5333" providerId="LiveId" clId="{0C13D58B-97DF-4565-AAEC-23B22FE47640}" dt="2020-05-30T07:23:13.147" v="6549" actId="26606"/>
          <ac:spMkLst>
            <pc:docMk/>
            <pc:sldMk cId="983274338" sldId="267"/>
            <ac:spMk id="11" creationId="{E0B3B37B-5EEE-4DC4-802A-66F9A2C94B7D}"/>
          </ac:spMkLst>
        </pc:spChg>
        <pc:spChg chg="add">
          <ac:chgData name="동혁 임" userId="879f4c796d7a5333" providerId="LiveId" clId="{0C13D58B-97DF-4565-AAEC-23B22FE47640}" dt="2020-05-30T07:23:13.147" v="6549" actId="26606"/>
          <ac:spMkLst>
            <pc:docMk/>
            <pc:sldMk cId="983274338" sldId="267"/>
            <ac:spMk id="13" creationId="{494CEDA0-FD8E-491B-8792-69F93BDA3937}"/>
          </ac:spMkLst>
        </pc:spChg>
        <pc:spChg chg="add">
          <ac:chgData name="동혁 임" userId="879f4c796d7a5333" providerId="LiveId" clId="{0C13D58B-97DF-4565-AAEC-23B22FE47640}" dt="2020-05-30T07:23:13.147" v="6549" actId="26606"/>
          <ac:spMkLst>
            <pc:docMk/>
            <pc:sldMk cId="983274338" sldId="267"/>
            <ac:spMk id="15" creationId="{0FD3EBBB-DFE8-4525-B1BF-BE7BBC8DFA7C}"/>
          </ac:spMkLst>
        </pc:spChg>
        <pc:spChg chg="add">
          <ac:chgData name="동혁 임" userId="879f4c796d7a5333" providerId="LiveId" clId="{0C13D58B-97DF-4565-AAEC-23B22FE47640}" dt="2020-05-30T07:23:13.147" v="6549" actId="26606"/>
          <ac:spMkLst>
            <pc:docMk/>
            <pc:sldMk cId="983274338" sldId="267"/>
            <ac:spMk id="17" creationId="{A9362A14-6FB8-4FFC-AAA0-2E5AFF8A8D36}"/>
          </ac:spMkLst>
        </pc:spChg>
        <pc:picChg chg="add mod">
          <ac:chgData name="동혁 임" userId="879f4c796d7a5333" providerId="LiveId" clId="{0C13D58B-97DF-4565-AAEC-23B22FE47640}" dt="2020-05-30T07:23:13.147" v="6549" actId="26606"/>
          <ac:picMkLst>
            <pc:docMk/>
            <pc:sldMk cId="983274338" sldId="267"/>
            <ac:picMk id="6" creationId="{4708FC33-DDD0-482E-B6E4-61FD3F277E20}"/>
          </ac:picMkLst>
        </pc:picChg>
      </pc:sldChg>
      <pc:sldChg chg="addSp delSp modSp new mod setBg">
        <pc:chgData name="동혁 임" userId="879f4c796d7a5333" providerId="LiveId" clId="{0C13D58B-97DF-4565-AAEC-23B22FE47640}" dt="2020-05-30T07:25:13.665" v="6949" actId="6549"/>
        <pc:sldMkLst>
          <pc:docMk/>
          <pc:sldMk cId="108390089" sldId="268"/>
        </pc:sldMkLst>
        <pc:spChg chg="mod ord">
          <ac:chgData name="동혁 임" userId="879f4c796d7a5333" providerId="LiveId" clId="{0C13D58B-97DF-4565-AAEC-23B22FE47640}" dt="2020-05-30T07:25:00.944" v="6921" actId="2711"/>
          <ac:spMkLst>
            <pc:docMk/>
            <pc:sldMk cId="108390089" sldId="268"/>
            <ac:spMk id="2" creationId="{999AA7AD-8526-409D-8EB3-7DE58F66622C}"/>
          </ac:spMkLst>
        </pc:spChg>
        <pc:spChg chg="del mod">
          <ac:chgData name="동혁 임" userId="879f4c796d7a5333" providerId="LiveId" clId="{0C13D58B-97DF-4565-AAEC-23B22FE47640}" dt="2020-05-30T06:50:52.208" v="2453" actId="931"/>
          <ac:spMkLst>
            <pc:docMk/>
            <pc:sldMk cId="108390089" sldId="268"/>
            <ac:spMk id="3" creationId="{4D237508-50D9-4005-9B09-5AFC5B77C790}"/>
          </ac:spMkLst>
        </pc:spChg>
        <pc:spChg chg="mod">
          <ac:chgData name="동혁 임" userId="879f4c796d7a5333" providerId="LiveId" clId="{0C13D58B-97DF-4565-AAEC-23B22FE47640}" dt="2020-05-30T07:25:13.665" v="6949" actId="6549"/>
          <ac:spMkLst>
            <pc:docMk/>
            <pc:sldMk cId="108390089" sldId="268"/>
            <ac:spMk id="4" creationId="{2C16F898-310B-4B7F-9832-02434C382032}"/>
          </ac:spMkLst>
        </pc:spChg>
        <pc:spChg chg="add">
          <ac:chgData name="동혁 임" userId="879f4c796d7a5333" providerId="LiveId" clId="{0C13D58B-97DF-4565-AAEC-23B22FE47640}" dt="2020-05-30T07:24:56.429" v="6920" actId="26606"/>
          <ac:spMkLst>
            <pc:docMk/>
            <pc:sldMk cId="108390089" sldId="268"/>
            <ac:spMk id="11" creationId="{E0B3B37B-5EEE-4DC4-802A-66F9A2C94B7D}"/>
          </ac:spMkLst>
        </pc:spChg>
        <pc:spChg chg="add">
          <ac:chgData name="동혁 임" userId="879f4c796d7a5333" providerId="LiveId" clId="{0C13D58B-97DF-4565-AAEC-23B22FE47640}" dt="2020-05-30T07:24:56.429" v="6920" actId="26606"/>
          <ac:spMkLst>
            <pc:docMk/>
            <pc:sldMk cId="108390089" sldId="268"/>
            <ac:spMk id="13" creationId="{494CEDA0-FD8E-491B-8792-69F93BDA3937}"/>
          </ac:spMkLst>
        </pc:spChg>
        <pc:spChg chg="add">
          <ac:chgData name="동혁 임" userId="879f4c796d7a5333" providerId="LiveId" clId="{0C13D58B-97DF-4565-AAEC-23B22FE47640}" dt="2020-05-30T07:24:56.429" v="6920" actId="26606"/>
          <ac:spMkLst>
            <pc:docMk/>
            <pc:sldMk cId="108390089" sldId="268"/>
            <ac:spMk id="15" creationId="{0FD3EBBB-DFE8-4525-B1BF-BE7BBC8DFA7C}"/>
          </ac:spMkLst>
        </pc:spChg>
        <pc:spChg chg="add">
          <ac:chgData name="동혁 임" userId="879f4c796d7a5333" providerId="LiveId" clId="{0C13D58B-97DF-4565-AAEC-23B22FE47640}" dt="2020-05-30T07:24:56.429" v="6920" actId="26606"/>
          <ac:spMkLst>
            <pc:docMk/>
            <pc:sldMk cId="108390089" sldId="268"/>
            <ac:spMk id="17" creationId="{A9362A14-6FB8-4FFC-AAA0-2E5AFF8A8D36}"/>
          </ac:spMkLst>
        </pc:spChg>
        <pc:picChg chg="add mod">
          <ac:chgData name="동혁 임" userId="879f4c796d7a5333" providerId="LiveId" clId="{0C13D58B-97DF-4565-AAEC-23B22FE47640}" dt="2020-05-30T07:24:56.429" v="6920" actId="26606"/>
          <ac:picMkLst>
            <pc:docMk/>
            <pc:sldMk cId="108390089" sldId="268"/>
            <ac:picMk id="6" creationId="{ED070F84-62B4-47CF-A23C-29CFB734E0F8}"/>
          </ac:picMkLst>
        </pc:picChg>
      </pc:sldChg>
      <pc:sldChg chg="addSp delSp modSp new mod setBg">
        <pc:chgData name="동혁 임" userId="879f4c796d7a5333" providerId="LiveId" clId="{0C13D58B-97DF-4565-AAEC-23B22FE47640}" dt="2020-05-30T07:27:48.731" v="7436" actId="2711"/>
        <pc:sldMkLst>
          <pc:docMk/>
          <pc:sldMk cId="2923192476" sldId="269"/>
        </pc:sldMkLst>
        <pc:spChg chg="mod ord">
          <ac:chgData name="동혁 임" userId="879f4c796d7a5333" providerId="LiveId" clId="{0C13D58B-97DF-4565-AAEC-23B22FE47640}" dt="2020-05-30T07:27:48.731" v="7436" actId="2711"/>
          <ac:spMkLst>
            <pc:docMk/>
            <pc:sldMk cId="2923192476" sldId="269"/>
            <ac:spMk id="2" creationId="{53F706D7-BAA4-4EF0-9E1E-9E801086C000}"/>
          </ac:spMkLst>
        </pc:spChg>
        <pc:spChg chg="del">
          <ac:chgData name="동혁 임" userId="879f4c796d7a5333" providerId="LiveId" clId="{0C13D58B-97DF-4565-AAEC-23B22FE47640}" dt="2020-05-30T06:50:54.667" v="2455" actId="931"/>
          <ac:spMkLst>
            <pc:docMk/>
            <pc:sldMk cId="2923192476" sldId="269"/>
            <ac:spMk id="3" creationId="{91AEEAC0-D56E-4150-92DC-0551DC100D1B}"/>
          </ac:spMkLst>
        </pc:spChg>
        <pc:spChg chg="mod">
          <ac:chgData name="동혁 임" userId="879f4c796d7a5333" providerId="LiveId" clId="{0C13D58B-97DF-4565-AAEC-23B22FE47640}" dt="2020-05-30T07:27:48.731" v="7436" actId="2711"/>
          <ac:spMkLst>
            <pc:docMk/>
            <pc:sldMk cId="2923192476" sldId="269"/>
            <ac:spMk id="4" creationId="{7931C0F0-37EC-40A6-80DC-5C4856220314}"/>
          </ac:spMkLst>
        </pc:spChg>
        <pc:spChg chg="add">
          <ac:chgData name="동혁 임" userId="879f4c796d7a5333" providerId="LiveId" clId="{0C13D58B-97DF-4565-AAEC-23B22FE47640}" dt="2020-05-30T07:27:44.423" v="7435" actId="26606"/>
          <ac:spMkLst>
            <pc:docMk/>
            <pc:sldMk cId="2923192476" sldId="269"/>
            <ac:spMk id="11" creationId="{E0B3B37B-5EEE-4DC4-802A-66F9A2C94B7D}"/>
          </ac:spMkLst>
        </pc:spChg>
        <pc:spChg chg="add">
          <ac:chgData name="동혁 임" userId="879f4c796d7a5333" providerId="LiveId" clId="{0C13D58B-97DF-4565-AAEC-23B22FE47640}" dt="2020-05-30T07:27:44.423" v="7435" actId="26606"/>
          <ac:spMkLst>
            <pc:docMk/>
            <pc:sldMk cId="2923192476" sldId="269"/>
            <ac:spMk id="13" creationId="{494CEDA0-FD8E-491B-8792-69F93BDA3937}"/>
          </ac:spMkLst>
        </pc:spChg>
        <pc:spChg chg="add">
          <ac:chgData name="동혁 임" userId="879f4c796d7a5333" providerId="LiveId" clId="{0C13D58B-97DF-4565-AAEC-23B22FE47640}" dt="2020-05-30T07:27:44.423" v="7435" actId="26606"/>
          <ac:spMkLst>
            <pc:docMk/>
            <pc:sldMk cId="2923192476" sldId="269"/>
            <ac:spMk id="15" creationId="{0FD3EBBB-DFE8-4525-B1BF-BE7BBC8DFA7C}"/>
          </ac:spMkLst>
        </pc:spChg>
        <pc:spChg chg="add">
          <ac:chgData name="동혁 임" userId="879f4c796d7a5333" providerId="LiveId" clId="{0C13D58B-97DF-4565-AAEC-23B22FE47640}" dt="2020-05-30T07:27:44.423" v="7435" actId="26606"/>
          <ac:spMkLst>
            <pc:docMk/>
            <pc:sldMk cId="2923192476" sldId="269"/>
            <ac:spMk id="17" creationId="{A9362A14-6FB8-4FFC-AAA0-2E5AFF8A8D36}"/>
          </ac:spMkLst>
        </pc:spChg>
        <pc:picChg chg="add mod">
          <ac:chgData name="동혁 임" userId="879f4c796d7a5333" providerId="LiveId" clId="{0C13D58B-97DF-4565-AAEC-23B22FE47640}" dt="2020-05-30T07:27:44.423" v="7435" actId="26606"/>
          <ac:picMkLst>
            <pc:docMk/>
            <pc:sldMk cId="2923192476" sldId="269"/>
            <ac:picMk id="6" creationId="{86159279-7870-40F3-8F62-8B92DBBA188B}"/>
          </ac:picMkLst>
        </pc:picChg>
      </pc:sldChg>
      <pc:sldChg chg="addSp delSp modSp new mod setBg">
        <pc:chgData name="동혁 임" userId="879f4c796d7a5333" providerId="LiveId" clId="{0C13D58B-97DF-4565-AAEC-23B22FE47640}" dt="2020-05-30T07:28:34.927" v="7557" actId="2711"/>
        <pc:sldMkLst>
          <pc:docMk/>
          <pc:sldMk cId="185578119" sldId="270"/>
        </pc:sldMkLst>
        <pc:spChg chg="mod ord">
          <ac:chgData name="동혁 임" userId="879f4c796d7a5333" providerId="LiveId" clId="{0C13D58B-97DF-4565-AAEC-23B22FE47640}" dt="2020-05-30T07:28:34.927" v="7557" actId="2711"/>
          <ac:spMkLst>
            <pc:docMk/>
            <pc:sldMk cId="185578119" sldId="270"/>
            <ac:spMk id="2" creationId="{882D22F6-BAF4-469C-A8F0-1C0D1D6F394E}"/>
          </ac:spMkLst>
        </pc:spChg>
        <pc:spChg chg="del">
          <ac:chgData name="동혁 임" userId="879f4c796d7a5333" providerId="LiveId" clId="{0C13D58B-97DF-4565-AAEC-23B22FE47640}" dt="2020-05-30T06:50:58.130" v="2457" actId="931"/>
          <ac:spMkLst>
            <pc:docMk/>
            <pc:sldMk cId="185578119" sldId="270"/>
            <ac:spMk id="3" creationId="{C34ABFBA-7FB8-46E4-9FAC-E882A04BDAD1}"/>
          </ac:spMkLst>
        </pc:spChg>
        <pc:spChg chg="mod">
          <ac:chgData name="동혁 임" userId="879f4c796d7a5333" providerId="LiveId" clId="{0C13D58B-97DF-4565-AAEC-23B22FE47640}" dt="2020-05-30T07:28:34.927" v="7557" actId="2711"/>
          <ac:spMkLst>
            <pc:docMk/>
            <pc:sldMk cId="185578119" sldId="270"/>
            <ac:spMk id="4" creationId="{26CBE086-DF45-4ED1-A134-FC034C64FEC8}"/>
          </ac:spMkLst>
        </pc:spChg>
        <pc:spChg chg="add">
          <ac:chgData name="동혁 임" userId="879f4c796d7a5333" providerId="LiveId" clId="{0C13D58B-97DF-4565-AAEC-23B22FE47640}" dt="2020-05-30T07:28:02.060" v="7455" actId="26606"/>
          <ac:spMkLst>
            <pc:docMk/>
            <pc:sldMk cId="185578119" sldId="270"/>
            <ac:spMk id="11" creationId="{2FB82883-1DC0-4BE1-A607-009095F3355A}"/>
          </ac:spMkLst>
        </pc:spChg>
        <pc:spChg chg="add">
          <ac:chgData name="동혁 임" userId="879f4c796d7a5333" providerId="LiveId" clId="{0C13D58B-97DF-4565-AAEC-23B22FE47640}" dt="2020-05-30T07:28:02.060" v="7455" actId="26606"/>
          <ac:spMkLst>
            <pc:docMk/>
            <pc:sldMk cId="185578119" sldId="270"/>
            <ac:spMk id="13" creationId="{A3473CF9-37EB-43E7-89EF-D2D1C53D1DAC}"/>
          </ac:spMkLst>
        </pc:spChg>
        <pc:spChg chg="add">
          <ac:chgData name="동혁 임" userId="879f4c796d7a5333" providerId="LiveId" clId="{0C13D58B-97DF-4565-AAEC-23B22FE47640}" dt="2020-05-30T07:28:02.060" v="7455" actId="26606"/>
          <ac:spMkLst>
            <pc:docMk/>
            <pc:sldMk cId="185578119" sldId="270"/>
            <ac:spMk id="15" creationId="{586B4EF9-43BA-4655-A6FF-1D8E21574C95}"/>
          </ac:spMkLst>
        </pc:spChg>
        <pc:picChg chg="add mod">
          <ac:chgData name="동혁 임" userId="879f4c796d7a5333" providerId="LiveId" clId="{0C13D58B-97DF-4565-AAEC-23B22FE47640}" dt="2020-05-30T07:28:02.060" v="7455" actId="26606"/>
          <ac:picMkLst>
            <pc:docMk/>
            <pc:sldMk cId="185578119" sldId="270"/>
            <ac:picMk id="6" creationId="{B035B7C7-6898-40FD-A400-72B341F0393E}"/>
          </ac:picMkLst>
        </pc:picChg>
      </pc:sldChg>
      <pc:sldChg chg="addSp delSp modSp new mod setBg">
        <pc:chgData name="동혁 임" userId="879f4c796d7a5333" providerId="LiveId" clId="{0C13D58B-97DF-4565-AAEC-23B22FE47640}" dt="2020-05-30T07:28:39.257" v="7558" actId="2711"/>
        <pc:sldMkLst>
          <pc:docMk/>
          <pc:sldMk cId="1462234333" sldId="271"/>
        </pc:sldMkLst>
        <pc:spChg chg="mod ord">
          <ac:chgData name="동혁 임" userId="879f4c796d7a5333" providerId="LiveId" clId="{0C13D58B-97DF-4565-AAEC-23B22FE47640}" dt="2020-05-30T07:28:39.257" v="7558" actId="2711"/>
          <ac:spMkLst>
            <pc:docMk/>
            <pc:sldMk cId="1462234333" sldId="271"/>
            <ac:spMk id="2" creationId="{43E06EC1-4186-44A1-9735-E44B889825C7}"/>
          </ac:spMkLst>
        </pc:spChg>
        <pc:spChg chg="del">
          <ac:chgData name="동혁 임" userId="879f4c796d7a5333" providerId="LiveId" clId="{0C13D58B-97DF-4565-AAEC-23B22FE47640}" dt="2020-05-30T06:51:01.274" v="2459" actId="931"/>
          <ac:spMkLst>
            <pc:docMk/>
            <pc:sldMk cId="1462234333" sldId="271"/>
            <ac:spMk id="3" creationId="{B2BC852B-1E92-4EA7-9311-784501EB6173}"/>
          </ac:spMkLst>
        </pc:spChg>
        <pc:spChg chg="mod">
          <ac:chgData name="동혁 임" userId="879f4c796d7a5333" providerId="LiveId" clId="{0C13D58B-97DF-4565-AAEC-23B22FE47640}" dt="2020-05-30T07:28:39.257" v="7558" actId="2711"/>
          <ac:spMkLst>
            <pc:docMk/>
            <pc:sldMk cId="1462234333" sldId="271"/>
            <ac:spMk id="4" creationId="{E05D0451-1108-4867-9018-2F708101F278}"/>
          </ac:spMkLst>
        </pc:spChg>
        <pc:spChg chg="add">
          <ac:chgData name="동혁 임" userId="879f4c796d7a5333" providerId="LiveId" clId="{0C13D58B-97DF-4565-AAEC-23B22FE47640}" dt="2020-05-30T07:28:27.291" v="7556" actId="26606"/>
          <ac:spMkLst>
            <pc:docMk/>
            <pc:sldMk cId="1462234333" sldId="271"/>
            <ac:spMk id="11" creationId="{D5997EA8-5EFC-40CD-A85F-C3C3BC5F9EB7}"/>
          </ac:spMkLst>
        </pc:spChg>
        <pc:spChg chg="add">
          <ac:chgData name="동혁 임" userId="879f4c796d7a5333" providerId="LiveId" clId="{0C13D58B-97DF-4565-AAEC-23B22FE47640}" dt="2020-05-30T07:28:27.291" v="7556" actId="26606"/>
          <ac:spMkLst>
            <pc:docMk/>
            <pc:sldMk cId="1462234333" sldId="271"/>
            <ac:spMk id="13" creationId="{1CF6A1EC-BD15-42D9-A339-A3970CF7C65A}"/>
          </ac:spMkLst>
        </pc:spChg>
        <pc:spChg chg="add">
          <ac:chgData name="동혁 임" userId="879f4c796d7a5333" providerId="LiveId" clId="{0C13D58B-97DF-4565-AAEC-23B22FE47640}" dt="2020-05-30T07:28:27.291" v="7556" actId="26606"/>
          <ac:spMkLst>
            <pc:docMk/>
            <pc:sldMk cId="1462234333" sldId="271"/>
            <ac:spMk id="15" creationId="{A720C27D-5C39-492B-BD68-C220C0F838AC}"/>
          </ac:spMkLst>
        </pc:spChg>
        <pc:spChg chg="add">
          <ac:chgData name="동혁 임" userId="879f4c796d7a5333" providerId="LiveId" clId="{0C13D58B-97DF-4565-AAEC-23B22FE47640}" dt="2020-05-30T07:28:27.291" v="7556" actId="26606"/>
          <ac:spMkLst>
            <pc:docMk/>
            <pc:sldMk cId="1462234333" sldId="271"/>
            <ac:spMk id="17" creationId="{A4F3394A-A959-460A-ACF9-5FA682C76940}"/>
          </ac:spMkLst>
        </pc:spChg>
        <pc:picChg chg="add mod">
          <ac:chgData name="동혁 임" userId="879f4c796d7a5333" providerId="LiveId" clId="{0C13D58B-97DF-4565-AAEC-23B22FE47640}" dt="2020-05-30T07:28:27.291" v="7556" actId="26606"/>
          <ac:picMkLst>
            <pc:docMk/>
            <pc:sldMk cId="1462234333" sldId="271"/>
            <ac:picMk id="6" creationId="{1DE7751D-4B14-4ADE-BCB0-F8167E762319}"/>
          </ac:picMkLst>
        </pc:picChg>
      </pc:sldChg>
      <pc:sldChg chg="modSp new del">
        <pc:chgData name="동혁 임" userId="879f4c796d7a5333" providerId="LiveId" clId="{0C13D58B-97DF-4565-AAEC-23B22FE47640}" dt="2020-05-30T07:28:41.492" v="7559" actId="47"/>
        <pc:sldMkLst>
          <pc:docMk/>
          <pc:sldMk cId="782698323" sldId="272"/>
        </pc:sldMkLst>
        <pc:spChg chg="mod">
          <ac:chgData name="동혁 임" userId="879f4c796d7a5333" providerId="LiveId" clId="{0C13D58B-97DF-4565-AAEC-23B22FE47640}" dt="2020-05-30T06:52:55.867" v="2638"/>
          <ac:spMkLst>
            <pc:docMk/>
            <pc:sldMk cId="782698323" sldId="272"/>
            <ac:spMk id="2" creationId="{125F6465-CA74-40DE-B97E-0FE9C521E464}"/>
          </ac:spMkLst>
        </pc:spChg>
        <pc:spChg chg="mod">
          <ac:chgData name="동혁 임" userId="879f4c796d7a5333" providerId="LiveId" clId="{0C13D58B-97DF-4565-AAEC-23B22FE47640}" dt="2020-05-30T06:52:55.867" v="2638"/>
          <ac:spMkLst>
            <pc:docMk/>
            <pc:sldMk cId="782698323" sldId="272"/>
            <ac:spMk id="3" creationId="{D10922C1-6476-4B4E-AAA9-D43C3A65365C}"/>
          </ac:spMkLst>
        </pc:spChg>
        <pc:spChg chg="mod">
          <ac:chgData name="동혁 임" userId="879f4c796d7a5333" providerId="LiveId" clId="{0C13D58B-97DF-4565-AAEC-23B22FE47640}" dt="2020-05-30T06:52:55.867" v="2638"/>
          <ac:spMkLst>
            <pc:docMk/>
            <pc:sldMk cId="782698323" sldId="272"/>
            <ac:spMk id="4" creationId="{07D3B2AD-42F8-43F0-8680-9034800BA493}"/>
          </ac:spMkLst>
        </pc:spChg>
      </pc:sldChg>
      <pc:sldChg chg="modSp new del">
        <pc:chgData name="동혁 임" userId="879f4c796d7a5333" providerId="LiveId" clId="{0C13D58B-97DF-4565-AAEC-23B22FE47640}" dt="2020-05-30T07:28:41.619" v="7560" actId="47"/>
        <pc:sldMkLst>
          <pc:docMk/>
          <pc:sldMk cId="4292940969" sldId="273"/>
        </pc:sldMkLst>
        <pc:spChg chg="mod">
          <ac:chgData name="동혁 임" userId="879f4c796d7a5333" providerId="LiveId" clId="{0C13D58B-97DF-4565-AAEC-23B22FE47640}" dt="2020-05-30T06:52:55.867" v="2638"/>
          <ac:spMkLst>
            <pc:docMk/>
            <pc:sldMk cId="4292940969" sldId="273"/>
            <ac:spMk id="2" creationId="{6458D509-B131-4970-AB22-11B72BCEE2EC}"/>
          </ac:spMkLst>
        </pc:spChg>
        <pc:spChg chg="mod">
          <ac:chgData name="동혁 임" userId="879f4c796d7a5333" providerId="LiveId" clId="{0C13D58B-97DF-4565-AAEC-23B22FE47640}" dt="2020-05-30T06:52:55.867" v="2638"/>
          <ac:spMkLst>
            <pc:docMk/>
            <pc:sldMk cId="4292940969" sldId="273"/>
            <ac:spMk id="3" creationId="{07FB0085-04E5-4087-AB5C-7E6949B67432}"/>
          </ac:spMkLst>
        </pc:spChg>
        <pc:spChg chg="mod">
          <ac:chgData name="동혁 임" userId="879f4c796d7a5333" providerId="LiveId" clId="{0C13D58B-97DF-4565-AAEC-23B22FE47640}" dt="2020-05-30T06:52:55.867" v="2638"/>
          <ac:spMkLst>
            <pc:docMk/>
            <pc:sldMk cId="4292940969" sldId="273"/>
            <ac:spMk id="4" creationId="{035EC45D-4291-4064-8E28-9054808F978A}"/>
          </ac:spMkLst>
        </pc:spChg>
      </pc:sldChg>
      <pc:sldChg chg="modSp new del">
        <pc:chgData name="동혁 임" userId="879f4c796d7a5333" providerId="LiveId" clId="{0C13D58B-97DF-4565-AAEC-23B22FE47640}" dt="2020-05-30T07:28:42.237" v="7561" actId="47"/>
        <pc:sldMkLst>
          <pc:docMk/>
          <pc:sldMk cId="2498725413" sldId="274"/>
        </pc:sldMkLst>
        <pc:spChg chg="mod">
          <ac:chgData name="동혁 임" userId="879f4c796d7a5333" providerId="LiveId" clId="{0C13D58B-97DF-4565-AAEC-23B22FE47640}" dt="2020-05-30T06:52:55.867" v="2638"/>
          <ac:spMkLst>
            <pc:docMk/>
            <pc:sldMk cId="2498725413" sldId="274"/>
            <ac:spMk id="2" creationId="{DFC6B49C-0012-4432-B4D3-B291F9E26C6E}"/>
          </ac:spMkLst>
        </pc:spChg>
        <pc:spChg chg="mod">
          <ac:chgData name="동혁 임" userId="879f4c796d7a5333" providerId="LiveId" clId="{0C13D58B-97DF-4565-AAEC-23B22FE47640}" dt="2020-05-30T06:52:55.867" v="2638"/>
          <ac:spMkLst>
            <pc:docMk/>
            <pc:sldMk cId="2498725413" sldId="274"/>
            <ac:spMk id="3" creationId="{6258D67E-B0D0-4C2B-984C-E652E6D98850}"/>
          </ac:spMkLst>
        </pc:spChg>
        <pc:spChg chg="mod">
          <ac:chgData name="동혁 임" userId="879f4c796d7a5333" providerId="LiveId" clId="{0C13D58B-97DF-4565-AAEC-23B22FE47640}" dt="2020-05-30T06:52:55.867" v="2638"/>
          <ac:spMkLst>
            <pc:docMk/>
            <pc:sldMk cId="2498725413" sldId="274"/>
            <ac:spMk id="4" creationId="{9FA5DFE5-EAFF-45EF-A863-FA0D0DFB37B8}"/>
          </ac:spMkLst>
        </pc:spChg>
      </pc:sldChg>
      <pc:sldChg chg="addSp delSp modSp new mod setBg setClrOvrMap">
        <pc:chgData name="동혁 임" userId="879f4c796d7a5333" providerId="LiveId" clId="{0C13D58B-97DF-4565-AAEC-23B22FE47640}" dt="2020-06-02T02:44:42.808" v="21632"/>
        <pc:sldMkLst>
          <pc:docMk/>
          <pc:sldMk cId="1393295153" sldId="275"/>
        </pc:sldMkLst>
        <pc:spChg chg="mod">
          <ac:chgData name="동혁 임" userId="879f4c796d7a5333" providerId="LiveId" clId="{0C13D58B-97DF-4565-AAEC-23B22FE47640}" dt="2020-05-30T07:21:13.546" v="6363" actId="2711"/>
          <ac:spMkLst>
            <pc:docMk/>
            <pc:sldMk cId="1393295153" sldId="275"/>
            <ac:spMk id="2" creationId="{306DCD66-7F3F-4639-8EFF-D53E1C14989C}"/>
          </ac:spMkLst>
        </pc:spChg>
        <pc:spChg chg="mod">
          <ac:chgData name="동혁 임" userId="879f4c796d7a5333" providerId="LiveId" clId="{0C13D58B-97DF-4565-AAEC-23B22FE47640}" dt="2020-06-02T02:44:42.808" v="21632"/>
          <ac:spMkLst>
            <pc:docMk/>
            <pc:sldMk cId="1393295153" sldId="275"/>
            <ac:spMk id="3" creationId="{952B4EC6-F54C-4E1B-ADEC-0FAC3AFF555C}"/>
          </ac:spMkLst>
        </pc:spChg>
        <pc:spChg chg="add del">
          <ac:chgData name="동혁 임" userId="879f4c796d7a5333" providerId="LiveId" clId="{0C13D58B-97DF-4565-AAEC-23B22FE47640}" dt="2020-05-30T07:09:54.141" v="4910" actId="26606"/>
          <ac:spMkLst>
            <pc:docMk/>
            <pc:sldMk cId="1393295153" sldId="275"/>
            <ac:spMk id="8" creationId="{2A8AA5BC-4F7A-4226-8F99-6D824B226A97}"/>
          </ac:spMkLst>
        </pc:spChg>
        <pc:spChg chg="add del">
          <ac:chgData name="동혁 임" userId="879f4c796d7a5333" providerId="LiveId" clId="{0C13D58B-97DF-4565-AAEC-23B22FE47640}" dt="2020-05-30T07:09:54.141" v="4910" actId="26606"/>
          <ac:spMkLst>
            <pc:docMk/>
            <pc:sldMk cId="1393295153" sldId="275"/>
            <ac:spMk id="10" creationId="{3E5445C6-DD42-4979-86FF-03730E8C6DB0}"/>
          </ac:spMkLst>
        </pc:spChg>
        <pc:spChg chg="add del">
          <ac:chgData name="동혁 임" userId="879f4c796d7a5333" providerId="LiveId" clId="{0C13D58B-97DF-4565-AAEC-23B22FE47640}" dt="2020-05-30T07:17:43.351" v="5924" actId="26606"/>
          <ac:spMkLst>
            <pc:docMk/>
            <pc:sldMk cId="1393295153" sldId="275"/>
            <ac:spMk id="17" creationId="{9095C1F4-AE7F-44E4-8693-40D3D6831140}"/>
          </ac:spMkLst>
        </pc:spChg>
        <pc:spChg chg="add del">
          <ac:chgData name="동혁 임" userId="879f4c796d7a5333" providerId="LiveId" clId="{0C13D58B-97DF-4565-AAEC-23B22FE47640}" dt="2020-05-30T07:17:43.351" v="5924" actId="26606"/>
          <ac:spMkLst>
            <pc:docMk/>
            <pc:sldMk cId="1393295153" sldId="275"/>
            <ac:spMk id="23" creationId="{871AEA07-1E14-44B4-8E55-64EF049CD66F}"/>
          </ac:spMkLst>
        </pc:spChg>
        <pc:spChg chg="add">
          <ac:chgData name="동혁 임" userId="879f4c796d7a5333" providerId="LiveId" clId="{0C13D58B-97DF-4565-AAEC-23B22FE47640}" dt="2020-05-30T07:17:43.351" v="5924" actId="26606"/>
          <ac:spMkLst>
            <pc:docMk/>
            <pc:sldMk cId="1393295153" sldId="275"/>
            <ac:spMk id="28" creationId="{1ACA2EA0-FFD3-42EC-9406-B595015ED96E}"/>
          </ac:spMkLst>
        </pc:spChg>
        <pc:spChg chg="add">
          <ac:chgData name="동혁 임" userId="879f4c796d7a5333" providerId="LiveId" clId="{0C13D58B-97DF-4565-AAEC-23B22FE47640}" dt="2020-05-30T07:17:43.351" v="5924" actId="26606"/>
          <ac:spMkLst>
            <pc:docMk/>
            <pc:sldMk cId="1393295153" sldId="275"/>
            <ac:spMk id="30" creationId="{D5288BCE-665C-472A-8C43-664BCFA31E43}"/>
          </ac:spMkLst>
        </pc:spChg>
        <pc:spChg chg="add">
          <ac:chgData name="동혁 임" userId="879f4c796d7a5333" providerId="LiveId" clId="{0C13D58B-97DF-4565-AAEC-23B22FE47640}" dt="2020-05-30T07:17:43.351" v="5924" actId="26606"/>
          <ac:spMkLst>
            <pc:docMk/>
            <pc:sldMk cId="1393295153" sldId="275"/>
            <ac:spMk id="32" creationId="{46C57131-53A7-4C1A-BEA8-25F06A06AD29}"/>
          </ac:spMkLst>
        </pc:spChg>
        <pc:grpChg chg="add del">
          <ac:chgData name="동혁 임" userId="879f4c796d7a5333" providerId="LiveId" clId="{0C13D58B-97DF-4565-AAEC-23B22FE47640}" dt="2020-05-30T07:17:43.351" v="5924" actId="26606"/>
          <ac:grpSpMkLst>
            <pc:docMk/>
            <pc:sldMk cId="1393295153" sldId="275"/>
            <ac:grpSpMk id="19" creationId="{8734DDD3-F723-4DD3-8ABE-EC0B2AC87D74}"/>
          </ac:grpSpMkLst>
        </pc:grpChg>
        <pc:cxnChg chg="add del">
          <ac:chgData name="동혁 임" userId="879f4c796d7a5333" providerId="LiveId" clId="{0C13D58B-97DF-4565-AAEC-23B22FE47640}" dt="2020-05-30T07:09:54.141" v="4910" actId="26606"/>
          <ac:cxnSpMkLst>
            <pc:docMk/>
            <pc:sldMk cId="1393295153" sldId="275"/>
            <ac:cxnSpMk id="12" creationId="{45000665-DFC7-417E-8FD7-516A0F15C975}"/>
          </ac:cxnSpMkLst>
        </pc:cxnChg>
      </pc:sldChg>
      <pc:sldChg chg="new del">
        <pc:chgData name="동혁 임" userId="879f4c796d7a5333" providerId="LiveId" clId="{0C13D58B-97DF-4565-AAEC-23B22FE47640}" dt="2020-05-30T06:55:59.797" v="2776" actId="47"/>
        <pc:sldMkLst>
          <pc:docMk/>
          <pc:sldMk cId="3179947700" sldId="275"/>
        </pc:sldMkLst>
      </pc:sldChg>
      <pc:sldChg chg="addSp modSp new mod setBg">
        <pc:chgData name="동혁 임" userId="879f4c796d7a5333" providerId="LiveId" clId="{0C13D58B-97DF-4565-AAEC-23B22FE47640}" dt="2020-05-31T06:38:46.606" v="11768" actId="2711"/>
        <pc:sldMkLst>
          <pc:docMk/>
          <pc:sldMk cId="2880372061" sldId="276"/>
        </pc:sldMkLst>
        <pc:spChg chg="mod">
          <ac:chgData name="동혁 임" userId="879f4c796d7a5333" providerId="LiveId" clId="{0C13D58B-97DF-4565-AAEC-23B22FE47640}" dt="2020-05-31T06:38:46.606" v="11768" actId="2711"/>
          <ac:spMkLst>
            <pc:docMk/>
            <pc:sldMk cId="2880372061" sldId="276"/>
            <ac:spMk id="2" creationId="{077BFD0F-B779-48C0-8961-7CE9B6FC3596}"/>
          </ac:spMkLst>
        </pc:spChg>
        <pc:spChg chg="mod">
          <ac:chgData name="동혁 임" userId="879f4c796d7a5333" providerId="LiveId" clId="{0C13D58B-97DF-4565-AAEC-23B22FE47640}" dt="2020-05-31T06:38:46.606" v="11768" actId="2711"/>
          <ac:spMkLst>
            <pc:docMk/>
            <pc:sldMk cId="2880372061" sldId="276"/>
            <ac:spMk id="3" creationId="{12D8DAC9-1FEB-4EA7-B656-EB36038EABC3}"/>
          </ac:spMkLst>
        </pc:spChg>
        <pc:spChg chg="add">
          <ac:chgData name="동혁 임" userId="879f4c796d7a5333" providerId="LiveId" clId="{0C13D58B-97DF-4565-AAEC-23B22FE47640}" dt="2020-05-31T06:36:46.443" v="11675" actId="26606"/>
          <ac:spMkLst>
            <pc:docMk/>
            <pc:sldMk cId="2880372061" sldId="276"/>
            <ac:spMk id="8" creationId="{1ACA2EA0-FFD3-42EC-9406-B595015ED96E}"/>
          </ac:spMkLst>
        </pc:spChg>
        <pc:spChg chg="add">
          <ac:chgData name="동혁 임" userId="879f4c796d7a5333" providerId="LiveId" clId="{0C13D58B-97DF-4565-AAEC-23B22FE47640}" dt="2020-05-31T06:36:46.443" v="11675" actId="26606"/>
          <ac:spMkLst>
            <pc:docMk/>
            <pc:sldMk cId="2880372061" sldId="276"/>
            <ac:spMk id="10" creationId="{D5288BCE-665C-472A-8C43-664BCFA31E43}"/>
          </ac:spMkLst>
        </pc:spChg>
        <pc:spChg chg="add">
          <ac:chgData name="동혁 임" userId="879f4c796d7a5333" providerId="LiveId" clId="{0C13D58B-97DF-4565-AAEC-23B22FE47640}" dt="2020-05-31T06:36:46.443" v="11675" actId="26606"/>
          <ac:spMkLst>
            <pc:docMk/>
            <pc:sldMk cId="2880372061" sldId="276"/>
            <ac:spMk id="12" creationId="{46C57131-53A7-4C1A-BEA8-25F06A06AD29}"/>
          </ac:spMkLst>
        </pc:spChg>
      </pc:sldChg>
      <pc:sldChg chg="addSp delSp modSp new mod setBg setClrOvrMap">
        <pc:chgData name="동혁 임" userId="879f4c796d7a5333" providerId="LiveId" clId="{0C13D58B-97DF-4565-AAEC-23B22FE47640}" dt="2020-06-02T02:39:34.460" v="21312" actId="18131"/>
        <pc:sldMkLst>
          <pc:docMk/>
          <pc:sldMk cId="3497038722" sldId="277"/>
        </pc:sldMkLst>
        <pc:spChg chg="mod ord">
          <ac:chgData name="동혁 임" userId="879f4c796d7a5333" providerId="LiveId" clId="{0C13D58B-97DF-4565-AAEC-23B22FE47640}" dt="2020-05-31T06:38:50.400" v="11769" actId="2711"/>
          <ac:spMkLst>
            <pc:docMk/>
            <pc:sldMk cId="3497038722" sldId="277"/>
            <ac:spMk id="2" creationId="{9F861E4D-EB7E-4EC2-95D7-F4D811E9D148}"/>
          </ac:spMkLst>
        </pc:spChg>
        <pc:spChg chg="add del">
          <ac:chgData name="동혁 임" userId="879f4c796d7a5333" providerId="LiveId" clId="{0C13D58B-97DF-4565-AAEC-23B22FE47640}" dt="2020-05-31T06:06:54.117" v="7606" actId="931"/>
          <ac:spMkLst>
            <pc:docMk/>
            <pc:sldMk cId="3497038722" sldId="277"/>
            <ac:spMk id="3" creationId="{62496994-A24C-41F8-9BDD-082EF06EF8CB}"/>
          </ac:spMkLst>
        </pc:spChg>
        <pc:spChg chg="mod">
          <ac:chgData name="동혁 임" userId="879f4c796d7a5333" providerId="LiveId" clId="{0C13D58B-97DF-4565-AAEC-23B22FE47640}" dt="2020-05-31T06:38:50.400" v="11769" actId="2711"/>
          <ac:spMkLst>
            <pc:docMk/>
            <pc:sldMk cId="3497038722" sldId="277"/>
            <ac:spMk id="4" creationId="{FB905E7F-EE98-4C09-ACEE-A74B1FADB54C}"/>
          </ac:spMkLst>
        </pc:spChg>
        <pc:spChg chg="add del">
          <ac:chgData name="동혁 임" userId="879f4c796d7a5333" providerId="LiveId" clId="{0C13D58B-97DF-4565-AAEC-23B22FE47640}" dt="2020-05-31T06:07:45.464" v="7847" actId="26606"/>
          <ac:spMkLst>
            <pc:docMk/>
            <pc:sldMk cId="3497038722" sldId="277"/>
            <ac:spMk id="13" creationId="{2FB82883-1DC0-4BE1-A607-009095F3355A}"/>
          </ac:spMkLst>
        </pc:spChg>
        <pc:spChg chg="add del">
          <ac:chgData name="동혁 임" userId="879f4c796d7a5333" providerId="LiveId" clId="{0C13D58B-97DF-4565-AAEC-23B22FE47640}" dt="2020-05-31T06:07:45.464" v="7847" actId="26606"/>
          <ac:spMkLst>
            <pc:docMk/>
            <pc:sldMk cId="3497038722" sldId="277"/>
            <ac:spMk id="15" creationId="{A3473CF9-37EB-43E7-89EF-D2D1C53D1DAC}"/>
          </ac:spMkLst>
        </pc:spChg>
        <pc:spChg chg="add del">
          <ac:chgData name="동혁 임" userId="879f4c796d7a5333" providerId="LiveId" clId="{0C13D58B-97DF-4565-AAEC-23B22FE47640}" dt="2020-05-31T06:07:45.464" v="7847" actId="26606"/>
          <ac:spMkLst>
            <pc:docMk/>
            <pc:sldMk cId="3497038722" sldId="277"/>
            <ac:spMk id="17" creationId="{586B4EF9-43BA-4655-A6FF-1D8E21574C95}"/>
          </ac:spMkLst>
        </pc:spChg>
        <pc:spChg chg="add del">
          <ac:chgData name="동혁 임" userId="879f4c796d7a5333" providerId="LiveId" clId="{0C13D58B-97DF-4565-AAEC-23B22FE47640}" dt="2020-05-31T06:08:16.678" v="7924" actId="26606"/>
          <ac:spMkLst>
            <pc:docMk/>
            <pc:sldMk cId="3497038722" sldId="277"/>
            <ac:spMk id="19" creationId="{031EA4A4-5D79-4817-B146-24029A2F3CC7}"/>
          </ac:spMkLst>
        </pc:spChg>
        <pc:spChg chg="add del">
          <ac:chgData name="동혁 임" userId="879f4c796d7a5333" providerId="LiveId" clId="{0C13D58B-97DF-4565-AAEC-23B22FE47640}" dt="2020-05-31T06:08:16.678" v="7924" actId="26606"/>
          <ac:spMkLst>
            <pc:docMk/>
            <pc:sldMk cId="3497038722" sldId="277"/>
            <ac:spMk id="20" creationId="{AF2F604E-43BE-4DC3-B983-E071523364F8}"/>
          </ac:spMkLst>
        </pc:spChg>
        <pc:spChg chg="add del">
          <ac:chgData name="동혁 임" userId="879f4c796d7a5333" providerId="LiveId" clId="{0C13D58B-97DF-4565-AAEC-23B22FE47640}" dt="2020-05-31T06:08:16.678" v="7924" actId="26606"/>
          <ac:spMkLst>
            <pc:docMk/>
            <pc:sldMk cId="3497038722" sldId="277"/>
            <ac:spMk id="21" creationId="{08C9B587-E65E-4B52-B37C-ABEBB6E87928}"/>
          </ac:spMkLst>
        </pc:spChg>
        <pc:spChg chg="add del">
          <ac:chgData name="동혁 임" userId="879f4c796d7a5333" providerId="LiveId" clId="{0C13D58B-97DF-4565-AAEC-23B22FE47640}" dt="2020-05-31T06:08:14.096" v="7917" actId="26606"/>
          <ac:spMkLst>
            <pc:docMk/>
            <pc:sldMk cId="3497038722" sldId="277"/>
            <ac:spMk id="26" creationId="{2FB82883-1DC0-4BE1-A607-009095F3355A}"/>
          </ac:spMkLst>
        </pc:spChg>
        <pc:spChg chg="add del">
          <ac:chgData name="동혁 임" userId="879f4c796d7a5333" providerId="LiveId" clId="{0C13D58B-97DF-4565-AAEC-23B22FE47640}" dt="2020-05-31T06:08:14.096" v="7917" actId="26606"/>
          <ac:spMkLst>
            <pc:docMk/>
            <pc:sldMk cId="3497038722" sldId="277"/>
            <ac:spMk id="28" creationId="{A3473CF9-37EB-43E7-89EF-D2D1C53D1DAC}"/>
          </ac:spMkLst>
        </pc:spChg>
        <pc:spChg chg="add del">
          <ac:chgData name="동혁 임" userId="879f4c796d7a5333" providerId="LiveId" clId="{0C13D58B-97DF-4565-AAEC-23B22FE47640}" dt="2020-05-31T06:08:14.096" v="7917" actId="26606"/>
          <ac:spMkLst>
            <pc:docMk/>
            <pc:sldMk cId="3497038722" sldId="277"/>
            <ac:spMk id="30" creationId="{586B4EF9-43BA-4655-A6FF-1D8E21574C95}"/>
          </ac:spMkLst>
        </pc:spChg>
        <pc:spChg chg="add del">
          <ac:chgData name="동혁 임" userId="879f4c796d7a5333" providerId="LiveId" clId="{0C13D58B-97DF-4565-AAEC-23B22FE47640}" dt="2020-05-31T06:08:15.142" v="7919" actId="26606"/>
          <ac:spMkLst>
            <pc:docMk/>
            <pc:sldMk cId="3497038722" sldId="277"/>
            <ac:spMk id="32" creationId="{08C9B587-E65E-4B52-B37C-ABEBB6E87928}"/>
          </ac:spMkLst>
        </pc:spChg>
        <pc:spChg chg="add del">
          <ac:chgData name="동혁 임" userId="879f4c796d7a5333" providerId="LiveId" clId="{0C13D58B-97DF-4565-AAEC-23B22FE47640}" dt="2020-05-31T06:08:15.142" v="7919" actId="26606"/>
          <ac:spMkLst>
            <pc:docMk/>
            <pc:sldMk cId="3497038722" sldId="277"/>
            <ac:spMk id="33" creationId="{6CCA5F87-1D1E-45CB-8D83-FC7EEFAD9935}"/>
          </ac:spMkLst>
        </pc:spChg>
        <pc:spChg chg="add del">
          <ac:chgData name="동혁 임" userId="879f4c796d7a5333" providerId="LiveId" clId="{0C13D58B-97DF-4565-AAEC-23B22FE47640}" dt="2020-05-31T06:08:15.142" v="7919" actId="26606"/>
          <ac:spMkLst>
            <pc:docMk/>
            <pc:sldMk cId="3497038722" sldId="277"/>
            <ac:spMk id="34" creationId="{7CCFC2C6-6238-4A2F-93DE-2ADF74AF635E}"/>
          </ac:spMkLst>
        </pc:spChg>
        <pc:spChg chg="add del">
          <ac:chgData name="동혁 임" userId="879f4c796d7a5333" providerId="LiveId" clId="{0C13D58B-97DF-4565-AAEC-23B22FE47640}" dt="2020-05-31T06:08:15.142" v="7919" actId="26606"/>
          <ac:spMkLst>
            <pc:docMk/>
            <pc:sldMk cId="3497038722" sldId="277"/>
            <ac:spMk id="35" creationId="{AF2F604E-43BE-4DC3-B983-E071523364F8}"/>
          </ac:spMkLst>
        </pc:spChg>
        <pc:spChg chg="add del">
          <ac:chgData name="동혁 임" userId="879f4c796d7a5333" providerId="LiveId" clId="{0C13D58B-97DF-4565-AAEC-23B22FE47640}" dt="2020-05-31T06:08:15.870" v="7921" actId="26606"/>
          <ac:spMkLst>
            <pc:docMk/>
            <pc:sldMk cId="3497038722" sldId="277"/>
            <ac:spMk id="37" creationId="{526E0BFB-CDF1-4990-8C11-AC849311E0A8}"/>
          </ac:spMkLst>
        </pc:spChg>
        <pc:spChg chg="add del">
          <ac:chgData name="동혁 임" userId="879f4c796d7a5333" providerId="LiveId" clId="{0C13D58B-97DF-4565-AAEC-23B22FE47640}" dt="2020-05-31T06:08:15.870" v="7921" actId="26606"/>
          <ac:spMkLst>
            <pc:docMk/>
            <pc:sldMk cId="3497038722" sldId="277"/>
            <ac:spMk id="38" creationId="{6069A1F8-9BEB-4786-9694-FC48B2D75D21}"/>
          </ac:spMkLst>
        </pc:spChg>
        <pc:spChg chg="add del">
          <ac:chgData name="동혁 임" userId="879f4c796d7a5333" providerId="LiveId" clId="{0C13D58B-97DF-4565-AAEC-23B22FE47640}" dt="2020-05-31T06:08:15.870" v="7921" actId="26606"/>
          <ac:spMkLst>
            <pc:docMk/>
            <pc:sldMk cId="3497038722" sldId="277"/>
            <ac:spMk id="39" creationId="{AF2F604E-43BE-4DC3-B983-E071523364F8}"/>
          </ac:spMkLst>
        </pc:spChg>
        <pc:spChg chg="add del">
          <ac:chgData name="동혁 임" userId="879f4c796d7a5333" providerId="LiveId" clId="{0C13D58B-97DF-4565-AAEC-23B22FE47640}" dt="2020-05-31T06:08:15.870" v="7921" actId="26606"/>
          <ac:spMkLst>
            <pc:docMk/>
            <pc:sldMk cId="3497038722" sldId="277"/>
            <ac:spMk id="40" creationId="{08C9B587-E65E-4B52-B37C-ABEBB6E87928}"/>
          </ac:spMkLst>
        </pc:spChg>
        <pc:spChg chg="add del">
          <ac:chgData name="동혁 임" userId="879f4c796d7a5333" providerId="LiveId" clId="{0C13D58B-97DF-4565-AAEC-23B22FE47640}" dt="2020-05-31T06:08:16.673" v="7923" actId="26606"/>
          <ac:spMkLst>
            <pc:docMk/>
            <pc:sldMk cId="3497038722" sldId="277"/>
            <ac:spMk id="42" creationId="{2FB82883-1DC0-4BE1-A607-009095F3355A}"/>
          </ac:spMkLst>
        </pc:spChg>
        <pc:spChg chg="add del">
          <ac:chgData name="동혁 임" userId="879f4c796d7a5333" providerId="LiveId" clId="{0C13D58B-97DF-4565-AAEC-23B22FE47640}" dt="2020-05-31T06:08:16.673" v="7923" actId="26606"/>
          <ac:spMkLst>
            <pc:docMk/>
            <pc:sldMk cId="3497038722" sldId="277"/>
            <ac:spMk id="43" creationId="{A3473CF9-37EB-43E7-89EF-D2D1C53D1DAC}"/>
          </ac:spMkLst>
        </pc:spChg>
        <pc:spChg chg="add del">
          <ac:chgData name="동혁 임" userId="879f4c796d7a5333" providerId="LiveId" clId="{0C13D58B-97DF-4565-AAEC-23B22FE47640}" dt="2020-05-31T06:08:16.673" v="7923" actId="26606"/>
          <ac:spMkLst>
            <pc:docMk/>
            <pc:sldMk cId="3497038722" sldId="277"/>
            <ac:spMk id="44" creationId="{586B4EF9-43BA-4655-A6FF-1D8E21574C95}"/>
          </ac:spMkLst>
        </pc:spChg>
        <pc:spChg chg="add del">
          <ac:chgData name="동혁 임" userId="879f4c796d7a5333" providerId="LiveId" clId="{0C13D58B-97DF-4565-AAEC-23B22FE47640}" dt="2020-05-31T06:37:09.672" v="11754" actId="26606"/>
          <ac:spMkLst>
            <pc:docMk/>
            <pc:sldMk cId="3497038722" sldId="277"/>
            <ac:spMk id="46" creationId="{031EA4A4-5D79-4817-B146-24029A2F3CC7}"/>
          </ac:spMkLst>
        </pc:spChg>
        <pc:spChg chg="add del">
          <ac:chgData name="동혁 임" userId="879f4c796d7a5333" providerId="LiveId" clId="{0C13D58B-97DF-4565-AAEC-23B22FE47640}" dt="2020-05-31T06:37:09.672" v="11754" actId="26606"/>
          <ac:spMkLst>
            <pc:docMk/>
            <pc:sldMk cId="3497038722" sldId="277"/>
            <ac:spMk id="47" creationId="{AF2F604E-43BE-4DC3-B983-E071523364F8}"/>
          </ac:spMkLst>
        </pc:spChg>
        <pc:spChg chg="add del">
          <ac:chgData name="동혁 임" userId="879f4c796d7a5333" providerId="LiveId" clId="{0C13D58B-97DF-4565-AAEC-23B22FE47640}" dt="2020-05-31T06:37:09.672" v="11754" actId="26606"/>
          <ac:spMkLst>
            <pc:docMk/>
            <pc:sldMk cId="3497038722" sldId="277"/>
            <ac:spMk id="48" creationId="{08C9B587-E65E-4B52-B37C-ABEBB6E87928}"/>
          </ac:spMkLst>
        </pc:spChg>
        <pc:spChg chg="add">
          <ac:chgData name="동혁 임" userId="879f4c796d7a5333" providerId="LiveId" clId="{0C13D58B-97DF-4565-AAEC-23B22FE47640}" dt="2020-05-31T06:37:09.672" v="11754" actId="26606"/>
          <ac:spMkLst>
            <pc:docMk/>
            <pc:sldMk cId="3497038722" sldId="277"/>
            <ac:spMk id="53" creationId="{D1A4588A-55D5-49B8-BE41-54ACDCFF2C17}"/>
          </ac:spMkLst>
        </pc:spChg>
        <pc:spChg chg="add">
          <ac:chgData name="동혁 임" userId="879f4c796d7a5333" providerId="LiveId" clId="{0C13D58B-97DF-4565-AAEC-23B22FE47640}" dt="2020-05-31T06:37:09.672" v="11754" actId="26606"/>
          <ac:spMkLst>
            <pc:docMk/>
            <pc:sldMk cId="3497038722" sldId="277"/>
            <ac:spMk id="55" creationId="{F97E7EA2-EDCD-47E9-81BC-415C606D1B58}"/>
          </ac:spMkLst>
        </pc:spChg>
        <pc:picChg chg="add del mod">
          <ac:chgData name="동혁 임" userId="879f4c796d7a5333" providerId="LiveId" clId="{0C13D58B-97DF-4565-AAEC-23B22FE47640}" dt="2020-05-31T06:06:52.069" v="7605" actId="931"/>
          <ac:picMkLst>
            <pc:docMk/>
            <pc:sldMk cId="3497038722" sldId="277"/>
            <ac:picMk id="6" creationId="{41BCACA5-F5AA-491C-A678-AB5A15C361D6}"/>
          </ac:picMkLst>
        </pc:picChg>
        <pc:picChg chg="add mod ord modCrop">
          <ac:chgData name="동혁 임" userId="879f4c796d7a5333" providerId="LiveId" clId="{0C13D58B-97DF-4565-AAEC-23B22FE47640}" dt="2020-06-02T02:39:34.460" v="21312" actId="18131"/>
          <ac:picMkLst>
            <pc:docMk/>
            <pc:sldMk cId="3497038722" sldId="277"/>
            <ac:picMk id="8" creationId="{B564DFD5-9620-40D7-9491-1B06DABC6A24}"/>
          </ac:picMkLst>
        </pc:picChg>
      </pc:sldChg>
      <pc:sldChg chg="addSp delSp modSp new mod setBg setClrOvrMap">
        <pc:chgData name="동혁 임" userId="879f4c796d7a5333" providerId="LiveId" clId="{0C13D58B-97DF-4565-AAEC-23B22FE47640}" dt="2020-06-02T02:40:45.271" v="21465" actId="2711"/>
        <pc:sldMkLst>
          <pc:docMk/>
          <pc:sldMk cId="3431242311" sldId="278"/>
        </pc:sldMkLst>
        <pc:spChg chg="mod">
          <ac:chgData name="동혁 임" userId="879f4c796d7a5333" providerId="LiveId" clId="{0C13D58B-97DF-4565-AAEC-23B22FE47640}" dt="2020-06-02T02:40:45.271" v="21465" actId="2711"/>
          <ac:spMkLst>
            <pc:docMk/>
            <pc:sldMk cId="3431242311" sldId="278"/>
            <ac:spMk id="2" creationId="{FFD7E6DB-C86F-4A3B-9067-889EB1AE3690}"/>
          </ac:spMkLst>
        </pc:spChg>
        <pc:spChg chg="del">
          <ac:chgData name="동혁 임" userId="879f4c796d7a5333" providerId="LiveId" clId="{0C13D58B-97DF-4565-AAEC-23B22FE47640}" dt="2020-05-31T06:09:04.812" v="7966" actId="931"/>
          <ac:spMkLst>
            <pc:docMk/>
            <pc:sldMk cId="3431242311" sldId="278"/>
            <ac:spMk id="3" creationId="{3F61A0FB-9786-4BFF-ACDD-D5A820422A3A}"/>
          </ac:spMkLst>
        </pc:spChg>
        <pc:spChg chg="add del">
          <ac:chgData name="동혁 임" userId="879f4c796d7a5333" providerId="LiveId" clId="{0C13D58B-97DF-4565-AAEC-23B22FE47640}" dt="2020-05-31T06:09:13.366" v="7980" actId="26606"/>
          <ac:spMkLst>
            <pc:docMk/>
            <pc:sldMk cId="3431242311" sldId="278"/>
            <ac:spMk id="19" creationId="{E9CF5E4B-BF1E-46C0-AF8C-5C9AA540AC2D}"/>
          </ac:spMkLst>
        </pc:spChg>
        <pc:spChg chg="add del">
          <ac:chgData name="동혁 임" userId="879f4c796d7a5333" providerId="LiveId" clId="{0C13D58B-97DF-4565-AAEC-23B22FE47640}" dt="2020-05-31T06:09:13.366" v="7980" actId="26606"/>
          <ac:spMkLst>
            <pc:docMk/>
            <pc:sldMk cId="3431242311" sldId="278"/>
            <ac:spMk id="22" creationId="{0EFD753D-6A49-46DD-9E82-AA6E2C62B461}"/>
          </ac:spMkLst>
        </pc:spChg>
        <pc:spChg chg="add del">
          <ac:chgData name="동혁 임" userId="879f4c796d7a5333" providerId="LiveId" clId="{0C13D58B-97DF-4565-AAEC-23B22FE47640}" dt="2020-05-31T06:09:13.366" v="7980" actId="26606"/>
          <ac:spMkLst>
            <pc:docMk/>
            <pc:sldMk cId="3431242311" sldId="278"/>
            <ac:spMk id="24" creationId="{138A5824-1F4A-4EE7-BC13-5BB48FC0809B}"/>
          </ac:spMkLst>
        </pc:spChg>
        <pc:spChg chg="add del">
          <ac:chgData name="동혁 임" userId="879f4c796d7a5333" providerId="LiveId" clId="{0C13D58B-97DF-4565-AAEC-23B22FE47640}" dt="2020-05-31T06:09:31.031" v="7982" actId="26606"/>
          <ac:spMkLst>
            <pc:docMk/>
            <pc:sldMk cId="3431242311" sldId="278"/>
            <ac:spMk id="26" creationId="{C0BDBCD2-E081-43AB-9119-C55465E59757}"/>
          </ac:spMkLst>
        </pc:spChg>
        <pc:spChg chg="add del">
          <ac:chgData name="동혁 임" userId="879f4c796d7a5333" providerId="LiveId" clId="{0C13D58B-97DF-4565-AAEC-23B22FE47640}" dt="2020-05-31T06:09:31.031" v="7982" actId="26606"/>
          <ac:spMkLst>
            <pc:docMk/>
            <pc:sldMk cId="3431242311" sldId="278"/>
            <ac:spMk id="27" creationId="{0288C6B4-AFC3-407F-A595-EFFD38D4CCAF}"/>
          </ac:spMkLst>
        </pc:spChg>
        <pc:spChg chg="add del">
          <ac:chgData name="동혁 임" userId="879f4c796d7a5333" providerId="LiveId" clId="{0C13D58B-97DF-4565-AAEC-23B22FE47640}" dt="2020-05-31T06:09:31.031" v="7982" actId="26606"/>
          <ac:spMkLst>
            <pc:docMk/>
            <pc:sldMk cId="3431242311" sldId="278"/>
            <ac:spMk id="28" creationId="{98E79BE4-34FE-485A-98A5-92CE8F7C4743}"/>
          </ac:spMkLst>
        </pc:spChg>
        <pc:spChg chg="add del">
          <ac:chgData name="동혁 임" userId="879f4c796d7a5333" providerId="LiveId" clId="{0C13D58B-97DF-4565-AAEC-23B22FE47640}" dt="2020-05-31T06:09:31.031" v="7982" actId="26606"/>
          <ac:spMkLst>
            <pc:docMk/>
            <pc:sldMk cId="3431242311" sldId="278"/>
            <ac:spMk id="29" creationId="{CF236821-17FE-429B-8D2C-08E13A64EA40}"/>
          </ac:spMkLst>
        </pc:spChg>
        <pc:spChg chg="add del">
          <ac:chgData name="동혁 임" userId="879f4c796d7a5333" providerId="LiveId" clId="{0C13D58B-97DF-4565-AAEC-23B22FE47640}" dt="2020-05-31T06:09:31.031" v="7982" actId="26606"/>
          <ac:spMkLst>
            <pc:docMk/>
            <pc:sldMk cId="3431242311" sldId="278"/>
            <ac:spMk id="30" creationId="{7A5F0580-5EE9-419F-96EE-B6529EF6E7D0}"/>
          </ac:spMkLst>
        </pc:spChg>
        <pc:spChg chg="add del">
          <ac:chgData name="동혁 임" userId="879f4c796d7a5333" providerId="LiveId" clId="{0C13D58B-97DF-4565-AAEC-23B22FE47640}" dt="2020-05-31T06:09:31.031" v="7982" actId="26606"/>
          <ac:spMkLst>
            <pc:docMk/>
            <pc:sldMk cId="3431242311" sldId="278"/>
            <ac:spMk id="31" creationId="{06C7E434-A251-4C1F-9FF0-393097CAE2A6}"/>
          </ac:spMkLst>
        </pc:spChg>
        <pc:spChg chg="add del">
          <ac:chgData name="동혁 임" userId="879f4c796d7a5333" providerId="LiveId" clId="{0C13D58B-97DF-4565-AAEC-23B22FE47640}" dt="2020-05-31T06:09:43.929" v="7984" actId="26606"/>
          <ac:spMkLst>
            <pc:docMk/>
            <pc:sldMk cId="3431242311" sldId="278"/>
            <ac:spMk id="33" creationId="{0EFD753D-6A49-46DD-9E82-AA6E2C62B461}"/>
          </ac:spMkLst>
        </pc:spChg>
        <pc:spChg chg="add del">
          <ac:chgData name="동혁 임" userId="879f4c796d7a5333" providerId="LiveId" clId="{0C13D58B-97DF-4565-AAEC-23B22FE47640}" dt="2020-05-31T06:09:43.929" v="7984" actId="26606"/>
          <ac:spMkLst>
            <pc:docMk/>
            <pc:sldMk cId="3431242311" sldId="278"/>
            <ac:spMk id="34" creationId="{138A5824-1F4A-4EE7-BC13-5BB48FC0809B}"/>
          </ac:spMkLst>
        </pc:spChg>
        <pc:spChg chg="add del">
          <ac:chgData name="동혁 임" userId="879f4c796d7a5333" providerId="LiveId" clId="{0C13D58B-97DF-4565-AAEC-23B22FE47640}" dt="2020-05-31T06:09:43.929" v="7984" actId="26606"/>
          <ac:spMkLst>
            <pc:docMk/>
            <pc:sldMk cId="3431242311" sldId="278"/>
            <ac:spMk id="35" creationId="{2C2093F0-1D95-417F-A56D-DF2E89299C50}"/>
          </ac:spMkLst>
        </pc:spChg>
        <pc:spChg chg="add del">
          <ac:chgData name="동혁 임" userId="879f4c796d7a5333" providerId="LiveId" clId="{0C13D58B-97DF-4565-AAEC-23B22FE47640}" dt="2020-05-31T06:10:21.309" v="8222" actId="26606"/>
          <ac:spMkLst>
            <pc:docMk/>
            <pc:sldMk cId="3431242311" sldId="278"/>
            <ac:spMk id="37" creationId="{0288C6B4-AFC3-407F-A595-EFFD38D4CCAF}"/>
          </ac:spMkLst>
        </pc:spChg>
        <pc:spChg chg="add del">
          <ac:chgData name="동혁 임" userId="879f4c796d7a5333" providerId="LiveId" clId="{0C13D58B-97DF-4565-AAEC-23B22FE47640}" dt="2020-05-31T06:10:21.309" v="8222" actId="26606"/>
          <ac:spMkLst>
            <pc:docMk/>
            <pc:sldMk cId="3431242311" sldId="278"/>
            <ac:spMk id="38" creationId="{CF236821-17FE-429B-8D2C-08E13A64EA40}"/>
          </ac:spMkLst>
        </pc:spChg>
        <pc:spChg chg="add del">
          <ac:chgData name="동혁 임" userId="879f4c796d7a5333" providerId="LiveId" clId="{0C13D58B-97DF-4565-AAEC-23B22FE47640}" dt="2020-05-31T06:10:21.309" v="8222" actId="26606"/>
          <ac:spMkLst>
            <pc:docMk/>
            <pc:sldMk cId="3431242311" sldId="278"/>
            <ac:spMk id="39" creationId="{C0BDBCD2-E081-43AB-9119-C55465E59757}"/>
          </ac:spMkLst>
        </pc:spChg>
        <pc:spChg chg="add del">
          <ac:chgData name="동혁 임" userId="879f4c796d7a5333" providerId="LiveId" clId="{0C13D58B-97DF-4565-AAEC-23B22FE47640}" dt="2020-05-31T06:10:21.309" v="8222" actId="26606"/>
          <ac:spMkLst>
            <pc:docMk/>
            <pc:sldMk cId="3431242311" sldId="278"/>
            <ac:spMk id="40" creationId="{98E79BE4-34FE-485A-98A5-92CE8F7C4743}"/>
          </ac:spMkLst>
        </pc:spChg>
        <pc:spChg chg="add del">
          <ac:chgData name="동혁 임" userId="879f4c796d7a5333" providerId="LiveId" clId="{0C13D58B-97DF-4565-AAEC-23B22FE47640}" dt="2020-05-31T06:10:21.309" v="8222" actId="26606"/>
          <ac:spMkLst>
            <pc:docMk/>
            <pc:sldMk cId="3431242311" sldId="278"/>
            <ac:spMk id="41" creationId="{7A5F0580-5EE9-419F-96EE-B6529EF6E7D0}"/>
          </ac:spMkLst>
        </pc:spChg>
        <pc:spChg chg="add mod ord">
          <ac:chgData name="동혁 임" userId="879f4c796d7a5333" providerId="LiveId" clId="{0C13D58B-97DF-4565-AAEC-23B22FE47640}" dt="2020-06-02T02:40:45.271" v="21465" actId="2711"/>
          <ac:spMkLst>
            <pc:docMk/>
            <pc:sldMk cId="3431242311" sldId="278"/>
            <ac:spMk id="42" creationId="{06C7E434-A251-4C1F-9FF0-393097CAE2A6}"/>
          </ac:spMkLst>
        </pc:spChg>
        <pc:spChg chg="add del">
          <ac:chgData name="동혁 임" userId="879f4c796d7a5333" providerId="LiveId" clId="{0C13D58B-97DF-4565-AAEC-23B22FE47640}" dt="2020-06-02T02:40:25.918" v="21461" actId="26606"/>
          <ac:spMkLst>
            <pc:docMk/>
            <pc:sldMk cId="3431242311" sldId="278"/>
            <ac:spMk id="47" creationId="{928F64C6-FE22-4FC1-A763-DFCC514811BD}"/>
          </ac:spMkLst>
        </pc:spChg>
        <pc:spChg chg="add">
          <ac:chgData name="동혁 임" userId="879f4c796d7a5333" providerId="LiveId" clId="{0C13D58B-97DF-4565-AAEC-23B22FE47640}" dt="2020-06-02T02:40:25.918" v="21461" actId="26606"/>
          <ac:spMkLst>
            <pc:docMk/>
            <pc:sldMk cId="3431242311" sldId="278"/>
            <ac:spMk id="53" creationId="{5EBC18B6-E5C3-4AD1-97A4-E6A3477A0BB9}"/>
          </ac:spMkLst>
        </pc:spChg>
        <pc:spChg chg="add del">
          <ac:chgData name="동혁 임" userId="879f4c796d7a5333" providerId="LiveId" clId="{0C13D58B-97DF-4565-AAEC-23B22FE47640}" dt="2020-05-31T06:37:52.207" v="11760" actId="26606"/>
          <ac:spMkLst>
            <pc:docMk/>
            <pc:sldMk cId="3431242311" sldId="278"/>
            <ac:spMk id="54" creationId="{928F64C6-FE22-4FC1-A763-DFCC514811BD}"/>
          </ac:spMkLst>
        </pc:spChg>
        <pc:spChg chg="add">
          <ac:chgData name="동혁 임" userId="879f4c796d7a5333" providerId="LiveId" clId="{0C13D58B-97DF-4565-AAEC-23B22FE47640}" dt="2020-06-02T02:40:25.918" v="21461" actId="26606"/>
          <ac:spMkLst>
            <pc:docMk/>
            <pc:sldMk cId="3431242311" sldId="278"/>
            <ac:spMk id="55" creationId="{136A4AB6-B72B-4CC6-ADCF-BE807B6C3D71}"/>
          </ac:spMkLst>
        </pc:spChg>
        <pc:spChg chg="add">
          <ac:chgData name="동혁 임" userId="879f4c796d7a5333" providerId="LiveId" clId="{0C13D58B-97DF-4565-AAEC-23B22FE47640}" dt="2020-06-02T02:40:25.918" v="21461" actId="26606"/>
          <ac:spMkLst>
            <pc:docMk/>
            <pc:sldMk cId="3431242311" sldId="278"/>
            <ac:spMk id="57" creationId="{B35D540D-9486-4236-952A-F72DC52D79BF}"/>
          </ac:spMkLst>
        </pc:spChg>
        <pc:picChg chg="add mod ord">
          <ac:chgData name="동혁 임" userId="879f4c796d7a5333" providerId="LiveId" clId="{0C13D58B-97DF-4565-AAEC-23B22FE47640}" dt="2020-06-02T02:40:38.777" v="21464" actId="1076"/>
          <ac:picMkLst>
            <pc:docMk/>
            <pc:sldMk cId="3431242311" sldId="278"/>
            <ac:picMk id="5" creationId="{CB65137F-313F-4B54-AF34-D62EC055C007}"/>
          </ac:picMkLst>
        </pc:picChg>
        <pc:picChg chg="add mod ord">
          <ac:chgData name="동혁 임" userId="879f4c796d7a5333" providerId="LiveId" clId="{0C13D58B-97DF-4565-AAEC-23B22FE47640}" dt="2020-06-02T02:40:25.918" v="21461" actId="26606"/>
          <ac:picMkLst>
            <pc:docMk/>
            <pc:sldMk cId="3431242311" sldId="278"/>
            <ac:picMk id="7" creationId="{68880F55-1E35-4CC3-8E5B-9C5FF711C695}"/>
          </ac:picMkLst>
        </pc:picChg>
        <pc:picChg chg="add del mod ord">
          <ac:chgData name="동혁 임" userId="879f4c796d7a5333" providerId="LiveId" clId="{0C13D58B-97DF-4565-AAEC-23B22FE47640}" dt="2020-06-02T02:40:22.425" v="21460" actId="478"/>
          <ac:picMkLst>
            <pc:docMk/>
            <pc:sldMk cId="3431242311" sldId="278"/>
            <ac:picMk id="9" creationId="{6EFB2139-A423-46CA-8569-8B9321D5D09D}"/>
          </ac:picMkLst>
        </pc:picChg>
        <pc:picChg chg="add del mod ord">
          <ac:chgData name="동혁 임" userId="879f4c796d7a5333" providerId="LiveId" clId="{0C13D58B-97DF-4565-AAEC-23B22FE47640}" dt="2020-06-02T02:40:21.747" v="21459" actId="478"/>
          <ac:picMkLst>
            <pc:docMk/>
            <pc:sldMk cId="3431242311" sldId="278"/>
            <ac:picMk id="11" creationId="{246D90CD-B1D6-45A4-B2BD-DECC49FC2370}"/>
          </ac:picMkLst>
        </pc:picChg>
        <pc:picChg chg="add del mod ord">
          <ac:chgData name="동혁 임" userId="879f4c796d7a5333" providerId="LiveId" clId="{0C13D58B-97DF-4565-AAEC-23B22FE47640}" dt="2020-06-02T02:40:21.057" v="21458" actId="478"/>
          <ac:picMkLst>
            <pc:docMk/>
            <pc:sldMk cId="3431242311" sldId="278"/>
            <ac:picMk id="13" creationId="{53104316-D39A-45A8-8A83-217D445EBCCD}"/>
          </ac:picMkLst>
        </pc:picChg>
        <pc:picChg chg="add mod">
          <ac:chgData name="동혁 임" userId="879f4c796d7a5333" providerId="LiveId" clId="{0C13D58B-97DF-4565-AAEC-23B22FE47640}" dt="2020-06-02T02:40:35.345" v="21463" actId="1076"/>
          <ac:picMkLst>
            <pc:docMk/>
            <pc:sldMk cId="3431242311" sldId="278"/>
            <ac:picMk id="15" creationId="{735301FB-2249-4F12-9F81-D7CD11323F9F}"/>
          </ac:picMkLst>
        </pc:picChg>
        <pc:cxnChg chg="add del">
          <ac:chgData name="동혁 임" userId="879f4c796d7a5333" providerId="LiveId" clId="{0C13D58B-97DF-4565-AAEC-23B22FE47640}" dt="2020-06-02T02:40:25.918" v="21461" actId="26606"/>
          <ac:cxnSpMkLst>
            <pc:docMk/>
            <pc:sldMk cId="3431242311" sldId="278"/>
            <ac:cxnSpMk id="49" creationId="{5C34627B-48E6-4F4D-B843-97717A86B490}"/>
          </ac:cxnSpMkLst>
        </pc:cxnChg>
        <pc:cxnChg chg="add del">
          <ac:chgData name="동혁 임" userId="879f4c796d7a5333" providerId="LiveId" clId="{0C13D58B-97DF-4565-AAEC-23B22FE47640}" dt="2020-05-31T06:38:19.351" v="11764" actId="26606"/>
          <ac:cxnSpMkLst>
            <pc:docMk/>
            <pc:sldMk cId="3431242311" sldId="278"/>
            <ac:cxnSpMk id="51" creationId="{DC034BB4-8B50-4484-85C4-0CE4699284D7}"/>
          </ac:cxnSpMkLst>
        </pc:cxnChg>
        <pc:cxnChg chg="add del">
          <ac:chgData name="동혁 임" userId="879f4c796d7a5333" providerId="LiveId" clId="{0C13D58B-97DF-4565-AAEC-23B22FE47640}" dt="2020-05-31T06:38:19.351" v="11764" actId="26606"/>
          <ac:cxnSpMkLst>
            <pc:docMk/>
            <pc:sldMk cId="3431242311" sldId="278"/>
            <ac:cxnSpMk id="52" creationId="{81B200F7-B57A-4824-BB91-B6624450A5AC}"/>
          </ac:cxnSpMkLst>
        </pc:cxnChg>
        <pc:cxnChg chg="add del">
          <ac:chgData name="동혁 임" userId="879f4c796d7a5333" providerId="LiveId" clId="{0C13D58B-97DF-4565-AAEC-23B22FE47640}" dt="2020-05-31T06:37:52.207" v="11760" actId="26606"/>
          <ac:cxnSpMkLst>
            <pc:docMk/>
            <pc:sldMk cId="3431242311" sldId="278"/>
            <ac:cxnSpMk id="56" creationId="{5C34627B-48E6-4F4D-B843-97717A86B490}"/>
          </ac:cxnSpMkLst>
        </pc:cxnChg>
        <pc:cxnChg chg="add del">
          <ac:chgData name="동혁 임" userId="879f4c796d7a5333" providerId="LiveId" clId="{0C13D58B-97DF-4565-AAEC-23B22FE47640}" dt="2020-05-31T06:38:19.351" v="11764" actId="26606"/>
          <ac:cxnSpMkLst>
            <pc:docMk/>
            <pc:sldMk cId="3431242311" sldId="278"/>
            <ac:cxnSpMk id="58" creationId="{FA92245C-961F-47D5-9691-272D28692D45}"/>
          </ac:cxnSpMkLst>
        </pc:cxnChg>
      </pc:sldChg>
      <pc:sldChg chg="addSp delSp modSp new mod setBg">
        <pc:chgData name="동혁 임" userId="879f4c796d7a5333" providerId="LiveId" clId="{0C13D58B-97DF-4565-AAEC-23B22FE47640}" dt="2020-05-31T06:39:00.175" v="11771" actId="2711"/>
        <pc:sldMkLst>
          <pc:docMk/>
          <pc:sldMk cId="621436200" sldId="279"/>
        </pc:sldMkLst>
        <pc:spChg chg="mod ord">
          <ac:chgData name="동혁 임" userId="879f4c796d7a5333" providerId="LiveId" clId="{0C13D58B-97DF-4565-AAEC-23B22FE47640}" dt="2020-05-31T06:39:00.175" v="11771" actId="2711"/>
          <ac:spMkLst>
            <pc:docMk/>
            <pc:sldMk cId="621436200" sldId="279"/>
            <ac:spMk id="2" creationId="{2062E0DC-D0C3-4D2C-BE5B-E1624AE45AF0}"/>
          </ac:spMkLst>
        </pc:spChg>
        <pc:spChg chg="del">
          <ac:chgData name="동혁 임" userId="879f4c796d7a5333" providerId="LiveId" clId="{0C13D58B-97DF-4565-AAEC-23B22FE47640}" dt="2020-05-31T06:11:24.211" v="8236" actId="931"/>
          <ac:spMkLst>
            <pc:docMk/>
            <pc:sldMk cId="621436200" sldId="279"/>
            <ac:spMk id="3" creationId="{2B20713D-773E-49BA-B6B3-A35725220E10}"/>
          </ac:spMkLst>
        </pc:spChg>
        <pc:spChg chg="mod">
          <ac:chgData name="동혁 임" userId="879f4c796d7a5333" providerId="LiveId" clId="{0C13D58B-97DF-4565-AAEC-23B22FE47640}" dt="2020-05-31T06:39:00.175" v="11771" actId="2711"/>
          <ac:spMkLst>
            <pc:docMk/>
            <pc:sldMk cId="621436200" sldId="279"/>
            <ac:spMk id="4" creationId="{B521910C-0E37-4BBE-BB9A-A3B2F3482051}"/>
          </ac:spMkLst>
        </pc:spChg>
        <pc:spChg chg="add">
          <ac:chgData name="동혁 임" userId="879f4c796d7a5333" providerId="LiveId" clId="{0C13D58B-97DF-4565-AAEC-23B22FE47640}" dt="2020-05-31T06:12:11.799" v="8547" actId="26606"/>
          <ac:spMkLst>
            <pc:docMk/>
            <pc:sldMk cId="621436200" sldId="279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5-31T06:12:11.799" v="8547" actId="26606"/>
          <ac:spMkLst>
            <pc:docMk/>
            <pc:sldMk cId="621436200" sldId="279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5-31T06:12:11.799" v="8547" actId="26606"/>
          <ac:picMkLst>
            <pc:docMk/>
            <pc:sldMk cId="621436200" sldId="279"/>
            <ac:picMk id="6" creationId="{FAB93912-7F46-46D0-BB99-A59456E66DD7}"/>
          </ac:picMkLst>
        </pc:picChg>
      </pc:sldChg>
      <pc:sldChg chg="addSp delSp modSp new mod setBg">
        <pc:chgData name="동혁 임" userId="879f4c796d7a5333" providerId="LiveId" clId="{0C13D58B-97DF-4565-AAEC-23B22FE47640}" dt="2020-05-31T06:39:12.844" v="11772" actId="2711"/>
        <pc:sldMkLst>
          <pc:docMk/>
          <pc:sldMk cId="438252838" sldId="280"/>
        </pc:sldMkLst>
        <pc:spChg chg="mod ord">
          <ac:chgData name="동혁 임" userId="879f4c796d7a5333" providerId="LiveId" clId="{0C13D58B-97DF-4565-AAEC-23B22FE47640}" dt="2020-05-31T06:39:12.844" v="11772" actId="2711"/>
          <ac:spMkLst>
            <pc:docMk/>
            <pc:sldMk cId="438252838" sldId="280"/>
            <ac:spMk id="2" creationId="{D27DD808-C94F-43BA-9F56-04FC02B0EFAE}"/>
          </ac:spMkLst>
        </pc:spChg>
        <pc:spChg chg="del">
          <ac:chgData name="동혁 임" userId="879f4c796d7a5333" providerId="LiveId" clId="{0C13D58B-97DF-4565-AAEC-23B22FE47640}" dt="2020-05-31T06:30:08.266" v="9978" actId="931"/>
          <ac:spMkLst>
            <pc:docMk/>
            <pc:sldMk cId="438252838" sldId="280"/>
            <ac:spMk id="3" creationId="{1CE71336-2A36-4CDB-8B26-281461846BA3}"/>
          </ac:spMkLst>
        </pc:spChg>
        <pc:spChg chg="mod">
          <ac:chgData name="동혁 임" userId="879f4c796d7a5333" providerId="LiveId" clId="{0C13D58B-97DF-4565-AAEC-23B22FE47640}" dt="2020-05-31T06:39:12.844" v="11772" actId="2711"/>
          <ac:spMkLst>
            <pc:docMk/>
            <pc:sldMk cId="438252838" sldId="280"/>
            <ac:spMk id="4" creationId="{D2C48510-8A8C-485D-922C-C2BDE805E441}"/>
          </ac:spMkLst>
        </pc:spChg>
        <pc:spChg chg="add">
          <ac:chgData name="동혁 임" userId="879f4c796d7a5333" providerId="LiveId" clId="{0C13D58B-97DF-4565-AAEC-23B22FE47640}" dt="2020-05-31T06:30:51.603" v="10150" actId="26606"/>
          <ac:spMkLst>
            <pc:docMk/>
            <pc:sldMk cId="438252838" sldId="280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5-31T06:30:51.603" v="10150" actId="26606"/>
          <ac:spMkLst>
            <pc:docMk/>
            <pc:sldMk cId="438252838" sldId="280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5-31T06:30:51.603" v="10150" actId="26606"/>
          <ac:picMkLst>
            <pc:docMk/>
            <pc:sldMk cId="438252838" sldId="280"/>
            <ac:picMk id="6" creationId="{FD268EE9-12D3-4A75-B2F3-19A0BCFEE8F2}"/>
          </ac:picMkLst>
        </pc:picChg>
      </pc:sldChg>
      <pc:sldChg chg="addSp delSp modSp new del mod setBg">
        <pc:chgData name="동혁 임" userId="879f4c796d7a5333" providerId="LiveId" clId="{0C13D58B-97DF-4565-AAEC-23B22FE47640}" dt="2020-05-31T06:29:32.984" v="9967" actId="47"/>
        <pc:sldMkLst>
          <pc:docMk/>
          <pc:sldMk cId="2129815174" sldId="280"/>
        </pc:sldMkLst>
        <pc:spChg chg="mod ord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2" creationId="{3B9A4BED-6639-4059-A97E-E726A8CB99A0}"/>
          </ac:spMkLst>
        </pc:spChg>
        <pc:spChg chg="del">
          <ac:chgData name="동혁 임" userId="879f4c796d7a5333" providerId="LiveId" clId="{0C13D58B-97DF-4565-AAEC-23B22FE47640}" dt="2020-05-31T06:19:14.921" v="9336" actId="931"/>
          <ac:spMkLst>
            <pc:docMk/>
            <pc:sldMk cId="2129815174" sldId="280"/>
            <ac:spMk id="3" creationId="{39E07127-8011-4570-95C3-46C9F2A7E695}"/>
          </ac:spMkLst>
        </pc:spChg>
        <pc:spChg chg="mod ord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4" creationId="{08B8A525-1EB8-4895-BCAA-403CB41A73FC}"/>
          </ac:spMkLst>
        </pc:spChg>
        <pc:spChg chg="add del mod">
          <ac:chgData name="동혁 임" userId="879f4c796d7a5333" providerId="LiveId" clId="{0C13D58B-97DF-4565-AAEC-23B22FE47640}" dt="2020-05-31T06:26:40.330" v="9804" actId="478"/>
          <ac:spMkLst>
            <pc:docMk/>
            <pc:sldMk cId="2129815174" sldId="280"/>
            <ac:spMk id="14" creationId="{79618C71-B85F-430D-8A39-6BCADD3B915D}"/>
          </ac:spMkLst>
        </pc:spChg>
        <pc:spChg chg="add del">
          <ac:chgData name="동혁 임" userId="879f4c796d7a5333" providerId="LiveId" clId="{0C13D58B-97DF-4565-AAEC-23B22FE47640}" dt="2020-05-31T06:21:06.229" v="9359" actId="26606"/>
          <ac:spMkLst>
            <pc:docMk/>
            <pc:sldMk cId="2129815174" sldId="280"/>
            <ac:spMk id="17" creationId="{CAD82CDB-5509-455C-A2AC-DBC53F85A143}"/>
          </ac:spMkLst>
        </pc:spChg>
        <pc:spChg chg="add del">
          <ac:chgData name="동혁 임" userId="879f4c796d7a5333" providerId="LiveId" clId="{0C13D58B-97DF-4565-AAEC-23B22FE47640}" dt="2020-05-31T06:21:06.229" v="9359" actId="26606"/>
          <ac:spMkLst>
            <pc:docMk/>
            <pc:sldMk cId="2129815174" sldId="280"/>
            <ac:spMk id="19" creationId="{720D4FAC-7B9A-4A4F-8E53-071522870B7B}"/>
          </ac:spMkLst>
        </pc:spChg>
        <pc:spChg chg="add del">
          <ac:chgData name="동혁 임" userId="879f4c796d7a5333" providerId="LiveId" clId="{0C13D58B-97DF-4565-AAEC-23B22FE47640}" dt="2020-05-31T06:21:06.229" v="9359" actId="26606"/>
          <ac:spMkLst>
            <pc:docMk/>
            <pc:sldMk cId="2129815174" sldId="280"/>
            <ac:spMk id="21" creationId="{EDD2A13B-608C-4BE1-AC1F-62B2DAF76BF7}"/>
          </ac:spMkLst>
        </pc:spChg>
        <pc:spChg chg="add del">
          <ac:chgData name="동혁 임" userId="879f4c796d7a5333" providerId="LiveId" clId="{0C13D58B-97DF-4565-AAEC-23B22FE47640}" dt="2020-05-31T06:21:06.229" v="9359" actId="26606"/>
          <ac:spMkLst>
            <pc:docMk/>
            <pc:sldMk cId="2129815174" sldId="280"/>
            <ac:spMk id="23" creationId="{977038ED-F717-467A-8D75-D8441BB92668}"/>
          </ac:spMkLst>
        </pc:spChg>
        <pc:spChg chg="add del">
          <ac:chgData name="동혁 임" userId="879f4c796d7a5333" providerId="LiveId" clId="{0C13D58B-97DF-4565-AAEC-23B22FE47640}" dt="2020-05-31T06:21:04.245" v="9354" actId="26606"/>
          <ac:spMkLst>
            <pc:docMk/>
            <pc:sldMk cId="2129815174" sldId="280"/>
            <ac:spMk id="28" creationId="{BF6F502E-FBAA-4A3C-9FE0-FD7FCD193708}"/>
          </ac:spMkLst>
        </pc:spChg>
        <pc:spChg chg="add del">
          <ac:chgData name="동혁 임" userId="879f4c796d7a5333" providerId="LiveId" clId="{0C13D58B-97DF-4565-AAEC-23B22FE47640}" dt="2020-05-31T06:21:04.245" v="9354" actId="26606"/>
          <ac:spMkLst>
            <pc:docMk/>
            <pc:sldMk cId="2129815174" sldId="280"/>
            <ac:spMk id="30" creationId="{6C7505F3-6E30-4B80-A6A3-5B0207A60A95}"/>
          </ac:spMkLst>
        </pc:spChg>
        <pc:spChg chg="add del">
          <ac:chgData name="동혁 임" userId="879f4c796d7a5333" providerId="LiveId" clId="{0C13D58B-97DF-4565-AAEC-23B22FE47640}" dt="2020-05-31T06:21:04.245" v="9354" actId="26606"/>
          <ac:spMkLst>
            <pc:docMk/>
            <pc:sldMk cId="2129815174" sldId="280"/>
            <ac:spMk id="32" creationId="{25EDC54A-5713-43C3-9F24-F04707659765}"/>
          </ac:spMkLst>
        </pc:spChg>
        <pc:spChg chg="add del">
          <ac:chgData name="동혁 임" userId="879f4c796d7a5333" providerId="LiveId" clId="{0C13D58B-97DF-4565-AAEC-23B22FE47640}" dt="2020-05-31T06:21:04.245" v="9354" actId="26606"/>
          <ac:spMkLst>
            <pc:docMk/>
            <pc:sldMk cId="2129815174" sldId="280"/>
            <ac:spMk id="34" creationId="{EFA5E274-4016-4AF0-9065-E3733EFDAD13}"/>
          </ac:spMkLst>
        </pc:spChg>
        <pc:spChg chg="add del">
          <ac:chgData name="동혁 임" userId="879f4c796d7a5333" providerId="LiveId" clId="{0C13D58B-97DF-4565-AAEC-23B22FE47640}" dt="2020-05-31T06:21:04.245" v="9354" actId="26606"/>
          <ac:spMkLst>
            <pc:docMk/>
            <pc:sldMk cId="2129815174" sldId="280"/>
            <ac:spMk id="36" creationId="{F5BBFF01-FDFE-4112-8AF2-6A174469E6C3}"/>
          </ac:spMkLst>
        </pc:spChg>
        <pc:spChg chg="add del">
          <ac:chgData name="동혁 임" userId="879f4c796d7a5333" providerId="LiveId" clId="{0C13D58B-97DF-4565-AAEC-23B22FE47640}" dt="2020-05-31T06:21:04.245" v="9354" actId="26606"/>
          <ac:spMkLst>
            <pc:docMk/>
            <pc:sldMk cId="2129815174" sldId="280"/>
            <ac:spMk id="38" creationId="{21BD9E9B-489D-4B94-B3D1-5D6CDACEF0D9}"/>
          </ac:spMkLst>
        </pc:spChg>
        <pc:spChg chg="add del">
          <ac:chgData name="동혁 임" userId="879f4c796d7a5333" providerId="LiveId" clId="{0C13D58B-97DF-4565-AAEC-23B22FE47640}" dt="2020-05-31T06:21:04.245" v="9354" actId="26606"/>
          <ac:spMkLst>
            <pc:docMk/>
            <pc:sldMk cId="2129815174" sldId="280"/>
            <ac:spMk id="40" creationId="{E7CAB2F0-6C64-430E-A8AC-8E9F3EBA9343}"/>
          </ac:spMkLst>
        </pc:spChg>
        <pc:spChg chg="add del">
          <ac:chgData name="동혁 임" userId="879f4c796d7a5333" providerId="LiveId" clId="{0C13D58B-97DF-4565-AAEC-23B22FE47640}" dt="2020-05-31T06:21:05.511" v="9356" actId="26606"/>
          <ac:spMkLst>
            <pc:docMk/>
            <pc:sldMk cId="2129815174" sldId="280"/>
            <ac:spMk id="42" creationId="{E142508D-DCB4-49FC-885E-2CF85330EC61}"/>
          </ac:spMkLst>
        </pc:spChg>
        <pc:spChg chg="add del">
          <ac:chgData name="동혁 임" userId="879f4c796d7a5333" providerId="LiveId" clId="{0C13D58B-97DF-4565-AAEC-23B22FE47640}" dt="2020-05-31T06:21:05.511" v="9356" actId="26606"/>
          <ac:spMkLst>
            <pc:docMk/>
            <pc:sldMk cId="2129815174" sldId="280"/>
            <ac:spMk id="43" creationId="{2791DBF5-3FCA-4011-AF8A-650D650F9F64}"/>
          </ac:spMkLst>
        </pc:spChg>
        <pc:spChg chg="add del">
          <ac:chgData name="동혁 임" userId="879f4c796d7a5333" providerId="LiveId" clId="{0C13D58B-97DF-4565-AAEC-23B22FE47640}" dt="2020-05-31T06:21:05.511" v="9356" actId="26606"/>
          <ac:spMkLst>
            <pc:docMk/>
            <pc:sldMk cId="2129815174" sldId="280"/>
            <ac:spMk id="44" creationId="{D964C04B-075F-470A-BC51-AF7231465411}"/>
          </ac:spMkLst>
        </pc:spChg>
        <pc:spChg chg="add del">
          <ac:chgData name="동혁 임" userId="879f4c796d7a5333" providerId="LiveId" clId="{0C13D58B-97DF-4565-AAEC-23B22FE47640}" dt="2020-05-31T06:21:05.511" v="9356" actId="26606"/>
          <ac:spMkLst>
            <pc:docMk/>
            <pc:sldMk cId="2129815174" sldId="280"/>
            <ac:spMk id="45" creationId="{157AB58F-FDBA-4575-9E72-86B7F843FD96}"/>
          </ac:spMkLst>
        </pc:spChg>
        <pc:spChg chg="add del">
          <ac:chgData name="동혁 임" userId="879f4c796d7a5333" providerId="LiveId" clId="{0C13D58B-97DF-4565-AAEC-23B22FE47640}" dt="2020-05-31T06:21:05.511" v="9356" actId="26606"/>
          <ac:spMkLst>
            <pc:docMk/>
            <pc:sldMk cId="2129815174" sldId="280"/>
            <ac:spMk id="46" creationId="{90D78486-07CC-4AFC-93CC-B95A73D03DA8}"/>
          </ac:spMkLst>
        </pc:spChg>
        <pc:spChg chg="add del">
          <ac:chgData name="동혁 임" userId="879f4c796d7a5333" providerId="LiveId" clId="{0C13D58B-97DF-4565-AAEC-23B22FE47640}" dt="2020-05-31T06:21:06.220" v="9358" actId="26606"/>
          <ac:spMkLst>
            <pc:docMk/>
            <pc:sldMk cId="2129815174" sldId="280"/>
            <ac:spMk id="48" creationId="{9425D4AB-CD98-4DD6-9398-3C8961DE032F}"/>
          </ac:spMkLst>
        </pc:spChg>
        <pc:spChg chg="add del">
          <ac:chgData name="동혁 임" userId="879f4c796d7a5333" providerId="LiveId" clId="{0C13D58B-97DF-4565-AAEC-23B22FE47640}" dt="2020-05-31T06:21:06.220" v="9358" actId="26606"/>
          <ac:spMkLst>
            <pc:docMk/>
            <pc:sldMk cId="2129815174" sldId="280"/>
            <ac:spMk id="50" creationId="{D8B47C9F-A960-4902-8507-38F18DD3D00E}"/>
          </ac:spMkLst>
        </pc:spChg>
        <pc:spChg chg="add del">
          <ac:chgData name="동혁 임" userId="879f4c796d7a5333" providerId="LiveId" clId="{0C13D58B-97DF-4565-AAEC-23B22FE47640}" dt="2020-05-31T06:21:06.220" v="9358" actId="26606"/>
          <ac:spMkLst>
            <pc:docMk/>
            <pc:sldMk cId="2129815174" sldId="280"/>
            <ac:spMk id="51" creationId="{D4E15E95-445D-4A45-BC1E-8468CE17050B}"/>
          </ac:spMkLst>
        </pc:spChg>
        <pc:spChg chg="add del">
          <ac:chgData name="동혁 임" userId="879f4c796d7a5333" providerId="LiveId" clId="{0C13D58B-97DF-4565-AAEC-23B22FE47640}" dt="2020-05-31T06:21:06.220" v="9358" actId="26606"/>
          <ac:spMkLst>
            <pc:docMk/>
            <pc:sldMk cId="2129815174" sldId="280"/>
            <ac:spMk id="52" creationId="{133B9781-B73C-44F8-97CB-D1807A63BB41}"/>
          </ac:spMkLst>
        </pc:spChg>
        <pc:spChg chg="add del">
          <ac:chgData name="동혁 임" userId="879f4c796d7a5333" providerId="LiveId" clId="{0C13D58B-97DF-4565-AAEC-23B22FE47640}" dt="2020-05-31T06:21:06.220" v="9358" actId="26606"/>
          <ac:spMkLst>
            <pc:docMk/>
            <pc:sldMk cId="2129815174" sldId="280"/>
            <ac:spMk id="53" creationId="{1FCEDCAD-7B1A-4AE2-818E-D93A48758C20}"/>
          </ac:spMkLst>
        </pc:spChg>
        <pc:spChg chg="add del">
          <ac:chgData name="동혁 임" userId="879f4c796d7a5333" providerId="LiveId" clId="{0C13D58B-97DF-4565-AAEC-23B22FE47640}" dt="2020-05-31T06:22:21.237" v="9411" actId="26606"/>
          <ac:spMkLst>
            <pc:docMk/>
            <pc:sldMk cId="2129815174" sldId="280"/>
            <ac:spMk id="55" creationId="{A3C210E6-A35A-4F68-8D60-801A019C75B8}"/>
          </ac:spMkLst>
        </pc:spChg>
        <pc:spChg chg="add del">
          <ac:chgData name="동혁 임" userId="879f4c796d7a5333" providerId="LiveId" clId="{0C13D58B-97DF-4565-AAEC-23B22FE47640}" dt="2020-05-31T06:22:21.237" v="9411" actId="26606"/>
          <ac:spMkLst>
            <pc:docMk/>
            <pc:sldMk cId="2129815174" sldId="280"/>
            <ac:spMk id="56" creationId="{AC0D06B0-F19C-459E-B221-A34B506FB5E3}"/>
          </ac:spMkLst>
        </pc:spChg>
        <pc:spChg chg="add del">
          <ac:chgData name="동혁 임" userId="879f4c796d7a5333" providerId="LiveId" clId="{0C13D58B-97DF-4565-AAEC-23B22FE47640}" dt="2020-05-31T06:22:21.237" v="9411" actId="26606"/>
          <ac:spMkLst>
            <pc:docMk/>
            <pc:sldMk cId="2129815174" sldId="280"/>
            <ac:spMk id="57" creationId="{345B26DA-1C6B-4C66-81C9-9C1877FC2DB1}"/>
          </ac:spMkLst>
        </pc:spChg>
        <pc:spChg chg="add del">
          <ac:chgData name="동혁 임" userId="879f4c796d7a5333" providerId="LiveId" clId="{0C13D58B-97DF-4565-AAEC-23B22FE47640}" dt="2020-05-31T06:22:21.237" v="9411" actId="26606"/>
          <ac:spMkLst>
            <pc:docMk/>
            <pc:sldMk cId="2129815174" sldId="280"/>
            <ac:spMk id="58" creationId="{98DE6C44-43F8-4DE4-AB81-66853FFEA09A}"/>
          </ac:spMkLst>
        </pc:spChg>
        <pc:spChg chg="add del">
          <ac:chgData name="동혁 임" userId="879f4c796d7a5333" providerId="LiveId" clId="{0C13D58B-97DF-4565-AAEC-23B22FE47640}" dt="2020-05-31T06:22:21.237" v="9411" actId="26606"/>
          <ac:spMkLst>
            <pc:docMk/>
            <pc:sldMk cId="2129815174" sldId="280"/>
            <ac:spMk id="59" creationId="{2409529B-9B56-4F10-BE4D-F934DB89E57E}"/>
          </ac:spMkLst>
        </pc:spChg>
        <pc:spChg chg="add del">
          <ac:chgData name="동혁 임" userId="879f4c796d7a5333" providerId="LiveId" clId="{0C13D58B-97DF-4565-AAEC-23B22FE47640}" dt="2020-05-31T06:21:40.062" v="9396" actId="26606"/>
          <ac:spMkLst>
            <pc:docMk/>
            <pc:sldMk cId="2129815174" sldId="280"/>
            <ac:spMk id="64" creationId="{A3C210E6-A35A-4F68-8D60-801A019C75B8}"/>
          </ac:spMkLst>
        </pc:spChg>
        <pc:spChg chg="add del">
          <ac:chgData name="동혁 임" userId="879f4c796d7a5333" providerId="LiveId" clId="{0C13D58B-97DF-4565-AAEC-23B22FE47640}" dt="2020-05-31T06:21:40.062" v="9396" actId="26606"/>
          <ac:spMkLst>
            <pc:docMk/>
            <pc:sldMk cId="2129815174" sldId="280"/>
            <ac:spMk id="66" creationId="{AC0D06B0-F19C-459E-B221-A34B506FB5E3}"/>
          </ac:spMkLst>
        </pc:spChg>
        <pc:spChg chg="add del">
          <ac:chgData name="동혁 임" userId="879f4c796d7a5333" providerId="LiveId" clId="{0C13D58B-97DF-4565-AAEC-23B22FE47640}" dt="2020-05-31T06:21:40.062" v="9396" actId="26606"/>
          <ac:spMkLst>
            <pc:docMk/>
            <pc:sldMk cId="2129815174" sldId="280"/>
            <ac:spMk id="68" creationId="{345B26DA-1C6B-4C66-81C9-9C1877FC2DB1}"/>
          </ac:spMkLst>
        </pc:spChg>
        <pc:spChg chg="add del">
          <ac:chgData name="동혁 임" userId="879f4c796d7a5333" providerId="LiveId" clId="{0C13D58B-97DF-4565-AAEC-23B22FE47640}" dt="2020-05-31T06:21:40.062" v="9396" actId="26606"/>
          <ac:spMkLst>
            <pc:docMk/>
            <pc:sldMk cId="2129815174" sldId="280"/>
            <ac:spMk id="70" creationId="{98DE6C44-43F8-4DE4-AB81-66853FFEA09A}"/>
          </ac:spMkLst>
        </pc:spChg>
        <pc:spChg chg="add del">
          <ac:chgData name="동혁 임" userId="879f4c796d7a5333" providerId="LiveId" clId="{0C13D58B-97DF-4565-AAEC-23B22FE47640}" dt="2020-05-31T06:21:40.062" v="9396" actId="26606"/>
          <ac:spMkLst>
            <pc:docMk/>
            <pc:sldMk cId="2129815174" sldId="280"/>
            <ac:spMk id="72" creationId="{2409529B-9B56-4F10-BE4D-F934DB89E57E}"/>
          </ac:spMkLst>
        </pc:spChg>
        <pc:spChg chg="add del">
          <ac:chgData name="동혁 임" userId="879f4c796d7a5333" providerId="LiveId" clId="{0C13D58B-97DF-4565-AAEC-23B22FE47640}" dt="2020-05-31T06:21:42.244" v="9398" actId="26606"/>
          <ac:spMkLst>
            <pc:docMk/>
            <pc:sldMk cId="2129815174" sldId="280"/>
            <ac:spMk id="74" creationId="{3C3E5D51-F8E7-4DCA-AAE7-E43895B7DF65}"/>
          </ac:spMkLst>
        </pc:spChg>
        <pc:spChg chg="add del">
          <ac:chgData name="동혁 임" userId="879f4c796d7a5333" providerId="LiveId" clId="{0C13D58B-97DF-4565-AAEC-23B22FE47640}" dt="2020-05-31T06:21:42.244" v="9398" actId="26606"/>
          <ac:spMkLst>
            <pc:docMk/>
            <pc:sldMk cId="2129815174" sldId="280"/>
            <ac:spMk id="75" creationId="{95C8260E-968F-44E8-A823-ABB431311926}"/>
          </ac:spMkLst>
        </pc:spChg>
        <pc:spChg chg="add del">
          <ac:chgData name="동혁 임" userId="879f4c796d7a5333" providerId="LiveId" clId="{0C13D58B-97DF-4565-AAEC-23B22FE47640}" dt="2020-05-31T06:21:42.244" v="9398" actId="26606"/>
          <ac:spMkLst>
            <pc:docMk/>
            <pc:sldMk cId="2129815174" sldId="280"/>
            <ac:spMk id="76" creationId="{2C1BBA94-3F40-40AA-8BB9-E69E25E537C1}"/>
          </ac:spMkLst>
        </pc:spChg>
        <pc:spChg chg="add del">
          <ac:chgData name="동혁 임" userId="879f4c796d7a5333" providerId="LiveId" clId="{0C13D58B-97DF-4565-AAEC-23B22FE47640}" dt="2020-05-31T06:21:42.244" v="9398" actId="26606"/>
          <ac:spMkLst>
            <pc:docMk/>
            <pc:sldMk cId="2129815174" sldId="280"/>
            <ac:spMk id="77" creationId="{FE43805F-24A6-46A4-B19B-54F28347355C}"/>
          </ac:spMkLst>
        </pc:spChg>
        <pc:spChg chg="add del">
          <ac:chgData name="동혁 임" userId="879f4c796d7a5333" providerId="LiveId" clId="{0C13D58B-97DF-4565-AAEC-23B22FE47640}" dt="2020-05-31T06:21:57.810" v="9400" actId="26606"/>
          <ac:spMkLst>
            <pc:docMk/>
            <pc:sldMk cId="2129815174" sldId="280"/>
            <ac:spMk id="79" creationId="{1F691266-8B81-4936-9103-A68752582C5B}"/>
          </ac:spMkLst>
        </pc:spChg>
        <pc:spChg chg="add del">
          <ac:chgData name="동혁 임" userId="879f4c796d7a5333" providerId="LiveId" clId="{0C13D58B-97DF-4565-AAEC-23B22FE47640}" dt="2020-05-31T06:21:57.810" v="9400" actId="26606"/>
          <ac:spMkLst>
            <pc:docMk/>
            <pc:sldMk cId="2129815174" sldId="280"/>
            <ac:spMk id="81" creationId="{15F178A7-88BD-49D7-8A7B-D963C38697DF}"/>
          </ac:spMkLst>
        </pc:spChg>
        <pc:spChg chg="add del">
          <ac:chgData name="동혁 임" userId="879f4c796d7a5333" providerId="LiveId" clId="{0C13D58B-97DF-4565-AAEC-23B22FE47640}" dt="2020-05-31T06:21:57.810" v="9400" actId="26606"/>
          <ac:spMkLst>
            <pc:docMk/>
            <pc:sldMk cId="2129815174" sldId="280"/>
            <ac:spMk id="82" creationId="{0EAEBEC8-3A00-4361-960D-F3FF6AC7D64E}"/>
          </ac:spMkLst>
        </pc:spChg>
        <pc:spChg chg="add del">
          <ac:chgData name="동혁 임" userId="879f4c796d7a5333" providerId="LiveId" clId="{0C13D58B-97DF-4565-AAEC-23B22FE47640}" dt="2020-05-31T06:21:58.772" v="9402" actId="26606"/>
          <ac:spMkLst>
            <pc:docMk/>
            <pc:sldMk cId="2129815174" sldId="280"/>
            <ac:spMk id="91" creationId="{618011DF-B8A0-484F-9FE9-64B35735F613}"/>
          </ac:spMkLst>
        </pc:spChg>
        <pc:spChg chg="add del">
          <ac:chgData name="동혁 임" userId="879f4c796d7a5333" providerId="LiveId" clId="{0C13D58B-97DF-4565-AAEC-23B22FE47640}" dt="2020-05-31T06:21:58.772" v="9402" actId="26606"/>
          <ac:spMkLst>
            <pc:docMk/>
            <pc:sldMk cId="2129815174" sldId="280"/>
            <ac:spMk id="92" creationId="{D9F5512A-48E1-4C07-B75E-3CCC517B6804}"/>
          </ac:spMkLst>
        </pc:spChg>
        <pc:spChg chg="add del">
          <ac:chgData name="동혁 임" userId="879f4c796d7a5333" providerId="LiveId" clId="{0C13D58B-97DF-4565-AAEC-23B22FE47640}" dt="2020-05-31T06:21:58.772" v="9402" actId="26606"/>
          <ac:spMkLst>
            <pc:docMk/>
            <pc:sldMk cId="2129815174" sldId="280"/>
            <ac:spMk id="93" creationId="{3CD1EA40-7116-4FCB-9369-70F29FAA91EC}"/>
          </ac:spMkLst>
        </pc:spChg>
        <pc:spChg chg="add del">
          <ac:chgData name="동혁 임" userId="879f4c796d7a5333" providerId="LiveId" clId="{0C13D58B-97DF-4565-AAEC-23B22FE47640}" dt="2020-05-31T06:21:58.772" v="9402" actId="26606"/>
          <ac:spMkLst>
            <pc:docMk/>
            <pc:sldMk cId="2129815174" sldId="280"/>
            <ac:spMk id="94" creationId="{A5271697-90F1-4A23-8EF2-0179F2EAFACB}"/>
          </ac:spMkLst>
        </pc:spChg>
        <pc:spChg chg="add del">
          <ac:chgData name="동혁 임" userId="879f4c796d7a5333" providerId="LiveId" clId="{0C13D58B-97DF-4565-AAEC-23B22FE47640}" dt="2020-05-31T06:24:43.900" v="9431" actId="26606"/>
          <ac:spMkLst>
            <pc:docMk/>
            <pc:sldMk cId="2129815174" sldId="280"/>
            <ac:spMk id="97" creationId="{AC0D06B0-F19C-459E-B221-A34B506FB5E3}"/>
          </ac:spMkLst>
        </pc:spChg>
        <pc:spChg chg="add del">
          <ac:chgData name="동혁 임" userId="879f4c796d7a5333" providerId="LiveId" clId="{0C13D58B-97DF-4565-AAEC-23B22FE47640}" dt="2020-05-31T06:24:43.900" v="9431" actId="26606"/>
          <ac:spMkLst>
            <pc:docMk/>
            <pc:sldMk cId="2129815174" sldId="280"/>
            <ac:spMk id="99" creationId="{345B26DA-1C6B-4C66-81C9-9C1877FC2DB1}"/>
          </ac:spMkLst>
        </pc:spChg>
        <pc:spChg chg="add del">
          <ac:chgData name="동혁 임" userId="879f4c796d7a5333" providerId="LiveId" clId="{0C13D58B-97DF-4565-AAEC-23B22FE47640}" dt="2020-05-31T06:24:43.900" v="9431" actId="26606"/>
          <ac:spMkLst>
            <pc:docMk/>
            <pc:sldMk cId="2129815174" sldId="280"/>
            <ac:spMk id="101" creationId="{98DE6C44-43F8-4DE4-AB81-66853FFEA09A}"/>
          </ac:spMkLst>
        </pc:spChg>
        <pc:spChg chg="add del">
          <ac:chgData name="동혁 임" userId="879f4c796d7a5333" providerId="LiveId" clId="{0C13D58B-97DF-4565-AAEC-23B22FE47640}" dt="2020-05-31T06:24:43.900" v="9431" actId="26606"/>
          <ac:spMkLst>
            <pc:docMk/>
            <pc:sldMk cId="2129815174" sldId="280"/>
            <ac:spMk id="103" creationId="{2409529B-9B56-4F10-BE4D-F934DB89E57E}"/>
          </ac:spMkLst>
        </pc:spChg>
        <pc:spChg chg="add del">
          <ac:chgData name="동혁 임" userId="879f4c796d7a5333" providerId="LiveId" clId="{0C13D58B-97DF-4565-AAEC-23B22FE47640}" dt="2020-05-31T06:21:59.117" v="9404" actId="26606"/>
          <ac:spMkLst>
            <pc:docMk/>
            <pc:sldMk cId="2129815174" sldId="280"/>
            <ac:spMk id="106" creationId="{913AE63C-D5B4-45D1-ACFC-648CFFCF9805}"/>
          </ac:spMkLst>
        </pc:spChg>
        <pc:spChg chg="add del">
          <ac:chgData name="동혁 임" userId="879f4c796d7a5333" providerId="LiveId" clId="{0C13D58B-97DF-4565-AAEC-23B22FE47640}" dt="2020-05-31T06:25:14.752" v="9469" actId="26606"/>
          <ac:spMkLst>
            <pc:docMk/>
            <pc:sldMk cId="2129815174" sldId="280"/>
            <ac:spMk id="112" creationId="{76024B02-E9DE-461A-8C2D-5D6D34764034}"/>
          </ac:spMkLst>
        </pc:spChg>
        <pc:spChg chg="add del">
          <ac:chgData name="동혁 임" userId="879f4c796d7a5333" providerId="LiveId" clId="{0C13D58B-97DF-4565-AAEC-23B22FE47640}" dt="2020-05-31T06:25:14.752" v="9469" actId="26606"/>
          <ac:spMkLst>
            <pc:docMk/>
            <pc:sldMk cId="2129815174" sldId="280"/>
            <ac:spMk id="114" creationId="{57AF882C-175B-49BE-9BF5-D081F17D2564}"/>
          </ac:spMkLst>
        </pc:spChg>
        <pc:spChg chg="add del">
          <ac:chgData name="동혁 임" userId="879f4c796d7a5333" providerId="LiveId" clId="{0C13D58B-97DF-4565-AAEC-23B22FE47640}" dt="2020-05-31T06:25:14.752" v="9469" actId="26606"/>
          <ac:spMkLst>
            <pc:docMk/>
            <pc:sldMk cId="2129815174" sldId="280"/>
            <ac:spMk id="116" creationId="{A3090662-CAD4-4A54-9F26-DF4753B5E7C1}"/>
          </ac:spMkLst>
        </pc:spChg>
        <pc:spChg chg="add del">
          <ac:chgData name="동혁 임" userId="879f4c796d7a5333" providerId="LiveId" clId="{0C13D58B-97DF-4565-AAEC-23B22FE47640}" dt="2020-05-31T06:26:27.353" v="9756" actId="26606"/>
          <ac:spMkLst>
            <pc:docMk/>
            <pc:sldMk cId="2129815174" sldId="280"/>
            <ac:spMk id="117" creationId="{4E98B8B0-573C-43DD-85FE-31433D57070C}"/>
          </ac:spMkLst>
        </pc:spChg>
        <pc:spChg chg="add del">
          <ac:chgData name="동혁 임" userId="879f4c796d7a5333" providerId="LiveId" clId="{0C13D58B-97DF-4565-AAEC-23B22FE47640}" dt="2020-05-31T06:22:00.025" v="9406" actId="26606"/>
          <ac:spMkLst>
            <pc:docMk/>
            <pc:sldMk cId="2129815174" sldId="280"/>
            <ac:spMk id="118" creationId="{913AE63C-D5B4-45D1-ACFC-648CFFCF9805}"/>
          </ac:spMkLst>
        </pc:spChg>
        <pc:spChg chg="add del">
          <ac:chgData name="동혁 임" userId="879f4c796d7a5333" providerId="LiveId" clId="{0C13D58B-97DF-4565-AAEC-23B22FE47640}" dt="2020-05-31T06:26:27.353" v="9756" actId="26606"/>
          <ac:spMkLst>
            <pc:docMk/>
            <pc:sldMk cId="2129815174" sldId="280"/>
            <ac:spMk id="121" creationId="{2568BC19-F052-4108-93E1-6A3D1DEC072F}"/>
          </ac:spMkLst>
        </pc:spChg>
        <pc:spChg chg="add del">
          <ac:chgData name="동혁 임" userId="879f4c796d7a5333" providerId="LiveId" clId="{0C13D58B-97DF-4565-AAEC-23B22FE47640}" dt="2020-05-31T06:26:27.353" v="9756" actId="26606"/>
          <ac:spMkLst>
            <pc:docMk/>
            <pc:sldMk cId="2129815174" sldId="280"/>
            <ac:spMk id="123" creationId="{D5FD337D-4D6B-4C8B-B6F5-121097E09881}"/>
          </ac:spMkLst>
        </pc:spChg>
        <pc:spChg chg="add del">
          <ac:chgData name="동혁 임" userId="879f4c796d7a5333" providerId="LiveId" clId="{0C13D58B-97DF-4565-AAEC-23B22FE47640}" dt="2020-05-31T06:22:07.650" v="9408" actId="26606"/>
          <ac:spMkLst>
            <pc:docMk/>
            <pc:sldMk cId="2129815174" sldId="280"/>
            <ac:spMk id="131" creationId="{913AE63C-D5B4-45D1-ACFC-648CFFCF9805}"/>
          </ac:spMkLst>
        </pc:spChg>
        <pc:spChg chg="add del">
          <ac:chgData name="동혁 임" userId="879f4c796d7a5333" providerId="LiveId" clId="{0C13D58B-97DF-4565-AAEC-23B22FE47640}" dt="2020-05-31T06:22:21.230" v="9410" actId="26606"/>
          <ac:spMkLst>
            <pc:docMk/>
            <pc:sldMk cId="2129815174" sldId="280"/>
            <ac:spMk id="144" creationId="{3ED033C5-F39C-47F6-971A-12B88BE527C5}"/>
          </ac:spMkLst>
        </pc:spChg>
        <pc:spChg chg="add del">
          <ac:chgData name="동혁 임" userId="879f4c796d7a5333" providerId="LiveId" clId="{0C13D58B-97DF-4565-AAEC-23B22FE47640}" dt="2020-05-31T06:22:21.230" v="9410" actId="26606"/>
          <ac:spMkLst>
            <pc:docMk/>
            <pc:sldMk cId="2129815174" sldId="280"/>
            <ac:spMk id="145" creationId="{215E41C0-D3AB-4091-A964-987A64A866D0}"/>
          </ac:spMkLst>
        </pc:spChg>
        <pc:spChg chg="add del">
          <ac:chgData name="동혁 임" userId="879f4c796d7a5333" providerId="LiveId" clId="{0C13D58B-97DF-4565-AAEC-23B22FE47640}" dt="2020-05-31T06:22:21.230" v="9410" actId="26606"/>
          <ac:spMkLst>
            <pc:docMk/>
            <pc:sldMk cId="2129815174" sldId="280"/>
            <ac:spMk id="147" creationId="{FEC2F809-C86B-49E4-8F2B-655D66B8E39F}"/>
          </ac:spMkLst>
        </pc:spChg>
        <pc:spChg chg="add del">
          <ac:chgData name="동혁 임" userId="879f4c796d7a5333" providerId="LiveId" clId="{0C13D58B-97DF-4565-AAEC-23B22FE47640}" dt="2020-05-31T06:22:21.230" v="9410" actId="26606"/>
          <ac:spMkLst>
            <pc:docMk/>
            <pc:sldMk cId="2129815174" sldId="280"/>
            <ac:spMk id="148" creationId="{1112AD09-B2A2-4687-9A99-D4376F041E8B}"/>
          </ac:spMkLst>
        </pc:spChg>
        <pc:spChg chg="add del">
          <ac:chgData name="동혁 임" userId="879f4c796d7a5333" providerId="LiveId" clId="{0C13D58B-97DF-4565-AAEC-23B22FE47640}" dt="2020-05-31T06:24:28.064" v="9420" actId="26606"/>
          <ac:spMkLst>
            <pc:docMk/>
            <pc:sldMk cId="2129815174" sldId="280"/>
            <ac:spMk id="150" creationId="{A3C210E6-A35A-4F68-8D60-801A019C75B8}"/>
          </ac:spMkLst>
        </pc:spChg>
        <pc:spChg chg="add del">
          <ac:chgData name="동혁 임" userId="879f4c796d7a5333" providerId="LiveId" clId="{0C13D58B-97DF-4565-AAEC-23B22FE47640}" dt="2020-05-31T06:24:28.064" v="9420" actId="26606"/>
          <ac:spMkLst>
            <pc:docMk/>
            <pc:sldMk cId="2129815174" sldId="280"/>
            <ac:spMk id="151" creationId="{AC0D06B0-F19C-459E-B221-A34B506FB5E3}"/>
          </ac:spMkLst>
        </pc:spChg>
        <pc:spChg chg="add del">
          <ac:chgData name="동혁 임" userId="879f4c796d7a5333" providerId="LiveId" clId="{0C13D58B-97DF-4565-AAEC-23B22FE47640}" dt="2020-05-31T06:24:28.064" v="9420" actId="26606"/>
          <ac:spMkLst>
            <pc:docMk/>
            <pc:sldMk cId="2129815174" sldId="280"/>
            <ac:spMk id="152" creationId="{345B26DA-1C6B-4C66-81C9-9C1877FC2DB1}"/>
          </ac:spMkLst>
        </pc:spChg>
        <pc:spChg chg="add del">
          <ac:chgData name="동혁 임" userId="879f4c796d7a5333" providerId="LiveId" clId="{0C13D58B-97DF-4565-AAEC-23B22FE47640}" dt="2020-05-31T06:24:28.064" v="9420" actId="26606"/>
          <ac:spMkLst>
            <pc:docMk/>
            <pc:sldMk cId="2129815174" sldId="280"/>
            <ac:spMk id="153" creationId="{98DE6C44-43F8-4DE4-AB81-66853FFEA09A}"/>
          </ac:spMkLst>
        </pc:spChg>
        <pc:spChg chg="add del">
          <ac:chgData name="동혁 임" userId="879f4c796d7a5333" providerId="LiveId" clId="{0C13D58B-97DF-4565-AAEC-23B22FE47640}" dt="2020-05-31T06:24:28.064" v="9420" actId="26606"/>
          <ac:spMkLst>
            <pc:docMk/>
            <pc:sldMk cId="2129815174" sldId="280"/>
            <ac:spMk id="154" creationId="{2409529B-9B56-4F10-BE4D-F934DB89E57E}"/>
          </ac:spMkLst>
        </pc:spChg>
        <pc:spChg chg="add del">
          <ac:chgData name="동혁 임" userId="879f4c796d7a5333" providerId="LiveId" clId="{0C13D58B-97DF-4565-AAEC-23B22FE47640}" dt="2020-05-31T06:24:43.900" v="9431" actId="26606"/>
          <ac:spMkLst>
            <pc:docMk/>
            <pc:sldMk cId="2129815174" sldId="280"/>
            <ac:spMk id="156" creationId="{A3C210E6-A35A-4F68-8D60-801A019C75B8}"/>
          </ac:spMkLst>
        </pc:spChg>
        <pc:spChg chg="add del">
          <ac:chgData name="동혁 임" userId="879f4c796d7a5333" providerId="LiveId" clId="{0C13D58B-97DF-4565-AAEC-23B22FE47640}" dt="2020-05-31T06:24:43.893" v="9430" actId="26606"/>
          <ac:spMkLst>
            <pc:docMk/>
            <pc:sldMk cId="2129815174" sldId="280"/>
            <ac:spMk id="161" creationId="{4E98B8B0-573C-43DD-85FE-31433D57070C}"/>
          </ac:spMkLst>
        </pc:spChg>
        <pc:spChg chg="add del">
          <ac:chgData name="동혁 임" userId="879f4c796d7a5333" providerId="LiveId" clId="{0C13D58B-97DF-4565-AAEC-23B22FE47640}" dt="2020-05-31T06:24:43.893" v="9430" actId="26606"/>
          <ac:spMkLst>
            <pc:docMk/>
            <pc:sldMk cId="2129815174" sldId="280"/>
            <ac:spMk id="163" creationId="{0ADDB668-2CA4-4D2B-9C34-3487CA330BA8}"/>
          </ac:spMkLst>
        </pc:spChg>
        <pc:spChg chg="add del">
          <ac:chgData name="동혁 임" userId="879f4c796d7a5333" providerId="LiveId" clId="{0C13D58B-97DF-4565-AAEC-23B22FE47640}" dt="2020-05-31T06:24:43.893" v="9430" actId="26606"/>
          <ac:spMkLst>
            <pc:docMk/>
            <pc:sldMk cId="2129815174" sldId="280"/>
            <ac:spMk id="165" creationId="{2568BC19-F052-4108-93E1-6A3D1DEC072F}"/>
          </ac:spMkLst>
        </pc:spChg>
        <pc:spChg chg="add del">
          <ac:chgData name="동혁 임" userId="879f4c796d7a5333" providerId="LiveId" clId="{0C13D58B-97DF-4565-AAEC-23B22FE47640}" dt="2020-05-31T06:24:43.893" v="9430" actId="26606"/>
          <ac:spMkLst>
            <pc:docMk/>
            <pc:sldMk cId="2129815174" sldId="280"/>
            <ac:spMk id="167" creationId="{D5FD337D-4D6B-4C8B-B6F5-121097E09881}"/>
          </ac:spMkLst>
        </pc:spChg>
        <pc:spChg chg="add del">
          <ac:chgData name="동혁 임" userId="879f4c796d7a5333" providerId="LiveId" clId="{0C13D58B-97DF-4565-AAEC-23B22FE47640}" dt="2020-05-31T06:25:21.139" v="9477" actId="26606"/>
          <ac:spMkLst>
            <pc:docMk/>
            <pc:sldMk cId="2129815174" sldId="280"/>
            <ac:spMk id="169" creationId="{76024B02-E9DE-461A-8C2D-5D6D34764034}"/>
          </ac:spMkLst>
        </pc:spChg>
        <pc:spChg chg="add del">
          <ac:chgData name="동혁 임" userId="879f4c796d7a5333" providerId="LiveId" clId="{0C13D58B-97DF-4565-AAEC-23B22FE47640}" dt="2020-05-31T06:25:21.139" v="9477" actId="26606"/>
          <ac:spMkLst>
            <pc:docMk/>
            <pc:sldMk cId="2129815174" sldId="280"/>
            <ac:spMk id="170" creationId="{57AF882C-175B-49BE-9BF5-D081F17D2564}"/>
          </ac:spMkLst>
        </pc:spChg>
        <pc:spChg chg="add del">
          <ac:chgData name="동혁 임" userId="879f4c796d7a5333" providerId="LiveId" clId="{0C13D58B-97DF-4565-AAEC-23B22FE47640}" dt="2020-05-31T06:25:21.139" v="9477" actId="26606"/>
          <ac:spMkLst>
            <pc:docMk/>
            <pc:sldMk cId="2129815174" sldId="280"/>
            <ac:spMk id="171" creationId="{A3090662-CAD4-4A54-9F26-DF4753B5E7C1}"/>
          </ac:spMkLst>
        </pc:spChg>
        <pc:spChg chg="add del">
          <ac:chgData name="동혁 임" userId="879f4c796d7a5333" providerId="LiveId" clId="{0C13D58B-97DF-4565-AAEC-23B22FE47640}" dt="2020-05-31T06:25:51.169" v="9478" actId="26606"/>
          <ac:spMkLst>
            <pc:docMk/>
            <pc:sldMk cId="2129815174" sldId="280"/>
            <ac:spMk id="173" creationId="{4C2AC11E-3162-4990-A36E-92B07ECF16C2}"/>
          </ac:spMkLst>
        </pc:spChg>
        <pc:spChg chg="add del">
          <ac:chgData name="동혁 임" userId="879f4c796d7a5333" providerId="LiveId" clId="{0C13D58B-97DF-4565-AAEC-23B22FE47640}" dt="2020-05-31T06:25:51.169" v="9478" actId="26606"/>
          <ac:spMkLst>
            <pc:docMk/>
            <pc:sldMk cId="2129815174" sldId="280"/>
            <ac:spMk id="174" creationId="{9073D962-D3D2-4A72-8593-65C213CBFFC3}"/>
          </ac:spMkLst>
        </pc:spChg>
        <pc:spChg chg="add del">
          <ac:chgData name="동혁 임" userId="879f4c796d7a5333" providerId="LiveId" clId="{0C13D58B-97DF-4565-AAEC-23B22FE47640}" dt="2020-05-31T06:25:51.169" v="9478" actId="26606"/>
          <ac:spMkLst>
            <pc:docMk/>
            <pc:sldMk cId="2129815174" sldId="280"/>
            <ac:spMk id="175" creationId="{2387511B-F6E1-4929-AC90-94FB8B6B0F41}"/>
          </ac:spMkLst>
        </pc:spChg>
        <pc:spChg chg="add del">
          <ac:chgData name="동혁 임" userId="879f4c796d7a5333" providerId="LiveId" clId="{0C13D58B-97DF-4565-AAEC-23B22FE47640}" dt="2020-05-31T06:25:51.169" v="9478" actId="26606"/>
          <ac:spMkLst>
            <pc:docMk/>
            <pc:sldMk cId="2129815174" sldId="280"/>
            <ac:spMk id="176" creationId="{AA58F78C-27AB-465F-AA33-15E08AF267F9}"/>
          </ac:spMkLst>
        </pc:spChg>
        <pc:spChg chg="add del">
          <ac:chgData name="동혁 임" userId="879f4c796d7a5333" providerId="LiveId" clId="{0C13D58B-97DF-4565-AAEC-23B22FE47640}" dt="2020-05-31T06:26:27.353" v="9756" actId="26606"/>
          <ac:spMkLst>
            <pc:docMk/>
            <pc:sldMk cId="2129815174" sldId="280"/>
            <ac:spMk id="178" creationId="{0ADDB668-2CA4-4D2B-9C34-3487CA330BA8}"/>
          </ac:spMkLst>
        </pc:spChg>
        <pc:spChg chg="add del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183" creationId="{A3C210E6-A35A-4F68-8D60-801A019C75B8}"/>
          </ac:spMkLst>
        </pc:spChg>
        <pc:spChg chg="add del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185" creationId="{AC0D06B0-F19C-459E-B221-A34B506FB5E3}"/>
          </ac:spMkLst>
        </pc:spChg>
        <pc:spChg chg="add del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187" creationId="{345B26DA-1C6B-4C66-81C9-9C1877FC2DB1}"/>
          </ac:spMkLst>
        </pc:spChg>
        <pc:spChg chg="add del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189" creationId="{98DE6C44-43F8-4DE4-AB81-66853FFEA09A}"/>
          </ac:spMkLst>
        </pc:spChg>
        <pc:spChg chg="add del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191" creationId="{2409529B-9B56-4F10-BE4D-F934DB89E57E}"/>
          </ac:spMkLst>
        </pc:spChg>
        <pc:spChg chg="add del">
          <ac:chgData name="동혁 임" userId="879f4c796d7a5333" providerId="LiveId" clId="{0C13D58B-97DF-4565-AAEC-23B22FE47640}" dt="2020-05-31T06:26:59.417" v="9815" actId="26606"/>
          <ac:spMkLst>
            <pc:docMk/>
            <pc:sldMk cId="2129815174" sldId="280"/>
            <ac:spMk id="196" creationId="{6E25EB17-46B3-4AFD-B33A-4AEC7F63F283}"/>
          </ac:spMkLst>
        </pc:spChg>
        <pc:spChg chg="add del">
          <ac:chgData name="동혁 임" userId="879f4c796d7a5333" providerId="LiveId" clId="{0C13D58B-97DF-4565-AAEC-23B22FE47640}" dt="2020-05-31T06:26:59.417" v="9815" actId="26606"/>
          <ac:spMkLst>
            <pc:docMk/>
            <pc:sldMk cId="2129815174" sldId="280"/>
            <ac:spMk id="198" creationId="{481EABE0-FA8E-49A5-A966-F0539111C953}"/>
          </ac:spMkLst>
        </pc:spChg>
        <pc:spChg chg="add del">
          <ac:chgData name="동혁 임" userId="879f4c796d7a5333" providerId="LiveId" clId="{0C13D58B-97DF-4565-AAEC-23B22FE47640}" dt="2020-05-31T06:26:59.417" v="9815" actId="26606"/>
          <ac:spMkLst>
            <pc:docMk/>
            <pc:sldMk cId="2129815174" sldId="280"/>
            <ac:spMk id="200" creationId="{56A3E26D-73B1-468C-B97B-BC1815959759}"/>
          </ac:spMkLst>
        </pc:spChg>
        <pc:spChg chg="add del">
          <ac:chgData name="동혁 임" userId="879f4c796d7a5333" providerId="LiveId" clId="{0C13D58B-97DF-4565-AAEC-23B22FE47640}" dt="2020-05-31T06:27:02.204" v="9817" actId="26606"/>
          <ac:spMkLst>
            <pc:docMk/>
            <pc:sldMk cId="2129815174" sldId="280"/>
            <ac:spMk id="202" creationId="{AA58F78C-27AB-465F-AA33-15E08AF267F9}"/>
          </ac:spMkLst>
        </pc:spChg>
        <pc:spChg chg="add del">
          <ac:chgData name="동혁 임" userId="879f4c796d7a5333" providerId="LiveId" clId="{0C13D58B-97DF-4565-AAEC-23B22FE47640}" dt="2020-05-31T06:27:02.204" v="9817" actId="26606"/>
          <ac:spMkLst>
            <pc:docMk/>
            <pc:sldMk cId="2129815174" sldId="280"/>
            <ac:spMk id="203" creationId="{4C2AC11E-3162-4990-A36E-92B07ECF16C2}"/>
          </ac:spMkLst>
        </pc:spChg>
        <pc:spChg chg="add del">
          <ac:chgData name="동혁 임" userId="879f4c796d7a5333" providerId="LiveId" clId="{0C13D58B-97DF-4565-AAEC-23B22FE47640}" dt="2020-05-31T06:27:02.204" v="9817" actId="26606"/>
          <ac:spMkLst>
            <pc:docMk/>
            <pc:sldMk cId="2129815174" sldId="280"/>
            <ac:spMk id="204" creationId="{9073D962-D3D2-4A72-8593-65C213CBFFC3}"/>
          </ac:spMkLst>
        </pc:spChg>
        <pc:spChg chg="add del">
          <ac:chgData name="동혁 임" userId="879f4c796d7a5333" providerId="LiveId" clId="{0C13D58B-97DF-4565-AAEC-23B22FE47640}" dt="2020-05-31T06:27:02.204" v="9817" actId="26606"/>
          <ac:spMkLst>
            <pc:docMk/>
            <pc:sldMk cId="2129815174" sldId="280"/>
            <ac:spMk id="205" creationId="{2387511B-F6E1-4929-AC90-94FB8B6B0F41}"/>
          </ac:spMkLst>
        </pc:spChg>
        <pc:spChg chg="add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207" creationId="{28186986-3D2C-46E2-AF3E-16E1628E19D6}"/>
          </ac:spMkLst>
        </pc:spChg>
        <pc:spChg chg="add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208" creationId="{481EABE0-FA8E-49A5-A966-F0539111C953}"/>
          </ac:spMkLst>
        </pc:spChg>
        <pc:spChg chg="add">
          <ac:chgData name="동혁 임" userId="879f4c796d7a5333" providerId="LiveId" clId="{0C13D58B-97DF-4565-AAEC-23B22FE47640}" dt="2020-05-31T06:27:02.211" v="9818" actId="26606"/>
          <ac:spMkLst>
            <pc:docMk/>
            <pc:sldMk cId="2129815174" sldId="280"/>
            <ac:spMk id="209" creationId="{56A3E26D-73B1-468C-B97B-BC1815959759}"/>
          </ac:spMkLst>
        </pc:spChg>
        <pc:grpChg chg="add del">
          <ac:chgData name="동혁 임" userId="879f4c796d7a5333" providerId="LiveId" clId="{0C13D58B-97DF-4565-AAEC-23B22FE47640}" dt="2020-05-31T06:21:58.772" v="9402" actId="26606"/>
          <ac:grpSpMkLst>
            <pc:docMk/>
            <pc:sldMk cId="2129815174" sldId="280"/>
            <ac:grpSpMk id="95" creationId="{DC8F43A5-BE33-47CB-B1B1-F2AD3AACDCF5}"/>
          </ac:grpSpMkLst>
        </pc:grpChg>
        <pc:grpChg chg="add del">
          <ac:chgData name="동혁 임" userId="879f4c796d7a5333" providerId="LiveId" clId="{0C13D58B-97DF-4565-AAEC-23B22FE47640}" dt="2020-05-31T06:21:59.117" v="9404" actId="26606"/>
          <ac:grpSpMkLst>
            <pc:docMk/>
            <pc:sldMk cId="2129815174" sldId="280"/>
            <ac:grpSpMk id="107" creationId="{130471AF-82E2-4BA5-8A01-ABAAFECB0B63}"/>
          </ac:grpSpMkLst>
        </pc:grpChg>
        <pc:grpChg chg="add del">
          <ac:chgData name="동혁 임" userId="879f4c796d7a5333" providerId="LiveId" clId="{0C13D58B-97DF-4565-AAEC-23B22FE47640}" dt="2020-05-31T06:21:59.117" v="9404" actId="26606"/>
          <ac:grpSpMkLst>
            <pc:docMk/>
            <pc:sldMk cId="2129815174" sldId="280"/>
            <ac:grpSpMk id="109" creationId="{43F5E015-E085-4624-B431-B42414448684}"/>
          </ac:grpSpMkLst>
        </pc:grpChg>
        <pc:grpChg chg="add del">
          <ac:chgData name="동혁 임" userId="879f4c796d7a5333" providerId="LiveId" clId="{0C13D58B-97DF-4565-AAEC-23B22FE47640}" dt="2020-05-31T06:22:00.025" v="9406" actId="26606"/>
          <ac:grpSpMkLst>
            <pc:docMk/>
            <pc:sldMk cId="2129815174" sldId="280"/>
            <ac:grpSpMk id="119" creationId="{F9BC1723-BA65-43D8-83AA-7320C9BBE142}"/>
          </ac:grpSpMkLst>
        </pc:grpChg>
        <pc:grpChg chg="add del">
          <ac:chgData name="동혁 임" userId="879f4c796d7a5333" providerId="LiveId" clId="{0C13D58B-97DF-4565-AAEC-23B22FE47640}" dt="2020-05-31T06:22:00.025" v="9406" actId="26606"/>
          <ac:grpSpMkLst>
            <pc:docMk/>
            <pc:sldMk cId="2129815174" sldId="280"/>
            <ac:grpSpMk id="122" creationId="{43F5E015-E085-4624-B431-B42414448684}"/>
          </ac:grpSpMkLst>
        </pc:grpChg>
        <pc:grpChg chg="add del">
          <ac:chgData name="동혁 임" userId="879f4c796d7a5333" providerId="LiveId" clId="{0C13D58B-97DF-4565-AAEC-23B22FE47640}" dt="2020-05-31T06:22:07.650" v="9408" actId="26606"/>
          <ac:grpSpMkLst>
            <pc:docMk/>
            <pc:sldMk cId="2129815174" sldId="280"/>
            <ac:grpSpMk id="132" creationId="{130471AF-82E2-4BA5-8A01-ABAAFECB0B63}"/>
          </ac:grpSpMkLst>
        </pc:grpChg>
        <pc:grpChg chg="add del">
          <ac:chgData name="동혁 임" userId="879f4c796d7a5333" providerId="LiveId" clId="{0C13D58B-97DF-4565-AAEC-23B22FE47640}" dt="2020-05-31T06:22:07.650" v="9408" actId="26606"/>
          <ac:grpSpMkLst>
            <pc:docMk/>
            <pc:sldMk cId="2129815174" sldId="280"/>
            <ac:grpSpMk id="135" creationId="{43F5E015-E085-4624-B431-B42414448684}"/>
          </ac:grpSpMkLst>
        </pc:grpChg>
        <pc:picChg chg="add del mod ord modCrop">
          <ac:chgData name="동혁 임" userId="879f4c796d7a5333" providerId="LiveId" clId="{0C13D58B-97DF-4565-AAEC-23B22FE47640}" dt="2020-05-31T06:26:35.120" v="9800" actId="478"/>
          <ac:picMkLst>
            <pc:docMk/>
            <pc:sldMk cId="2129815174" sldId="280"/>
            <ac:picMk id="6" creationId="{C6DDEC0B-71CD-4D62-AD97-23A8C1A00FBA}"/>
          </ac:picMkLst>
        </pc:picChg>
        <pc:picChg chg="add del mod ord">
          <ac:chgData name="동혁 임" userId="879f4c796d7a5333" providerId="LiveId" clId="{0C13D58B-97DF-4565-AAEC-23B22FE47640}" dt="2020-05-31T06:26:36.611" v="9802" actId="478"/>
          <ac:picMkLst>
            <pc:docMk/>
            <pc:sldMk cId="2129815174" sldId="280"/>
            <ac:picMk id="8" creationId="{B95B5CA6-5B53-4A8E-8F81-DFB74A59530F}"/>
          </ac:picMkLst>
        </pc:picChg>
        <pc:picChg chg="add del mod ord">
          <ac:chgData name="동혁 임" userId="879f4c796d7a5333" providerId="LiveId" clId="{0C13D58B-97DF-4565-AAEC-23B22FE47640}" dt="2020-05-31T06:26:37.093" v="9803" actId="478"/>
          <ac:picMkLst>
            <pc:docMk/>
            <pc:sldMk cId="2129815174" sldId="280"/>
            <ac:picMk id="10" creationId="{E2573CB4-DF81-4E68-A0A1-09F6802E145B}"/>
          </ac:picMkLst>
        </pc:picChg>
        <pc:picChg chg="add del mod ord modCrop">
          <ac:chgData name="동혁 임" userId="879f4c796d7a5333" providerId="LiveId" clId="{0C13D58B-97DF-4565-AAEC-23B22FE47640}" dt="2020-05-31T06:26:36.170" v="9801" actId="478"/>
          <ac:picMkLst>
            <pc:docMk/>
            <pc:sldMk cId="2129815174" sldId="280"/>
            <ac:picMk id="12" creationId="{C997ABF5-61ED-47E6-9D85-5D5839443135}"/>
          </ac:picMkLst>
        </pc:picChg>
        <pc:picChg chg="add mod ord modCrop">
          <ac:chgData name="동혁 임" userId="879f4c796d7a5333" providerId="LiveId" clId="{0C13D58B-97DF-4565-AAEC-23B22FE47640}" dt="2020-05-31T06:29:31.956" v="9966" actId="18131"/>
          <ac:picMkLst>
            <pc:docMk/>
            <pc:sldMk cId="2129815174" sldId="280"/>
            <ac:picMk id="16" creationId="{99839628-B74D-44CA-A389-6AF151C09507}"/>
          </ac:picMkLst>
        </pc:picChg>
        <pc:picChg chg="add mod modCrop">
          <ac:chgData name="동혁 임" userId="879f4c796d7a5333" providerId="LiveId" clId="{0C13D58B-97DF-4565-AAEC-23B22FE47640}" dt="2020-05-31T06:29:30.546" v="9958" actId="732"/>
          <ac:picMkLst>
            <pc:docMk/>
            <pc:sldMk cId="2129815174" sldId="280"/>
            <ac:picMk id="20" creationId="{766F9E95-D761-4BD4-8B14-9406B8F53DA6}"/>
          </ac:picMkLst>
        </pc:picChg>
        <pc:picChg chg="add mod ord modCrop">
          <ac:chgData name="동혁 임" userId="879f4c796d7a5333" providerId="LiveId" clId="{0C13D58B-97DF-4565-AAEC-23B22FE47640}" dt="2020-05-31T06:28:28.730" v="9842" actId="732"/>
          <ac:picMkLst>
            <pc:docMk/>
            <pc:sldMk cId="2129815174" sldId="280"/>
            <ac:picMk id="24" creationId="{3B7651AE-F8E9-45DD-961A-9C7BB6554053}"/>
          </ac:picMkLst>
        </pc:picChg>
        <pc:picChg chg="add mod modCrop">
          <ac:chgData name="동혁 임" userId="879f4c796d7a5333" providerId="LiveId" clId="{0C13D58B-97DF-4565-AAEC-23B22FE47640}" dt="2020-05-31T06:28:24.925" v="9836" actId="732"/>
          <ac:picMkLst>
            <pc:docMk/>
            <pc:sldMk cId="2129815174" sldId="280"/>
            <ac:picMk id="26" creationId="{BC4C44F2-FA7D-4971-B0BB-D07E134F9FE7}"/>
          </ac:picMkLst>
        </pc:picChg>
        <pc:picChg chg="add del">
          <ac:chgData name="동혁 임" userId="879f4c796d7a5333" providerId="LiveId" clId="{0C13D58B-97DF-4565-AAEC-23B22FE47640}" dt="2020-05-31T06:21:06.220" v="9358" actId="26606"/>
          <ac:picMkLst>
            <pc:docMk/>
            <pc:sldMk cId="2129815174" sldId="280"/>
            <ac:picMk id="49" creationId="{97818316-E7CB-4E73-AF79-E9CAB873E723}"/>
          </ac:picMkLst>
        </pc:picChg>
        <pc:picChg chg="add del">
          <ac:chgData name="동혁 임" userId="879f4c796d7a5333" providerId="LiveId" clId="{0C13D58B-97DF-4565-AAEC-23B22FE47640}" dt="2020-05-31T06:21:57.810" v="9400" actId="26606"/>
          <ac:picMkLst>
            <pc:docMk/>
            <pc:sldMk cId="2129815174" sldId="280"/>
            <ac:picMk id="80" creationId="{CDD51294-F21B-44AD-9040-5B2114948EF1}"/>
          </ac:picMkLst>
        </pc:picChg>
        <pc:picChg chg="add del">
          <ac:chgData name="동혁 임" userId="879f4c796d7a5333" providerId="LiveId" clId="{0C13D58B-97DF-4565-AAEC-23B22FE47640}" dt="2020-05-31T06:22:21.230" v="9410" actId="26606"/>
          <ac:picMkLst>
            <pc:docMk/>
            <pc:sldMk cId="2129815174" sldId="280"/>
            <ac:picMk id="146" creationId="{62D6955C-623F-4E24-BDCB-C554684CBFD8}"/>
          </ac:picMkLst>
        </pc:picChg>
      </pc:sldChg>
      <pc:sldChg chg="addSp delSp modSp new del mod setBg">
        <pc:chgData name="동혁 임" userId="879f4c796d7a5333" providerId="LiveId" clId="{0C13D58B-97DF-4565-AAEC-23B22FE47640}" dt="2020-05-31T06:18:43.118" v="9234" actId="47"/>
        <pc:sldMkLst>
          <pc:docMk/>
          <pc:sldMk cId="2160315358" sldId="280"/>
        </pc:sldMkLst>
        <pc:spChg chg="mod ord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2" creationId="{35ADB1A9-7815-47B6-BE20-34A2E99DEBEF}"/>
          </ac:spMkLst>
        </pc:spChg>
        <pc:spChg chg="add del">
          <ac:chgData name="동혁 임" userId="879f4c796d7a5333" providerId="LiveId" clId="{0C13D58B-97DF-4565-AAEC-23B22FE47640}" dt="2020-05-31T06:16:04.157" v="8926" actId="931"/>
          <ac:spMkLst>
            <pc:docMk/>
            <pc:sldMk cId="2160315358" sldId="280"/>
            <ac:spMk id="3" creationId="{4D95D4AE-F8B1-4743-85D4-B1727FB9500E}"/>
          </ac:spMkLst>
        </pc:spChg>
        <pc:spChg chg="add del mod ord">
          <ac:chgData name="동혁 임" userId="879f4c796d7a5333" providerId="LiveId" clId="{0C13D58B-97DF-4565-AAEC-23B22FE47640}" dt="2020-05-31T06:18:40.921" v="9233" actId="21"/>
          <ac:spMkLst>
            <pc:docMk/>
            <pc:sldMk cId="2160315358" sldId="280"/>
            <ac:spMk id="4" creationId="{E4C76525-ED52-41A5-9EA5-12A63D69E28E}"/>
          </ac:spMkLst>
        </pc:spChg>
        <pc:spChg chg="add del">
          <ac:chgData name="동혁 임" userId="879f4c796d7a5333" providerId="LiveId" clId="{0C13D58B-97DF-4565-AAEC-23B22FE47640}" dt="2020-05-31T06:14:01.144" v="8577" actId="26606"/>
          <ac:spMkLst>
            <pc:docMk/>
            <pc:sldMk cId="2160315358" sldId="280"/>
            <ac:spMk id="28" creationId="{1F332227-ABE3-4B23-B0D7-8D7D701EC185}"/>
          </ac:spMkLst>
        </pc:spChg>
        <pc:spChg chg="add del">
          <ac:chgData name="동혁 임" userId="879f4c796d7a5333" providerId="LiveId" clId="{0C13D58B-97DF-4565-AAEC-23B22FE47640}" dt="2020-05-31T06:14:30.877" v="8583" actId="26606"/>
          <ac:spMkLst>
            <pc:docMk/>
            <pc:sldMk cId="2160315358" sldId="280"/>
            <ac:spMk id="29" creationId="{95E1FD92-31B9-4273-BECA-D837FFFC53A5}"/>
          </ac:spMkLst>
        </pc:spChg>
        <pc:spChg chg="add del">
          <ac:chgData name="동혁 임" userId="879f4c796d7a5333" providerId="LiveId" clId="{0C13D58B-97DF-4565-AAEC-23B22FE47640}" dt="2020-05-31T06:14:01.144" v="8577" actId="26606"/>
          <ac:spMkLst>
            <pc:docMk/>
            <pc:sldMk cId="2160315358" sldId="280"/>
            <ac:spMk id="31" creationId="{4E98B8B0-573C-43DD-85FE-31433D57070C}"/>
          </ac:spMkLst>
        </pc:spChg>
        <pc:spChg chg="add del">
          <ac:chgData name="동혁 임" userId="879f4c796d7a5333" providerId="LiveId" clId="{0C13D58B-97DF-4565-AAEC-23B22FE47640}" dt="2020-05-31T06:14:01.144" v="8577" actId="26606"/>
          <ac:spMkLst>
            <pc:docMk/>
            <pc:sldMk cId="2160315358" sldId="280"/>
            <ac:spMk id="33" creationId="{0ADDB668-2CA4-4D2B-9C34-3487CA330BA8}"/>
          </ac:spMkLst>
        </pc:spChg>
        <pc:spChg chg="add del">
          <ac:chgData name="동혁 임" userId="879f4c796d7a5333" providerId="LiveId" clId="{0C13D58B-97DF-4565-AAEC-23B22FE47640}" dt="2020-05-31T06:14:01.144" v="8577" actId="26606"/>
          <ac:spMkLst>
            <pc:docMk/>
            <pc:sldMk cId="2160315358" sldId="280"/>
            <ac:spMk id="35" creationId="{2568BC19-F052-4108-93E1-6A3D1DEC072F}"/>
          </ac:spMkLst>
        </pc:spChg>
        <pc:spChg chg="add del">
          <ac:chgData name="동혁 임" userId="879f4c796d7a5333" providerId="LiveId" clId="{0C13D58B-97DF-4565-AAEC-23B22FE47640}" dt="2020-05-31T06:14:01.144" v="8577" actId="26606"/>
          <ac:spMkLst>
            <pc:docMk/>
            <pc:sldMk cId="2160315358" sldId="280"/>
            <ac:spMk id="37" creationId="{D5FD337D-4D6B-4C8B-B6F5-121097E09881}"/>
          </ac:spMkLst>
        </pc:spChg>
        <pc:spChg chg="add del">
          <ac:chgData name="동혁 임" userId="879f4c796d7a5333" providerId="LiveId" clId="{0C13D58B-97DF-4565-AAEC-23B22FE47640}" dt="2020-05-31T06:14:05.798" v="8579" actId="26606"/>
          <ac:spMkLst>
            <pc:docMk/>
            <pc:sldMk cId="2160315358" sldId="280"/>
            <ac:spMk id="39" creationId="{2409529B-9B56-4F10-BE4D-F934DB89E57E}"/>
          </ac:spMkLst>
        </pc:spChg>
        <pc:spChg chg="add del">
          <ac:chgData name="동혁 임" userId="879f4c796d7a5333" providerId="LiveId" clId="{0C13D58B-97DF-4565-AAEC-23B22FE47640}" dt="2020-05-31T06:14:05.798" v="8579" actId="26606"/>
          <ac:spMkLst>
            <pc:docMk/>
            <pc:sldMk cId="2160315358" sldId="280"/>
            <ac:spMk id="40" creationId="{A3C210E6-A35A-4F68-8D60-801A019C75B8}"/>
          </ac:spMkLst>
        </pc:spChg>
        <pc:spChg chg="add del">
          <ac:chgData name="동혁 임" userId="879f4c796d7a5333" providerId="LiveId" clId="{0C13D58B-97DF-4565-AAEC-23B22FE47640}" dt="2020-05-31T06:14:05.798" v="8579" actId="26606"/>
          <ac:spMkLst>
            <pc:docMk/>
            <pc:sldMk cId="2160315358" sldId="280"/>
            <ac:spMk id="41" creationId="{AC0D06B0-F19C-459E-B221-A34B506FB5E3}"/>
          </ac:spMkLst>
        </pc:spChg>
        <pc:spChg chg="add del">
          <ac:chgData name="동혁 임" userId="879f4c796d7a5333" providerId="LiveId" clId="{0C13D58B-97DF-4565-AAEC-23B22FE47640}" dt="2020-05-31T06:14:05.798" v="8579" actId="26606"/>
          <ac:spMkLst>
            <pc:docMk/>
            <pc:sldMk cId="2160315358" sldId="280"/>
            <ac:spMk id="42" creationId="{345B26DA-1C6B-4C66-81C9-9C1877FC2DB1}"/>
          </ac:spMkLst>
        </pc:spChg>
        <pc:spChg chg="add del">
          <ac:chgData name="동혁 임" userId="879f4c796d7a5333" providerId="LiveId" clId="{0C13D58B-97DF-4565-AAEC-23B22FE47640}" dt="2020-05-31T06:14:05.798" v="8579" actId="26606"/>
          <ac:spMkLst>
            <pc:docMk/>
            <pc:sldMk cId="2160315358" sldId="280"/>
            <ac:spMk id="43" creationId="{98DE6C44-43F8-4DE4-AB81-66853FFEA09A}"/>
          </ac:spMkLst>
        </pc:spChg>
        <pc:spChg chg="add del">
          <ac:chgData name="동혁 임" userId="879f4c796d7a5333" providerId="LiveId" clId="{0C13D58B-97DF-4565-AAEC-23B22FE47640}" dt="2020-05-31T06:14:05.798" v="8579" actId="26606"/>
          <ac:spMkLst>
            <pc:docMk/>
            <pc:sldMk cId="2160315358" sldId="280"/>
            <ac:spMk id="44" creationId="{1A07F478-2A45-4259-9F40-3137BC1438A4}"/>
          </ac:spMkLst>
        </pc:spChg>
        <pc:spChg chg="add del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45" creationId="{AC0D06B0-F19C-459E-B221-A34B506FB5E3}"/>
          </ac:spMkLst>
        </pc:spChg>
        <pc:spChg chg="add del">
          <ac:chgData name="동혁 임" userId="879f4c796d7a5333" providerId="LiveId" clId="{0C13D58B-97DF-4565-AAEC-23B22FE47640}" dt="2020-05-31T06:14:08.610" v="8581" actId="26606"/>
          <ac:spMkLst>
            <pc:docMk/>
            <pc:sldMk cId="2160315358" sldId="280"/>
            <ac:spMk id="46" creationId="{C5278130-DFE0-457B-8698-88DF69019DDE}"/>
          </ac:spMkLst>
        </pc:spChg>
        <pc:spChg chg="add del">
          <ac:chgData name="동혁 임" userId="879f4c796d7a5333" providerId="LiveId" clId="{0C13D58B-97DF-4565-AAEC-23B22FE47640}" dt="2020-05-31T06:14:08.610" v="8581" actId="26606"/>
          <ac:spMkLst>
            <pc:docMk/>
            <pc:sldMk cId="2160315358" sldId="280"/>
            <ac:spMk id="47" creationId="{2F99531B-1681-4D6E-BECB-18325B33A618}"/>
          </ac:spMkLst>
        </pc:spChg>
        <pc:spChg chg="add del">
          <ac:chgData name="동혁 임" userId="879f4c796d7a5333" providerId="LiveId" clId="{0C13D58B-97DF-4565-AAEC-23B22FE47640}" dt="2020-05-31T06:14:08.610" v="8581" actId="26606"/>
          <ac:spMkLst>
            <pc:docMk/>
            <pc:sldMk cId="2160315358" sldId="280"/>
            <ac:spMk id="48" creationId="{5FA5C203-5286-4D63-A193-2E159CEE6EC3}"/>
          </ac:spMkLst>
        </pc:spChg>
        <pc:spChg chg="add del">
          <ac:chgData name="동혁 임" userId="879f4c796d7a5333" providerId="LiveId" clId="{0C13D58B-97DF-4565-AAEC-23B22FE47640}" dt="2020-05-31T06:14:08.610" v="8581" actId="26606"/>
          <ac:spMkLst>
            <pc:docMk/>
            <pc:sldMk cId="2160315358" sldId="280"/>
            <ac:spMk id="49" creationId="{4DB07025-2238-440D-8847-C2A496640693}"/>
          </ac:spMkLst>
        </pc:spChg>
        <pc:spChg chg="add del">
          <ac:chgData name="동혁 임" userId="879f4c796d7a5333" providerId="LiveId" clId="{0C13D58B-97DF-4565-AAEC-23B22FE47640}" dt="2020-05-31T06:14:08.610" v="8581" actId="26606"/>
          <ac:spMkLst>
            <pc:docMk/>
            <pc:sldMk cId="2160315358" sldId="280"/>
            <ac:spMk id="50" creationId="{C8320787-6D49-4B03-AD81-917CE818A0F3}"/>
          </ac:spMkLst>
        </pc:spChg>
        <pc:spChg chg="add del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53" creationId="{A3C210E6-A35A-4F68-8D60-801A019C75B8}"/>
          </ac:spMkLst>
        </pc:spChg>
        <pc:spChg chg="add del">
          <ac:chgData name="동혁 임" userId="879f4c796d7a5333" providerId="LiveId" clId="{0C13D58B-97DF-4565-AAEC-23B22FE47640}" dt="2020-05-31T06:14:30.877" v="8583" actId="26606"/>
          <ac:spMkLst>
            <pc:docMk/>
            <pc:sldMk cId="2160315358" sldId="280"/>
            <ac:spMk id="54" creationId="{99413ED5-9ED4-4772-BCE4-2BCAE6B12E35}"/>
          </ac:spMkLst>
        </pc:spChg>
        <pc:spChg chg="add del">
          <ac:chgData name="동혁 임" userId="879f4c796d7a5333" providerId="LiveId" clId="{0C13D58B-97DF-4565-AAEC-23B22FE47640}" dt="2020-05-31T06:14:30.877" v="8583" actId="26606"/>
          <ac:spMkLst>
            <pc:docMk/>
            <pc:sldMk cId="2160315358" sldId="280"/>
            <ac:spMk id="55" creationId="{04357C93-F0CB-4A1C-8F77-4E9063789819}"/>
          </ac:spMkLst>
        </pc:spChg>
        <pc:spChg chg="add del">
          <ac:chgData name="동혁 임" userId="879f4c796d7a5333" providerId="LiveId" clId="{0C13D58B-97DF-4565-AAEC-23B22FE47640}" dt="2020-05-31T06:14:30.877" v="8583" actId="26606"/>
          <ac:spMkLst>
            <pc:docMk/>
            <pc:sldMk cId="2160315358" sldId="280"/>
            <ac:spMk id="56" creationId="{90F533E9-6690-41A8-A372-4C6C622D028D}"/>
          </ac:spMkLst>
        </pc:spChg>
        <pc:spChg chg="add del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57" creationId="{345B26DA-1C6B-4C66-81C9-9C1877FC2DB1}"/>
          </ac:spMkLst>
        </pc:spChg>
        <pc:spChg chg="add del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58" creationId="{98DE6C44-43F8-4DE4-AB81-66853FFEA09A}"/>
          </ac:spMkLst>
        </pc:spChg>
        <pc:spChg chg="add del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59" creationId="{2409529B-9B56-4F10-BE4D-F934DB89E57E}"/>
          </ac:spMkLst>
        </pc:spChg>
        <pc:spChg chg="add del">
          <ac:chgData name="동혁 임" userId="879f4c796d7a5333" providerId="LiveId" clId="{0C13D58B-97DF-4565-AAEC-23B22FE47640}" dt="2020-05-31T06:17:27.242" v="9122" actId="26606"/>
          <ac:spMkLst>
            <pc:docMk/>
            <pc:sldMk cId="2160315358" sldId="280"/>
            <ac:spMk id="64" creationId="{4E98B8B0-573C-43DD-85FE-31433D57070C}"/>
          </ac:spMkLst>
        </pc:spChg>
        <pc:spChg chg="add del">
          <ac:chgData name="동혁 임" userId="879f4c796d7a5333" providerId="LiveId" clId="{0C13D58B-97DF-4565-AAEC-23B22FE47640}" dt="2020-05-31T06:17:27.242" v="9122" actId="26606"/>
          <ac:spMkLst>
            <pc:docMk/>
            <pc:sldMk cId="2160315358" sldId="280"/>
            <ac:spMk id="66" creationId="{0ADDB668-2CA4-4D2B-9C34-3487CA330BA8}"/>
          </ac:spMkLst>
        </pc:spChg>
        <pc:spChg chg="add del">
          <ac:chgData name="동혁 임" userId="879f4c796d7a5333" providerId="LiveId" clId="{0C13D58B-97DF-4565-AAEC-23B22FE47640}" dt="2020-05-31T06:17:27.242" v="9122" actId="26606"/>
          <ac:spMkLst>
            <pc:docMk/>
            <pc:sldMk cId="2160315358" sldId="280"/>
            <ac:spMk id="68" creationId="{2568BC19-F052-4108-93E1-6A3D1DEC072F}"/>
          </ac:spMkLst>
        </pc:spChg>
        <pc:spChg chg="add del">
          <ac:chgData name="동혁 임" userId="879f4c796d7a5333" providerId="LiveId" clId="{0C13D58B-97DF-4565-AAEC-23B22FE47640}" dt="2020-05-31T06:17:27.242" v="9122" actId="26606"/>
          <ac:spMkLst>
            <pc:docMk/>
            <pc:sldMk cId="2160315358" sldId="280"/>
            <ac:spMk id="70" creationId="{D5FD337D-4D6B-4C8B-B6F5-121097E09881}"/>
          </ac:spMkLst>
        </pc:spChg>
        <pc:spChg chg="add del">
          <ac:chgData name="동혁 임" userId="879f4c796d7a5333" providerId="LiveId" clId="{0C13D58B-97DF-4565-AAEC-23B22FE47640}" dt="2020-05-31T06:17:32.455" v="9124" actId="26606"/>
          <ac:spMkLst>
            <pc:docMk/>
            <pc:sldMk cId="2160315358" sldId="280"/>
            <ac:spMk id="72" creationId="{76024B02-E9DE-461A-8C2D-5D6D34764034}"/>
          </ac:spMkLst>
        </pc:spChg>
        <pc:spChg chg="add del">
          <ac:chgData name="동혁 임" userId="879f4c796d7a5333" providerId="LiveId" clId="{0C13D58B-97DF-4565-AAEC-23B22FE47640}" dt="2020-05-31T06:17:32.455" v="9124" actId="26606"/>
          <ac:spMkLst>
            <pc:docMk/>
            <pc:sldMk cId="2160315358" sldId="280"/>
            <ac:spMk id="73" creationId="{57AF882C-175B-49BE-9BF5-D081F17D2564}"/>
          </ac:spMkLst>
        </pc:spChg>
        <pc:spChg chg="add del">
          <ac:chgData name="동혁 임" userId="879f4c796d7a5333" providerId="LiveId" clId="{0C13D58B-97DF-4565-AAEC-23B22FE47640}" dt="2020-05-31T06:17:32.455" v="9124" actId="26606"/>
          <ac:spMkLst>
            <pc:docMk/>
            <pc:sldMk cId="2160315358" sldId="280"/>
            <ac:spMk id="74" creationId="{A3090662-CAD4-4A54-9F26-DF4753B5E7C1}"/>
          </ac:spMkLst>
        </pc:spChg>
        <pc:spChg chg="add del">
          <ac:chgData name="동혁 임" userId="879f4c796d7a5333" providerId="LiveId" clId="{0C13D58B-97DF-4565-AAEC-23B22FE47640}" dt="2020-05-31T06:17:34.910" v="9126" actId="26606"/>
          <ac:spMkLst>
            <pc:docMk/>
            <pc:sldMk cId="2160315358" sldId="280"/>
            <ac:spMk id="76" creationId="{4C2AC11E-3162-4990-A36E-92B07ECF16C2}"/>
          </ac:spMkLst>
        </pc:spChg>
        <pc:spChg chg="add del">
          <ac:chgData name="동혁 임" userId="879f4c796d7a5333" providerId="LiveId" clId="{0C13D58B-97DF-4565-AAEC-23B22FE47640}" dt="2020-05-31T06:17:34.910" v="9126" actId="26606"/>
          <ac:spMkLst>
            <pc:docMk/>
            <pc:sldMk cId="2160315358" sldId="280"/>
            <ac:spMk id="77" creationId="{9073D962-D3D2-4A72-8593-65C213CBFFC3}"/>
          </ac:spMkLst>
        </pc:spChg>
        <pc:spChg chg="add del">
          <ac:chgData name="동혁 임" userId="879f4c796d7a5333" providerId="LiveId" clId="{0C13D58B-97DF-4565-AAEC-23B22FE47640}" dt="2020-05-31T06:17:34.910" v="9126" actId="26606"/>
          <ac:spMkLst>
            <pc:docMk/>
            <pc:sldMk cId="2160315358" sldId="280"/>
            <ac:spMk id="78" creationId="{2387511B-F6E1-4929-AC90-94FB8B6B0F41}"/>
          </ac:spMkLst>
        </pc:spChg>
        <pc:spChg chg="add del">
          <ac:chgData name="동혁 임" userId="879f4c796d7a5333" providerId="LiveId" clId="{0C13D58B-97DF-4565-AAEC-23B22FE47640}" dt="2020-05-31T06:17:34.910" v="9126" actId="26606"/>
          <ac:spMkLst>
            <pc:docMk/>
            <pc:sldMk cId="2160315358" sldId="280"/>
            <ac:spMk id="79" creationId="{AA58F78C-27AB-465F-AA33-15E08AF267F9}"/>
          </ac:spMkLst>
        </pc:spChg>
        <pc:spChg chg="add del">
          <ac:chgData name="동혁 임" userId="879f4c796d7a5333" providerId="LiveId" clId="{0C13D58B-97DF-4565-AAEC-23B22FE47640}" dt="2020-05-31T06:17:37.308" v="9128" actId="26606"/>
          <ac:spMkLst>
            <pc:docMk/>
            <pc:sldMk cId="2160315358" sldId="280"/>
            <ac:spMk id="81" creationId="{6E25EB17-46B3-4AFD-B33A-4AEC7F63F283}"/>
          </ac:spMkLst>
        </pc:spChg>
        <pc:spChg chg="add del">
          <ac:chgData name="동혁 임" userId="879f4c796d7a5333" providerId="LiveId" clId="{0C13D58B-97DF-4565-AAEC-23B22FE47640}" dt="2020-05-31T06:17:37.308" v="9128" actId="26606"/>
          <ac:spMkLst>
            <pc:docMk/>
            <pc:sldMk cId="2160315358" sldId="280"/>
            <ac:spMk id="82" creationId="{481EABE0-FA8E-49A5-A966-F0539111C953}"/>
          </ac:spMkLst>
        </pc:spChg>
        <pc:spChg chg="add del">
          <ac:chgData name="동혁 임" userId="879f4c796d7a5333" providerId="LiveId" clId="{0C13D58B-97DF-4565-AAEC-23B22FE47640}" dt="2020-05-31T06:17:37.308" v="9128" actId="26606"/>
          <ac:spMkLst>
            <pc:docMk/>
            <pc:sldMk cId="2160315358" sldId="280"/>
            <ac:spMk id="83" creationId="{56A3E26D-73B1-468C-B97B-BC1815959759}"/>
          </ac:spMkLst>
        </pc:spChg>
        <pc:spChg chg="add del">
          <ac:chgData name="동혁 임" userId="879f4c796d7a5333" providerId="LiveId" clId="{0C13D58B-97DF-4565-AAEC-23B22FE47640}" dt="2020-05-31T06:17:49.146" v="9130" actId="26606"/>
          <ac:spMkLst>
            <pc:docMk/>
            <pc:sldMk cId="2160315358" sldId="280"/>
            <ac:spMk id="85" creationId="{4C2AC11E-3162-4990-A36E-92B07ECF16C2}"/>
          </ac:spMkLst>
        </pc:spChg>
        <pc:spChg chg="add del">
          <ac:chgData name="동혁 임" userId="879f4c796d7a5333" providerId="LiveId" clId="{0C13D58B-97DF-4565-AAEC-23B22FE47640}" dt="2020-05-31T06:17:49.146" v="9130" actId="26606"/>
          <ac:spMkLst>
            <pc:docMk/>
            <pc:sldMk cId="2160315358" sldId="280"/>
            <ac:spMk id="86" creationId="{9073D962-D3D2-4A72-8593-65C213CBFFC3}"/>
          </ac:spMkLst>
        </pc:spChg>
        <pc:spChg chg="add del">
          <ac:chgData name="동혁 임" userId="879f4c796d7a5333" providerId="LiveId" clId="{0C13D58B-97DF-4565-AAEC-23B22FE47640}" dt="2020-05-31T06:17:49.146" v="9130" actId="26606"/>
          <ac:spMkLst>
            <pc:docMk/>
            <pc:sldMk cId="2160315358" sldId="280"/>
            <ac:spMk id="87" creationId="{2387511B-F6E1-4929-AC90-94FB8B6B0F41}"/>
          </ac:spMkLst>
        </pc:spChg>
        <pc:spChg chg="add del">
          <ac:chgData name="동혁 임" userId="879f4c796d7a5333" providerId="LiveId" clId="{0C13D58B-97DF-4565-AAEC-23B22FE47640}" dt="2020-05-31T06:17:49.146" v="9130" actId="26606"/>
          <ac:spMkLst>
            <pc:docMk/>
            <pc:sldMk cId="2160315358" sldId="280"/>
            <ac:spMk id="88" creationId="{AA58F78C-27AB-465F-AA33-15E08AF267F9}"/>
          </ac:spMkLst>
        </pc:spChg>
        <pc:spChg chg="add del">
          <ac:chgData name="동혁 임" userId="879f4c796d7a5333" providerId="LiveId" clId="{0C13D58B-97DF-4565-AAEC-23B22FE47640}" dt="2020-05-31T06:17:50.397" v="9132" actId="26606"/>
          <ac:spMkLst>
            <pc:docMk/>
            <pc:sldMk cId="2160315358" sldId="280"/>
            <ac:spMk id="90" creationId="{11CA6726-6071-461E-8A94-86FD36CBFBDB}"/>
          </ac:spMkLst>
        </pc:spChg>
        <pc:spChg chg="add del">
          <ac:chgData name="동혁 임" userId="879f4c796d7a5333" providerId="LiveId" clId="{0C13D58B-97DF-4565-AAEC-23B22FE47640}" dt="2020-05-31T06:17:50.397" v="9132" actId="26606"/>
          <ac:spMkLst>
            <pc:docMk/>
            <pc:sldMk cId="2160315358" sldId="280"/>
            <ac:spMk id="91" creationId="{9073D962-D3D2-4A72-8593-65C213CBFFC3}"/>
          </ac:spMkLst>
        </pc:spChg>
        <pc:spChg chg="add del">
          <ac:chgData name="동혁 임" userId="879f4c796d7a5333" providerId="LiveId" clId="{0C13D58B-97DF-4565-AAEC-23B22FE47640}" dt="2020-05-31T06:17:50.397" v="9132" actId="26606"/>
          <ac:spMkLst>
            <pc:docMk/>
            <pc:sldMk cId="2160315358" sldId="280"/>
            <ac:spMk id="92" creationId="{2387511B-F6E1-4929-AC90-94FB8B6B0F41}"/>
          </ac:spMkLst>
        </pc:spChg>
        <pc:spChg chg="add del">
          <ac:chgData name="동혁 임" userId="879f4c796d7a5333" providerId="LiveId" clId="{0C13D58B-97DF-4565-AAEC-23B22FE47640}" dt="2020-05-31T06:17:50.397" v="9132" actId="26606"/>
          <ac:spMkLst>
            <pc:docMk/>
            <pc:sldMk cId="2160315358" sldId="280"/>
            <ac:spMk id="93" creationId="{AA58F78C-27AB-465F-AA33-15E08AF267F9}"/>
          </ac:spMkLst>
        </pc:spChg>
        <pc:spChg chg="add del">
          <ac:chgData name="동혁 임" userId="879f4c796d7a5333" providerId="LiveId" clId="{0C13D58B-97DF-4565-AAEC-23B22FE47640}" dt="2020-05-31T06:17:51.160" v="9134" actId="26606"/>
          <ac:spMkLst>
            <pc:docMk/>
            <pc:sldMk cId="2160315358" sldId="280"/>
            <ac:spMk id="95" creationId="{87A87D8F-9102-4047-BDED-363F664AE5EB}"/>
          </ac:spMkLst>
        </pc:spChg>
        <pc:spChg chg="add del">
          <ac:chgData name="동혁 임" userId="879f4c796d7a5333" providerId="LiveId" clId="{0C13D58B-97DF-4565-AAEC-23B22FE47640}" dt="2020-05-31T06:17:51.160" v="9134" actId="26606"/>
          <ac:spMkLst>
            <pc:docMk/>
            <pc:sldMk cId="2160315358" sldId="280"/>
            <ac:spMk id="96" creationId="{9073D962-D3D2-4A72-8593-65C213CBFFC3}"/>
          </ac:spMkLst>
        </pc:spChg>
        <pc:spChg chg="add del">
          <ac:chgData name="동혁 임" userId="879f4c796d7a5333" providerId="LiveId" clId="{0C13D58B-97DF-4565-AAEC-23B22FE47640}" dt="2020-05-31T06:17:51.160" v="9134" actId="26606"/>
          <ac:spMkLst>
            <pc:docMk/>
            <pc:sldMk cId="2160315358" sldId="280"/>
            <ac:spMk id="97" creationId="{2387511B-F6E1-4929-AC90-94FB8B6B0F41}"/>
          </ac:spMkLst>
        </pc:spChg>
        <pc:spChg chg="add del">
          <ac:chgData name="동혁 임" userId="879f4c796d7a5333" providerId="LiveId" clId="{0C13D58B-97DF-4565-AAEC-23B22FE47640}" dt="2020-05-31T06:17:51.160" v="9134" actId="26606"/>
          <ac:spMkLst>
            <pc:docMk/>
            <pc:sldMk cId="2160315358" sldId="280"/>
            <ac:spMk id="98" creationId="{AA58F78C-27AB-465F-AA33-15E08AF267F9}"/>
          </ac:spMkLst>
        </pc:spChg>
        <pc:spChg chg="add del">
          <ac:chgData name="동혁 임" userId="879f4c796d7a5333" providerId="LiveId" clId="{0C13D58B-97DF-4565-AAEC-23B22FE47640}" dt="2020-05-31T06:17:51.600" v="9136" actId="26606"/>
          <ac:spMkLst>
            <pc:docMk/>
            <pc:sldMk cId="2160315358" sldId="280"/>
            <ac:spMk id="100" creationId="{D7F307E1-26FA-4252-94D1-9711C4518CA1}"/>
          </ac:spMkLst>
        </pc:spChg>
        <pc:spChg chg="add del">
          <ac:chgData name="동혁 임" userId="879f4c796d7a5333" providerId="LiveId" clId="{0C13D58B-97DF-4565-AAEC-23B22FE47640}" dt="2020-05-31T06:17:51.600" v="9136" actId="26606"/>
          <ac:spMkLst>
            <pc:docMk/>
            <pc:sldMk cId="2160315358" sldId="280"/>
            <ac:spMk id="101" creationId="{398DFB7A-5FB9-4FBB-8BD1-0DBC6A3652FB}"/>
          </ac:spMkLst>
        </pc:spChg>
        <pc:spChg chg="add del">
          <ac:chgData name="동혁 임" userId="879f4c796d7a5333" providerId="LiveId" clId="{0C13D58B-97DF-4565-AAEC-23B22FE47640}" dt="2020-05-31T06:17:51.600" v="9136" actId="26606"/>
          <ac:spMkLst>
            <pc:docMk/>
            <pc:sldMk cId="2160315358" sldId="280"/>
            <ac:spMk id="102" creationId="{357E4EC5-5150-4D8A-B97F-668E90752EC1}"/>
          </ac:spMkLst>
        </pc:spChg>
        <pc:spChg chg="add del">
          <ac:chgData name="동혁 임" userId="879f4c796d7a5333" providerId="LiveId" clId="{0C13D58B-97DF-4565-AAEC-23B22FE47640}" dt="2020-05-31T06:17:51.600" v="9136" actId="26606"/>
          <ac:spMkLst>
            <pc:docMk/>
            <pc:sldMk cId="2160315358" sldId="280"/>
            <ac:spMk id="103" creationId="{8C818ED5-2F56-4171-9445-3AA4F4462396}"/>
          </ac:spMkLst>
        </pc:spChg>
        <pc:spChg chg="add del">
          <ac:chgData name="동혁 임" userId="879f4c796d7a5333" providerId="LiveId" clId="{0C13D58B-97DF-4565-AAEC-23B22FE47640}" dt="2020-05-31T06:17:51.600" v="9136" actId="26606"/>
          <ac:spMkLst>
            <pc:docMk/>
            <pc:sldMk cId="2160315358" sldId="280"/>
            <ac:spMk id="104" creationId="{DE74FCE8-866C-4AFA-B45C-FACE2A6094E4}"/>
          </ac:spMkLst>
        </pc:spChg>
        <pc:spChg chg="add del">
          <ac:chgData name="동혁 임" userId="879f4c796d7a5333" providerId="LiveId" clId="{0C13D58B-97DF-4565-AAEC-23B22FE47640}" dt="2020-05-31T06:17:52.293" v="9138" actId="26606"/>
          <ac:spMkLst>
            <pc:docMk/>
            <pc:sldMk cId="2160315358" sldId="280"/>
            <ac:spMk id="106" creationId="{7979CB03-77A3-48F2-A1C8-52F03FCB3D00}"/>
          </ac:spMkLst>
        </pc:spChg>
        <pc:spChg chg="add del">
          <ac:chgData name="동혁 임" userId="879f4c796d7a5333" providerId="LiveId" clId="{0C13D58B-97DF-4565-AAEC-23B22FE47640}" dt="2020-05-31T06:17:52.293" v="9138" actId="26606"/>
          <ac:spMkLst>
            <pc:docMk/>
            <pc:sldMk cId="2160315358" sldId="280"/>
            <ac:spMk id="107" creationId="{9073D962-D3D2-4A72-8593-65C213CBFFC3}"/>
          </ac:spMkLst>
        </pc:spChg>
        <pc:spChg chg="add del">
          <ac:chgData name="동혁 임" userId="879f4c796d7a5333" providerId="LiveId" clId="{0C13D58B-97DF-4565-AAEC-23B22FE47640}" dt="2020-05-31T06:17:52.293" v="9138" actId="26606"/>
          <ac:spMkLst>
            <pc:docMk/>
            <pc:sldMk cId="2160315358" sldId="280"/>
            <ac:spMk id="108" creationId="{2387511B-F6E1-4929-AC90-94FB8B6B0F41}"/>
          </ac:spMkLst>
        </pc:spChg>
        <pc:spChg chg="add del">
          <ac:chgData name="동혁 임" userId="879f4c796d7a5333" providerId="LiveId" clId="{0C13D58B-97DF-4565-AAEC-23B22FE47640}" dt="2020-05-31T06:17:52.293" v="9138" actId="26606"/>
          <ac:spMkLst>
            <pc:docMk/>
            <pc:sldMk cId="2160315358" sldId="280"/>
            <ac:spMk id="109" creationId="{AA58F78C-27AB-465F-AA33-15E08AF267F9}"/>
          </ac:spMkLst>
        </pc:spChg>
        <pc:spChg chg="add del">
          <ac:chgData name="동혁 임" userId="879f4c796d7a5333" providerId="LiveId" clId="{0C13D58B-97DF-4565-AAEC-23B22FE47640}" dt="2020-05-31T06:17:53.821" v="9140" actId="26606"/>
          <ac:spMkLst>
            <pc:docMk/>
            <pc:sldMk cId="2160315358" sldId="280"/>
            <ac:spMk id="111" creationId="{E142508D-DCB4-49FC-885E-2CF85330EC61}"/>
          </ac:spMkLst>
        </pc:spChg>
        <pc:spChg chg="add del">
          <ac:chgData name="동혁 임" userId="879f4c796d7a5333" providerId="LiveId" clId="{0C13D58B-97DF-4565-AAEC-23B22FE47640}" dt="2020-05-31T06:17:53.821" v="9140" actId="26606"/>
          <ac:spMkLst>
            <pc:docMk/>
            <pc:sldMk cId="2160315358" sldId="280"/>
            <ac:spMk id="112" creationId="{2791DBF5-3FCA-4011-AF8A-650D650F9F64}"/>
          </ac:spMkLst>
        </pc:spChg>
        <pc:spChg chg="add del">
          <ac:chgData name="동혁 임" userId="879f4c796d7a5333" providerId="LiveId" clId="{0C13D58B-97DF-4565-AAEC-23B22FE47640}" dt="2020-05-31T06:17:53.821" v="9140" actId="26606"/>
          <ac:spMkLst>
            <pc:docMk/>
            <pc:sldMk cId="2160315358" sldId="280"/>
            <ac:spMk id="113" creationId="{D964C04B-075F-470A-BC51-AF7231465411}"/>
          </ac:spMkLst>
        </pc:spChg>
        <pc:spChg chg="add del">
          <ac:chgData name="동혁 임" userId="879f4c796d7a5333" providerId="LiveId" clId="{0C13D58B-97DF-4565-AAEC-23B22FE47640}" dt="2020-05-31T06:17:53.821" v="9140" actId="26606"/>
          <ac:spMkLst>
            <pc:docMk/>
            <pc:sldMk cId="2160315358" sldId="280"/>
            <ac:spMk id="114" creationId="{157AB58F-FDBA-4575-9E72-86B7F843FD96}"/>
          </ac:spMkLst>
        </pc:spChg>
        <pc:spChg chg="add del">
          <ac:chgData name="동혁 임" userId="879f4c796d7a5333" providerId="LiveId" clId="{0C13D58B-97DF-4565-AAEC-23B22FE47640}" dt="2020-05-31T06:17:53.821" v="9140" actId="26606"/>
          <ac:spMkLst>
            <pc:docMk/>
            <pc:sldMk cId="2160315358" sldId="280"/>
            <ac:spMk id="115" creationId="{90D78486-07CC-4AFC-93CC-B95A73D03DA8}"/>
          </ac:spMkLst>
        </pc:spChg>
        <pc:spChg chg="add del">
          <ac:chgData name="동혁 임" userId="879f4c796d7a5333" providerId="LiveId" clId="{0C13D58B-97DF-4565-AAEC-23B22FE47640}" dt="2020-05-31T06:17:58.431" v="9142" actId="26606"/>
          <ac:spMkLst>
            <pc:docMk/>
            <pc:sldMk cId="2160315358" sldId="280"/>
            <ac:spMk id="117" creationId="{9CCE8A2E-61E7-4667-90A8-34285A8C4057}"/>
          </ac:spMkLst>
        </pc:spChg>
        <pc:spChg chg="add del">
          <ac:chgData name="동혁 임" userId="879f4c796d7a5333" providerId="LiveId" clId="{0C13D58B-97DF-4565-AAEC-23B22FE47640}" dt="2020-05-31T06:17:58.431" v="9142" actId="26606"/>
          <ac:spMkLst>
            <pc:docMk/>
            <pc:sldMk cId="2160315358" sldId="280"/>
            <ac:spMk id="118" creationId="{1C938212-FA12-4FF1-87C8-ACDE99D06F69}"/>
          </ac:spMkLst>
        </pc:spChg>
        <pc:spChg chg="add del">
          <ac:chgData name="동혁 임" userId="879f4c796d7a5333" providerId="LiveId" clId="{0C13D58B-97DF-4565-AAEC-23B22FE47640}" dt="2020-05-31T06:17:58.431" v="9142" actId="26606"/>
          <ac:spMkLst>
            <pc:docMk/>
            <pc:sldMk cId="2160315358" sldId="280"/>
            <ac:spMk id="119" creationId="{369F152D-E540-4B48-BA11-2ADF043C6111}"/>
          </ac:spMkLst>
        </pc:spChg>
        <pc:spChg chg="add del">
          <ac:chgData name="동혁 임" userId="879f4c796d7a5333" providerId="LiveId" clId="{0C13D58B-97DF-4565-AAEC-23B22FE47640}" dt="2020-05-31T06:17:58.431" v="9142" actId="26606"/>
          <ac:spMkLst>
            <pc:docMk/>
            <pc:sldMk cId="2160315358" sldId="280"/>
            <ac:spMk id="120" creationId="{0C059F7E-04C4-4C46-9B3E-E5CE267E347D}"/>
          </ac:spMkLst>
        </pc:spChg>
        <pc:spChg chg="add del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122" creationId="{93062723-6941-4ABE-8146-AC6FA530BA4C}"/>
          </ac:spMkLst>
        </pc:spChg>
        <pc:spChg chg="add del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123" creationId="{917859B3-4C91-478D-929D-BB6433F90849}"/>
          </ac:spMkLst>
        </pc:spChg>
        <pc:spChg chg="add del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124" creationId="{6283FBD2-A663-469F-855C-06D86E3C1161}"/>
          </ac:spMkLst>
        </pc:spChg>
        <pc:spChg chg="add del">
          <ac:chgData name="동혁 임" userId="879f4c796d7a5333" providerId="LiveId" clId="{0C13D58B-97DF-4565-AAEC-23B22FE47640}" dt="2020-05-31T06:18:22.175" v="9213" actId="26606"/>
          <ac:spMkLst>
            <pc:docMk/>
            <pc:sldMk cId="2160315358" sldId="280"/>
            <ac:spMk id="125" creationId="{8A1279FC-7441-4E55-B082-2774E6316482}"/>
          </ac:spMkLst>
        </pc:spChg>
        <pc:spChg chg="add del">
          <ac:chgData name="동혁 임" userId="879f4c796d7a5333" providerId="LiveId" clId="{0C13D58B-97DF-4565-AAEC-23B22FE47640}" dt="2020-05-31T06:18:18.870" v="9209" actId="26606"/>
          <ac:spMkLst>
            <pc:docMk/>
            <pc:sldMk cId="2160315358" sldId="280"/>
            <ac:spMk id="130" creationId="{4E98B8B0-573C-43DD-85FE-31433D57070C}"/>
          </ac:spMkLst>
        </pc:spChg>
        <pc:spChg chg="add del">
          <ac:chgData name="동혁 임" userId="879f4c796d7a5333" providerId="LiveId" clId="{0C13D58B-97DF-4565-AAEC-23B22FE47640}" dt="2020-05-31T06:18:18.870" v="9209" actId="26606"/>
          <ac:spMkLst>
            <pc:docMk/>
            <pc:sldMk cId="2160315358" sldId="280"/>
            <ac:spMk id="132" creationId="{0ADDB668-2CA4-4D2B-9C34-3487CA330BA8}"/>
          </ac:spMkLst>
        </pc:spChg>
        <pc:spChg chg="add del">
          <ac:chgData name="동혁 임" userId="879f4c796d7a5333" providerId="LiveId" clId="{0C13D58B-97DF-4565-AAEC-23B22FE47640}" dt="2020-05-31T06:18:18.870" v="9209" actId="26606"/>
          <ac:spMkLst>
            <pc:docMk/>
            <pc:sldMk cId="2160315358" sldId="280"/>
            <ac:spMk id="134" creationId="{2568BC19-F052-4108-93E1-6A3D1DEC072F}"/>
          </ac:spMkLst>
        </pc:spChg>
        <pc:spChg chg="add del">
          <ac:chgData name="동혁 임" userId="879f4c796d7a5333" providerId="LiveId" clId="{0C13D58B-97DF-4565-AAEC-23B22FE47640}" dt="2020-05-31T06:18:18.870" v="9209" actId="26606"/>
          <ac:spMkLst>
            <pc:docMk/>
            <pc:sldMk cId="2160315358" sldId="280"/>
            <ac:spMk id="136" creationId="{D5FD337D-4D6B-4C8B-B6F5-121097E09881}"/>
          </ac:spMkLst>
        </pc:spChg>
        <pc:spChg chg="add del">
          <ac:chgData name="동혁 임" userId="879f4c796d7a5333" providerId="LiveId" clId="{0C13D58B-97DF-4565-AAEC-23B22FE47640}" dt="2020-05-31T06:18:21.677" v="9211" actId="26606"/>
          <ac:spMkLst>
            <pc:docMk/>
            <pc:sldMk cId="2160315358" sldId="280"/>
            <ac:spMk id="138" creationId="{2E45EA07-5778-4716-A1E3-516D77B73702}"/>
          </ac:spMkLst>
        </pc:spChg>
        <pc:spChg chg="add del">
          <ac:chgData name="동혁 임" userId="879f4c796d7a5333" providerId="LiveId" clId="{0C13D58B-97DF-4565-AAEC-23B22FE47640}" dt="2020-05-31T06:18:21.677" v="9211" actId="26606"/>
          <ac:spMkLst>
            <pc:docMk/>
            <pc:sldMk cId="2160315358" sldId="280"/>
            <ac:spMk id="139" creationId="{2F3FC03D-8AE4-4034-A0C7-8180088B816A}"/>
          </ac:spMkLst>
        </pc:spChg>
        <pc:spChg chg="add del">
          <ac:chgData name="동혁 임" userId="879f4c796d7a5333" providerId="LiveId" clId="{0C13D58B-97DF-4565-AAEC-23B22FE47640}" dt="2020-05-31T06:18:21.677" v="9211" actId="26606"/>
          <ac:spMkLst>
            <pc:docMk/>
            <pc:sldMk cId="2160315358" sldId="280"/>
            <ac:spMk id="140" creationId="{A57047B1-C902-4225-94C5-A9B56D455B59}"/>
          </ac:spMkLst>
        </pc:spChg>
        <pc:spChg chg="add del">
          <ac:chgData name="동혁 임" userId="879f4c796d7a5333" providerId="LiveId" clId="{0C13D58B-97DF-4565-AAEC-23B22FE47640}" dt="2020-05-31T06:18:21.677" v="9211" actId="26606"/>
          <ac:spMkLst>
            <pc:docMk/>
            <pc:sldMk cId="2160315358" sldId="280"/>
            <ac:spMk id="141" creationId="{12FD69FC-E69E-4F4F-AC1C-4297656E0C53}"/>
          </ac:spMkLst>
        </pc:spChg>
        <pc:picChg chg="add del mod">
          <ac:chgData name="동혁 임" userId="879f4c796d7a5333" providerId="LiveId" clId="{0C13D58B-97DF-4565-AAEC-23B22FE47640}" dt="2020-05-31T06:13:17.198" v="8561" actId="931"/>
          <ac:picMkLst>
            <pc:docMk/>
            <pc:sldMk cId="2160315358" sldId="280"/>
            <ac:picMk id="6" creationId="{6A06CBF6-29A7-4049-AE58-0663E5D32FA6}"/>
          </ac:picMkLst>
        </pc:picChg>
        <pc:picChg chg="add del mod">
          <ac:chgData name="동혁 임" userId="879f4c796d7a5333" providerId="LiveId" clId="{0C13D58B-97DF-4565-AAEC-23B22FE47640}" dt="2020-05-31T06:13:17.198" v="8561" actId="931"/>
          <ac:picMkLst>
            <pc:docMk/>
            <pc:sldMk cId="2160315358" sldId="280"/>
            <ac:picMk id="8" creationId="{73294B03-AA3A-4233-978E-4752B9B5831C}"/>
          </ac:picMkLst>
        </pc:picChg>
        <pc:picChg chg="add del mod">
          <ac:chgData name="동혁 임" userId="879f4c796d7a5333" providerId="LiveId" clId="{0C13D58B-97DF-4565-AAEC-23B22FE47640}" dt="2020-05-31T06:13:17.198" v="8561" actId="931"/>
          <ac:picMkLst>
            <pc:docMk/>
            <pc:sldMk cId="2160315358" sldId="280"/>
            <ac:picMk id="10" creationId="{F4A0446B-4C50-4A38-B2D1-25E56B9F8E8E}"/>
          </ac:picMkLst>
        </pc:picChg>
        <pc:picChg chg="add del mod">
          <ac:chgData name="동혁 임" userId="879f4c796d7a5333" providerId="LiveId" clId="{0C13D58B-97DF-4565-AAEC-23B22FE47640}" dt="2020-05-31T06:13:17.198" v="8561" actId="931"/>
          <ac:picMkLst>
            <pc:docMk/>
            <pc:sldMk cId="2160315358" sldId="280"/>
            <ac:picMk id="12" creationId="{7C9EAFA3-70CA-4EA7-A40E-AC4A9FC810F1}"/>
          </ac:picMkLst>
        </pc:picChg>
        <pc:picChg chg="add del mod">
          <ac:chgData name="동혁 임" userId="879f4c796d7a5333" providerId="LiveId" clId="{0C13D58B-97DF-4565-AAEC-23B22FE47640}" dt="2020-05-31T06:13:17.198" v="8561" actId="931"/>
          <ac:picMkLst>
            <pc:docMk/>
            <pc:sldMk cId="2160315358" sldId="280"/>
            <ac:picMk id="14" creationId="{F3BD20B2-04C5-4B1E-8431-20041233FD2C}"/>
          </ac:picMkLst>
        </pc:picChg>
        <pc:picChg chg="add del mod">
          <ac:chgData name="동혁 임" userId="879f4c796d7a5333" providerId="LiveId" clId="{0C13D58B-97DF-4565-AAEC-23B22FE47640}" dt="2020-05-31T06:13:24.050" v="8566" actId="931"/>
          <ac:picMkLst>
            <pc:docMk/>
            <pc:sldMk cId="2160315358" sldId="280"/>
            <ac:picMk id="16" creationId="{3B79D3D6-9E22-48E3-8CCB-A688F14A27A7}"/>
          </ac:picMkLst>
        </pc:picChg>
        <pc:picChg chg="add del mod ord">
          <ac:chgData name="동혁 임" userId="879f4c796d7a5333" providerId="LiveId" clId="{0C13D58B-97DF-4565-AAEC-23B22FE47640}" dt="2020-05-31T06:14:32.526" v="8585" actId="931"/>
          <ac:picMkLst>
            <pc:docMk/>
            <pc:sldMk cId="2160315358" sldId="280"/>
            <ac:picMk id="18" creationId="{3E67E643-213D-458F-B594-3F372EF6C239}"/>
          </ac:picMkLst>
        </pc:picChg>
        <pc:picChg chg="add del mod ord">
          <ac:chgData name="동혁 임" userId="879f4c796d7a5333" providerId="LiveId" clId="{0C13D58B-97DF-4565-AAEC-23B22FE47640}" dt="2020-05-31T06:14:32.526" v="8585" actId="931"/>
          <ac:picMkLst>
            <pc:docMk/>
            <pc:sldMk cId="2160315358" sldId="280"/>
            <ac:picMk id="20" creationId="{778A9594-FED4-4C03-8B7D-1B424A898C30}"/>
          </ac:picMkLst>
        </pc:picChg>
        <pc:picChg chg="add del mod">
          <ac:chgData name="동혁 임" userId="879f4c796d7a5333" providerId="LiveId" clId="{0C13D58B-97DF-4565-AAEC-23B22FE47640}" dt="2020-05-31T06:14:32.526" v="8585" actId="931"/>
          <ac:picMkLst>
            <pc:docMk/>
            <pc:sldMk cId="2160315358" sldId="280"/>
            <ac:picMk id="22" creationId="{3A8C2646-25D2-483C-9F99-8AD087C5E1A3}"/>
          </ac:picMkLst>
        </pc:picChg>
        <pc:picChg chg="add del mod ord">
          <ac:chgData name="동혁 임" userId="879f4c796d7a5333" providerId="LiveId" clId="{0C13D58B-97DF-4565-AAEC-23B22FE47640}" dt="2020-05-31T06:14:32.526" v="8585" actId="931"/>
          <ac:picMkLst>
            <pc:docMk/>
            <pc:sldMk cId="2160315358" sldId="280"/>
            <ac:picMk id="24" creationId="{A08254EB-12FE-4E8F-835E-04EB7FE5309C}"/>
          </ac:picMkLst>
        </pc:picChg>
        <pc:picChg chg="add mod ord modCrop">
          <ac:chgData name="동혁 임" userId="879f4c796d7a5333" providerId="LiveId" clId="{0C13D58B-97DF-4565-AAEC-23B22FE47640}" dt="2020-05-31T06:18:22.523" v="9214" actId="18131"/>
          <ac:picMkLst>
            <pc:docMk/>
            <pc:sldMk cId="2160315358" sldId="280"/>
            <ac:picMk id="26" creationId="{C5D27D67-BCF3-4216-AC67-705AE467BCC7}"/>
          </ac:picMkLst>
        </pc:picChg>
        <pc:picChg chg="add mod ord">
          <ac:chgData name="동혁 임" userId="879f4c796d7a5333" providerId="LiveId" clId="{0C13D58B-97DF-4565-AAEC-23B22FE47640}" dt="2020-05-31T06:18:22.175" v="9213" actId="26606"/>
          <ac:picMkLst>
            <pc:docMk/>
            <pc:sldMk cId="2160315358" sldId="280"/>
            <ac:picMk id="30" creationId="{60FD1FC3-F75F-4797-8B88-0E0954D7A947}"/>
          </ac:picMkLst>
        </pc:picChg>
        <pc:picChg chg="add mod ord">
          <ac:chgData name="동혁 임" userId="879f4c796d7a5333" providerId="LiveId" clId="{0C13D58B-97DF-4565-AAEC-23B22FE47640}" dt="2020-05-31T06:18:22.175" v="9213" actId="26606"/>
          <ac:picMkLst>
            <pc:docMk/>
            <pc:sldMk cId="2160315358" sldId="280"/>
            <ac:picMk id="34" creationId="{F9E6FB03-3C0D-4D44-AE1B-E877B35A0BB1}"/>
          </ac:picMkLst>
        </pc:picChg>
        <pc:picChg chg="add mod ord modCrop">
          <ac:chgData name="동혁 임" userId="879f4c796d7a5333" providerId="LiveId" clId="{0C13D58B-97DF-4565-AAEC-23B22FE47640}" dt="2020-05-31T06:18:22.854" v="9215" actId="18131"/>
          <ac:picMkLst>
            <pc:docMk/>
            <pc:sldMk cId="2160315358" sldId="280"/>
            <ac:picMk id="38" creationId="{5B6C1C31-BA4D-4014-848D-DCB04BAA6E91}"/>
          </ac:picMkLst>
        </pc:picChg>
        <pc:cxnChg chg="add del">
          <ac:chgData name="동혁 임" userId="879f4c796d7a5333" providerId="LiveId" clId="{0C13D58B-97DF-4565-AAEC-23B22FE47640}" dt="2020-05-31T06:14:08.610" v="8581" actId="26606"/>
          <ac:cxnSpMkLst>
            <pc:docMk/>
            <pc:sldMk cId="2160315358" sldId="280"/>
            <ac:cxnSpMk id="51" creationId="{F085D7B9-E066-4923-8CB7-294BF306296A}"/>
          </ac:cxnSpMkLst>
        </pc:cxnChg>
        <pc:cxnChg chg="add del">
          <ac:chgData name="동혁 임" userId="879f4c796d7a5333" providerId="LiveId" clId="{0C13D58B-97DF-4565-AAEC-23B22FE47640}" dt="2020-05-31T06:14:08.610" v="8581" actId="26606"/>
          <ac:cxnSpMkLst>
            <pc:docMk/>
            <pc:sldMk cId="2160315358" sldId="280"/>
            <ac:cxnSpMk id="52" creationId="{25443840-A796-4C43-8DC1-1B738EFEC522}"/>
          </ac:cxnSpMkLst>
        </pc:cxnChg>
      </pc:sldChg>
      <pc:sldChg chg="addSp delSp modSp add mod setBg setClrOvrMap">
        <pc:chgData name="동혁 임" userId="879f4c796d7a5333" providerId="LiveId" clId="{0C13D58B-97DF-4565-AAEC-23B22FE47640}" dt="2020-05-31T06:39:16.574" v="11773" actId="2711"/>
        <pc:sldMkLst>
          <pc:docMk/>
          <pc:sldMk cId="3578491068" sldId="281"/>
        </pc:sldMkLst>
        <pc:spChg chg="mod ord">
          <ac:chgData name="동혁 임" userId="879f4c796d7a5333" providerId="LiveId" clId="{0C13D58B-97DF-4565-AAEC-23B22FE47640}" dt="2020-05-31T06:39:16.574" v="11773" actId="2711"/>
          <ac:spMkLst>
            <pc:docMk/>
            <pc:sldMk cId="3578491068" sldId="281"/>
            <ac:spMk id="2" creationId="{D27DD808-C94F-43BA-9F56-04FC02B0EFAE}"/>
          </ac:spMkLst>
        </pc:spChg>
        <pc:spChg chg="del">
          <ac:chgData name="동혁 임" userId="879f4c796d7a5333" providerId="LiveId" clId="{0C13D58B-97DF-4565-AAEC-23B22FE47640}" dt="2020-05-31T06:30:10.514" v="9979" actId="931"/>
          <ac:spMkLst>
            <pc:docMk/>
            <pc:sldMk cId="3578491068" sldId="281"/>
            <ac:spMk id="3" creationId="{1CE71336-2A36-4CDB-8B26-281461846BA3}"/>
          </ac:spMkLst>
        </pc:spChg>
        <pc:spChg chg="mod">
          <ac:chgData name="동혁 임" userId="879f4c796d7a5333" providerId="LiveId" clId="{0C13D58B-97DF-4565-AAEC-23B22FE47640}" dt="2020-05-31T06:39:16.574" v="11773" actId="2711"/>
          <ac:spMkLst>
            <pc:docMk/>
            <pc:sldMk cId="3578491068" sldId="281"/>
            <ac:spMk id="4" creationId="{D2C48510-8A8C-485D-922C-C2BDE805E441}"/>
          </ac:spMkLst>
        </pc:spChg>
        <pc:spChg chg="add">
          <ac:chgData name="동혁 임" userId="879f4c796d7a5333" providerId="LiveId" clId="{0C13D58B-97DF-4565-AAEC-23B22FE47640}" dt="2020-05-31T06:32:26.074" v="10598" actId="26606"/>
          <ac:spMkLst>
            <pc:docMk/>
            <pc:sldMk cId="3578491068" sldId="281"/>
            <ac:spMk id="8" creationId="{D1A4588A-55D5-49B8-BE41-54ACDCFF2C17}"/>
          </ac:spMkLst>
        </pc:spChg>
        <pc:spChg chg="add">
          <ac:chgData name="동혁 임" userId="879f4c796d7a5333" providerId="LiveId" clId="{0C13D58B-97DF-4565-AAEC-23B22FE47640}" dt="2020-05-31T06:32:26.074" v="10598" actId="26606"/>
          <ac:spMkLst>
            <pc:docMk/>
            <pc:sldMk cId="3578491068" sldId="281"/>
            <ac:spMk id="9" creationId="{F97E7EA2-EDCD-47E9-81BC-415C606D1B58}"/>
          </ac:spMkLst>
        </pc:spChg>
        <pc:spChg chg="add del">
          <ac:chgData name="동혁 임" userId="879f4c796d7a5333" providerId="LiveId" clId="{0C13D58B-97DF-4565-AAEC-23B22FE47640}" dt="2020-05-31T06:31:23.580" v="10257" actId="26606"/>
          <ac:spMkLst>
            <pc:docMk/>
            <pc:sldMk cId="3578491068" sldId="281"/>
            <ac:spMk id="11" creationId="{155D7866-985D-4D23-BF0E-72CA30F5C7E9}"/>
          </ac:spMkLst>
        </pc:spChg>
        <pc:spChg chg="add del">
          <ac:chgData name="동혁 임" userId="879f4c796d7a5333" providerId="LiveId" clId="{0C13D58B-97DF-4565-AAEC-23B22FE47640}" dt="2020-05-31T06:31:23.580" v="10257" actId="26606"/>
          <ac:spMkLst>
            <pc:docMk/>
            <pc:sldMk cId="3578491068" sldId="281"/>
            <ac:spMk id="13" creationId="{0ADDB668-2CA4-4D2B-9C34-3487CA330BA8}"/>
          </ac:spMkLst>
        </pc:spChg>
        <pc:spChg chg="add del">
          <ac:chgData name="동혁 임" userId="879f4c796d7a5333" providerId="LiveId" clId="{0C13D58B-97DF-4565-AAEC-23B22FE47640}" dt="2020-05-31T06:31:23.580" v="10257" actId="26606"/>
          <ac:spMkLst>
            <pc:docMk/>
            <pc:sldMk cId="3578491068" sldId="281"/>
            <ac:spMk id="15" creationId="{2568BC19-F052-4108-93E1-6A3D1DEC072F}"/>
          </ac:spMkLst>
        </pc:spChg>
        <pc:spChg chg="add del">
          <ac:chgData name="동혁 임" userId="879f4c796d7a5333" providerId="LiveId" clId="{0C13D58B-97DF-4565-AAEC-23B22FE47640}" dt="2020-05-31T06:31:23.580" v="10257" actId="26606"/>
          <ac:spMkLst>
            <pc:docMk/>
            <pc:sldMk cId="3578491068" sldId="281"/>
            <ac:spMk id="17" creationId="{D5FD337D-4D6B-4C8B-B6F5-121097E09881}"/>
          </ac:spMkLst>
        </pc:spChg>
        <pc:spChg chg="add del">
          <ac:chgData name="동혁 임" userId="879f4c796d7a5333" providerId="LiveId" clId="{0C13D58B-97DF-4565-AAEC-23B22FE47640}" dt="2020-05-31T06:31:24.229" v="10259" actId="26606"/>
          <ac:spMkLst>
            <pc:docMk/>
            <pc:sldMk cId="3578491068" sldId="281"/>
            <ac:spMk id="19" creationId="{08C9B587-E65E-4B52-B37C-ABEBB6E87928}"/>
          </ac:spMkLst>
        </pc:spChg>
        <pc:spChg chg="add del">
          <ac:chgData name="동혁 임" userId="879f4c796d7a5333" providerId="LiveId" clId="{0C13D58B-97DF-4565-AAEC-23B22FE47640}" dt="2020-05-31T06:31:24.229" v="10259" actId="26606"/>
          <ac:spMkLst>
            <pc:docMk/>
            <pc:sldMk cId="3578491068" sldId="281"/>
            <ac:spMk id="20" creationId="{55666830-9A19-4E01-8505-D6C7F9AC5665}"/>
          </ac:spMkLst>
        </pc:spChg>
        <pc:spChg chg="add del">
          <ac:chgData name="동혁 임" userId="879f4c796d7a5333" providerId="LiveId" clId="{0C13D58B-97DF-4565-AAEC-23B22FE47640}" dt="2020-05-31T06:31:24.229" v="10259" actId="26606"/>
          <ac:spMkLst>
            <pc:docMk/>
            <pc:sldMk cId="3578491068" sldId="281"/>
            <ac:spMk id="21" creationId="{AE9FC877-7FB6-4D22-9988-35420644E202}"/>
          </ac:spMkLst>
        </pc:spChg>
        <pc:spChg chg="add del">
          <ac:chgData name="동혁 임" userId="879f4c796d7a5333" providerId="LiveId" clId="{0C13D58B-97DF-4565-AAEC-23B22FE47640}" dt="2020-05-31T06:31:24.229" v="10259" actId="26606"/>
          <ac:spMkLst>
            <pc:docMk/>
            <pc:sldMk cId="3578491068" sldId="281"/>
            <ac:spMk id="22" creationId="{E41809D1-F12E-46BB-B804-5F209D325E8B}"/>
          </ac:spMkLst>
        </pc:spChg>
        <pc:spChg chg="add del">
          <ac:chgData name="동혁 임" userId="879f4c796d7a5333" providerId="LiveId" clId="{0C13D58B-97DF-4565-AAEC-23B22FE47640}" dt="2020-05-31T06:31:24.229" v="10259" actId="26606"/>
          <ac:spMkLst>
            <pc:docMk/>
            <pc:sldMk cId="3578491068" sldId="281"/>
            <ac:spMk id="23" creationId="{AF2F604E-43BE-4DC3-B983-E071523364F8}"/>
          </ac:spMkLst>
        </pc:spChg>
        <pc:spChg chg="add del">
          <ac:chgData name="동혁 임" userId="879f4c796d7a5333" providerId="LiveId" clId="{0C13D58B-97DF-4565-AAEC-23B22FE47640}" dt="2020-05-31T06:31:24.666" v="10261" actId="26606"/>
          <ac:spMkLst>
            <pc:docMk/>
            <pc:sldMk cId="3578491068" sldId="281"/>
            <ac:spMk id="25" creationId="{526E0BFB-CDF1-4990-8C11-AC849311E0A8}"/>
          </ac:spMkLst>
        </pc:spChg>
        <pc:spChg chg="add del">
          <ac:chgData name="동혁 임" userId="879f4c796d7a5333" providerId="LiveId" clId="{0C13D58B-97DF-4565-AAEC-23B22FE47640}" dt="2020-05-31T06:31:24.666" v="10261" actId="26606"/>
          <ac:spMkLst>
            <pc:docMk/>
            <pc:sldMk cId="3578491068" sldId="281"/>
            <ac:spMk id="26" creationId="{6069A1F8-9BEB-4786-9694-FC48B2D75D21}"/>
          </ac:spMkLst>
        </pc:spChg>
        <pc:spChg chg="add del">
          <ac:chgData name="동혁 임" userId="879f4c796d7a5333" providerId="LiveId" clId="{0C13D58B-97DF-4565-AAEC-23B22FE47640}" dt="2020-05-31T06:31:24.666" v="10261" actId="26606"/>
          <ac:spMkLst>
            <pc:docMk/>
            <pc:sldMk cId="3578491068" sldId="281"/>
            <ac:spMk id="27" creationId="{AF2F604E-43BE-4DC3-B983-E071523364F8}"/>
          </ac:spMkLst>
        </pc:spChg>
        <pc:spChg chg="add del">
          <ac:chgData name="동혁 임" userId="879f4c796d7a5333" providerId="LiveId" clId="{0C13D58B-97DF-4565-AAEC-23B22FE47640}" dt="2020-05-31T06:31:24.666" v="10261" actId="26606"/>
          <ac:spMkLst>
            <pc:docMk/>
            <pc:sldMk cId="3578491068" sldId="281"/>
            <ac:spMk id="28" creationId="{08C9B587-E65E-4B52-B37C-ABEBB6E87928}"/>
          </ac:spMkLst>
        </pc:spChg>
        <pc:spChg chg="add del">
          <ac:chgData name="동혁 임" userId="879f4c796d7a5333" providerId="LiveId" clId="{0C13D58B-97DF-4565-AAEC-23B22FE47640}" dt="2020-05-31T06:31:25.329" v="10263" actId="26606"/>
          <ac:spMkLst>
            <pc:docMk/>
            <pc:sldMk cId="3578491068" sldId="281"/>
            <ac:spMk id="30" creationId="{55666830-9A19-4E01-8505-D6C7F9AC5665}"/>
          </ac:spMkLst>
        </pc:spChg>
        <pc:spChg chg="add del">
          <ac:chgData name="동혁 임" userId="879f4c796d7a5333" providerId="LiveId" clId="{0C13D58B-97DF-4565-AAEC-23B22FE47640}" dt="2020-05-31T06:31:25.329" v="10263" actId="26606"/>
          <ac:spMkLst>
            <pc:docMk/>
            <pc:sldMk cId="3578491068" sldId="281"/>
            <ac:spMk id="31" creationId="{AE9FC877-7FB6-4D22-9988-35420644E202}"/>
          </ac:spMkLst>
        </pc:spChg>
        <pc:spChg chg="add del">
          <ac:chgData name="동혁 임" userId="879f4c796d7a5333" providerId="LiveId" clId="{0C13D58B-97DF-4565-AAEC-23B22FE47640}" dt="2020-05-31T06:31:25.329" v="10263" actId="26606"/>
          <ac:spMkLst>
            <pc:docMk/>
            <pc:sldMk cId="3578491068" sldId="281"/>
            <ac:spMk id="32" creationId="{E41809D1-F12E-46BB-B804-5F209D325E8B}"/>
          </ac:spMkLst>
        </pc:spChg>
        <pc:spChg chg="add del">
          <ac:chgData name="동혁 임" userId="879f4c796d7a5333" providerId="LiveId" clId="{0C13D58B-97DF-4565-AAEC-23B22FE47640}" dt="2020-05-31T06:31:25.329" v="10263" actId="26606"/>
          <ac:spMkLst>
            <pc:docMk/>
            <pc:sldMk cId="3578491068" sldId="281"/>
            <ac:spMk id="33" creationId="{AF2F604E-43BE-4DC3-B983-E071523364F8}"/>
          </ac:spMkLst>
        </pc:spChg>
        <pc:spChg chg="add del">
          <ac:chgData name="동혁 임" userId="879f4c796d7a5333" providerId="LiveId" clId="{0C13D58B-97DF-4565-AAEC-23B22FE47640}" dt="2020-05-31T06:31:25.329" v="10263" actId="26606"/>
          <ac:spMkLst>
            <pc:docMk/>
            <pc:sldMk cId="3578491068" sldId="281"/>
            <ac:spMk id="34" creationId="{08C9B587-E65E-4B52-B37C-ABEBB6E87928}"/>
          </ac:spMkLst>
        </pc:spChg>
        <pc:spChg chg="add del">
          <ac:chgData name="동혁 임" userId="879f4c796d7a5333" providerId="LiveId" clId="{0C13D58B-97DF-4565-AAEC-23B22FE47640}" dt="2020-05-31T06:31:29.904" v="10265" actId="26606"/>
          <ac:spMkLst>
            <pc:docMk/>
            <pc:sldMk cId="3578491068" sldId="281"/>
            <ac:spMk id="36" creationId="{2FB82883-1DC0-4BE1-A607-009095F3355A}"/>
          </ac:spMkLst>
        </pc:spChg>
        <pc:spChg chg="add del">
          <ac:chgData name="동혁 임" userId="879f4c796d7a5333" providerId="LiveId" clId="{0C13D58B-97DF-4565-AAEC-23B22FE47640}" dt="2020-05-31T06:31:29.904" v="10265" actId="26606"/>
          <ac:spMkLst>
            <pc:docMk/>
            <pc:sldMk cId="3578491068" sldId="281"/>
            <ac:spMk id="37" creationId="{A3473CF9-37EB-43E7-89EF-D2D1C53D1DAC}"/>
          </ac:spMkLst>
        </pc:spChg>
        <pc:spChg chg="add del">
          <ac:chgData name="동혁 임" userId="879f4c796d7a5333" providerId="LiveId" clId="{0C13D58B-97DF-4565-AAEC-23B22FE47640}" dt="2020-05-31T06:31:29.904" v="10265" actId="26606"/>
          <ac:spMkLst>
            <pc:docMk/>
            <pc:sldMk cId="3578491068" sldId="281"/>
            <ac:spMk id="38" creationId="{586B4EF9-43BA-4655-A6FF-1D8E21574C95}"/>
          </ac:spMkLst>
        </pc:spChg>
        <pc:spChg chg="add del">
          <ac:chgData name="동혁 임" userId="879f4c796d7a5333" providerId="LiveId" clId="{0C13D58B-97DF-4565-AAEC-23B22FE47640}" dt="2020-05-31T06:31:30.312" v="10267" actId="26606"/>
          <ac:spMkLst>
            <pc:docMk/>
            <pc:sldMk cId="3578491068" sldId="281"/>
            <ac:spMk id="40" creationId="{0671A8AE-40A1-4631-A6B8-581AFF065482}"/>
          </ac:spMkLst>
        </pc:spChg>
        <pc:spChg chg="add del">
          <ac:chgData name="동혁 임" userId="879f4c796d7a5333" providerId="LiveId" clId="{0C13D58B-97DF-4565-AAEC-23B22FE47640}" dt="2020-05-31T06:31:30.312" v="10267" actId="26606"/>
          <ac:spMkLst>
            <pc:docMk/>
            <pc:sldMk cId="3578491068" sldId="281"/>
            <ac:spMk id="41" creationId="{AB58EF07-17C2-48CF-ABB0-EEF1F17CB8F0}"/>
          </ac:spMkLst>
        </pc:spChg>
        <pc:spChg chg="add del">
          <ac:chgData name="동혁 임" userId="879f4c796d7a5333" providerId="LiveId" clId="{0C13D58B-97DF-4565-AAEC-23B22FE47640}" dt="2020-05-31T06:31:30.312" v="10267" actId="26606"/>
          <ac:spMkLst>
            <pc:docMk/>
            <pc:sldMk cId="3578491068" sldId="281"/>
            <ac:spMk id="42" creationId="{AF2F604E-43BE-4DC3-B983-E071523364F8}"/>
          </ac:spMkLst>
        </pc:spChg>
        <pc:spChg chg="add del">
          <ac:chgData name="동혁 임" userId="879f4c796d7a5333" providerId="LiveId" clId="{0C13D58B-97DF-4565-AAEC-23B22FE47640}" dt="2020-05-31T06:31:30.312" v="10267" actId="26606"/>
          <ac:spMkLst>
            <pc:docMk/>
            <pc:sldMk cId="3578491068" sldId="281"/>
            <ac:spMk id="43" creationId="{08C9B587-E65E-4B52-B37C-ABEBB6E87928}"/>
          </ac:spMkLst>
        </pc:spChg>
        <pc:spChg chg="add del">
          <ac:chgData name="동혁 임" userId="879f4c796d7a5333" providerId="LiveId" clId="{0C13D58B-97DF-4565-AAEC-23B22FE47640}" dt="2020-05-31T06:31:34.626" v="10269" actId="26606"/>
          <ac:spMkLst>
            <pc:docMk/>
            <pc:sldMk cId="3578491068" sldId="281"/>
            <ac:spMk id="45" creationId="{2FB82883-1DC0-4BE1-A607-009095F3355A}"/>
          </ac:spMkLst>
        </pc:spChg>
        <pc:spChg chg="add del">
          <ac:chgData name="동혁 임" userId="879f4c796d7a5333" providerId="LiveId" clId="{0C13D58B-97DF-4565-AAEC-23B22FE47640}" dt="2020-05-31T06:31:34.626" v="10269" actId="26606"/>
          <ac:spMkLst>
            <pc:docMk/>
            <pc:sldMk cId="3578491068" sldId="281"/>
            <ac:spMk id="46" creationId="{A3473CF9-37EB-43E7-89EF-D2D1C53D1DAC}"/>
          </ac:spMkLst>
        </pc:spChg>
        <pc:spChg chg="add del">
          <ac:chgData name="동혁 임" userId="879f4c796d7a5333" providerId="LiveId" clId="{0C13D58B-97DF-4565-AAEC-23B22FE47640}" dt="2020-05-31T06:31:34.626" v="10269" actId="26606"/>
          <ac:spMkLst>
            <pc:docMk/>
            <pc:sldMk cId="3578491068" sldId="281"/>
            <ac:spMk id="47" creationId="{586B4EF9-43BA-4655-A6FF-1D8E21574C95}"/>
          </ac:spMkLst>
        </pc:spChg>
        <pc:spChg chg="add del">
          <ac:chgData name="동혁 임" userId="879f4c796d7a5333" providerId="LiveId" clId="{0C13D58B-97DF-4565-AAEC-23B22FE47640}" dt="2020-05-31T06:31:35.743" v="10271" actId="26606"/>
          <ac:spMkLst>
            <pc:docMk/>
            <pc:sldMk cId="3578491068" sldId="281"/>
            <ac:spMk id="49" creationId="{155D7866-985D-4D23-BF0E-72CA30F5C7E9}"/>
          </ac:spMkLst>
        </pc:spChg>
        <pc:spChg chg="add del">
          <ac:chgData name="동혁 임" userId="879f4c796d7a5333" providerId="LiveId" clId="{0C13D58B-97DF-4565-AAEC-23B22FE47640}" dt="2020-05-31T06:31:35.743" v="10271" actId="26606"/>
          <ac:spMkLst>
            <pc:docMk/>
            <pc:sldMk cId="3578491068" sldId="281"/>
            <ac:spMk id="50" creationId="{0ADDB668-2CA4-4D2B-9C34-3487CA330BA8}"/>
          </ac:spMkLst>
        </pc:spChg>
        <pc:spChg chg="add del">
          <ac:chgData name="동혁 임" userId="879f4c796d7a5333" providerId="LiveId" clId="{0C13D58B-97DF-4565-AAEC-23B22FE47640}" dt="2020-05-31T06:31:35.743" v="10271" actId="26606"/>
          <ac:spMkLst>
            <pc:docMk/>
            <pc:sldMk cId="3578491068" sldId="281"/>
            <ac:spMk id="51" creationId="{2568BC19-F052-4108-93E1-6A3D1DEC072F}"/>
          </ac:spMkLst>
        </pc:spChg>
        <pc:spChg chg="add del">
          <ac:chgData name="동혁 임" userId="879f4c796d7a5333" providerId="LiveId" clId="{0C13D58B-97DF-4565-AAEC-23B22FE47640}" dt="2020-05-31T06:31:35.743" v="10271" actId="26606"/>
          <ac:spMkLst>
            <pc:docMk/>
            <pc:sldMk cId="3578491068" sldId="281"/>
            <ac:spMk id="52" creationId="{D5FD337D-4D6B-4C8B-B6F5-121097E09881}"/>
          </ac:spMkLst>
        </pc:spChg>
        <pc:spChg chg="add del">
          <ac:chgData name="동혁 임" userId="879f4c796d7a5333" providerId="LiveId" clId="{0C13D58B-97DF-4565-AAEC-23B22FE47640}" dt="2020-05-31T06:32:06.623" v="10439" actId="26606"/>
          <ac:spMkLst>
            <pc:docMk/>
            <pc:sldMk cId="3578491068" sldId="281"/>
            <ac:spMk id="54" creationId="{55666830-9A19-4E01-8505-D6C7F9AC5665}"/>
          </ac:spMkLst>
        </pc:spChg>
        <pc:spChg chg="add del">
          <ac:chgData name="동혁 임" userId="879f4c796d7a5333" providerId="LiveId" clId="{0C13D58B-97DF-4565-AAEC-23B22FE47640}" dt="2020-05-31T06:32:06.623" v="10439" actId="26606"/>
          <ac:spMkLst>
            <pc:docMk/>
            <pc:sldMk cId="3578491068" sldId="281"/>
            <ac:spMk id="55" creationId="{AE9FC877-7FB6-4D22-9988-35420644E202}"/>
          </ac:spMkLst>
        </pc:spChg>
        <pc:spChg chg="add del">
          <ac:chgData name="동혁 임" userId="879f4c796d7a5333" providerId="LiveId" clId="{0C13D58B-97DF-4565-AAEC-23B22FE47640}" dt="2020-05-31T06:32:06.623" v="10439" actId="26606"/>
          <ac:spMkLst>
            <pc:docMk/>
            <pc:sldMk cId="3578491068" sldId="281"/>
            <ac:spMk id="56" creationId="{E41809D1-F12E-46BB-B804-5F209D325E8B}"/>
          </ac:spMkLst>
        </pc:spChg>
        <pc:spChg chg="add del">
          <ac:chgData name="동혁 임" userId="879f4c796d7a5333" providerId="LiveId" clId="{0C13D58B-97DF-4565-AAEC-23B22FE47640}" dt="2020-05-31T06:32:06.623" v="10439" actId="26606"/>
          <ac:spMkLst>
            <pc:docMk/>
            <pc:sldMk cId="3578491068" sldId="281"/>
            <ac:spMk id="57" creationId="{AF2F604E-43BE-4DC3-B983-E071523364F8}"/>
          </ac:spMkLst>
        </pc:spChg>
        <pc:spChg chg="add del">
          <ac:chgData name="동혁 임" userId="879f4c796d7a5333" providerId="LiveId" clId="{0C13D58B-97DF-4565-AAEC-23B22FE47640}" dt="2020-05-31T06:32:06.623" v="10439" actId="26606"/>
          <ac:spMkLst>
            <pc:docMk/>
            <pc:sldMk cId="3578491068" sldId="281"/>
            <ac:spMk id="58" creationId="{08C9B587-E65E-4B52-B37C-ABEBB6E87928}"/>
          </ac:spMkLst>
        </pc:spChg>
        <pc:picChg chg="add mod modCrop">
          <ac:chgData name="동혁 임" userId="879f4c796d7a5333" providerId="LiveId" clId="{0C13D58B-97DF-4565-AAEC-23B22FE47640}" dt="2020-05-31T06:32:26.074" v="10598" actId="26606"/>
          <ac:picMkLst>
            <pc:docMk/>
            <pc:sldMk cId="3578491068" sldId="281"/>
            <ac:picMk id="6" creationId="{D98CD408-A7FC-40E0-962E-8F202309888D}"/>
          </ac:picMkLst>
        </pc:picChg>
      </pc:sldChg>
      <pc:sldChg chg="addSp delSp modSp add mod setBg">
        <pc:chgData name="동혁 임" userId="879f4c796d7a5333" providerId="LiveId" clId="{0C13D58B-97DF-4565-AAEC-23B22FE47640}" dt="2020-05-31T06:39:19.378" v="11774" actId="2711"/>
        <pc:sldMkLst>
          <pc:docMk/>
          <pc:sldMk cId="307355850" sldId="282"/>
        </pc:sldMkLst>
        <pc:spChg chg="mod ord">
          <ac:chgData name="동혁 임" userId="879f4c796d7a5333" providerId="LiveId" clId="{0C13D58B-97DF-4565-AAEC-23B22FE47640}" dt="2020-05-31T06:39:19.378" v="11774" actId="2711"/>
          <ac:spMkLst>
            <pc:docMk/>
            <pc:sldMk cId="307355850" sldId="282"/>
            <ac:spMk id="2" creationId="{D27DD808-C94F-43BA-9F56-04FC02B0EFAE}"/>
          </ac:spMkLst>
        </pc:spChg>
        <pc:spChg chg="del mod">
          <ac:chgData name="동혁 임" userId="879f4c796d7a5333" providerId="LiveId" clId="{0C13D58B-97DF-4565-AAEC-23B22FE47640}" dt="2020-05-31T06:30:12.949" v="9984" actId="931"/>
          <ac:spMkLst>
            <pc:docMk/>
            <pc:sldMk cId="307355850" sldId="282"/>
            <ac:spMk id="3" creationId="{1CE71336-2A36-4CDB-8B26-281461846BA3}"/>
          </ac:spMkLst>
        </pc:spChg>
        <pc:spChg chg="mod">
          <ac:chgData name="동혁 임" userId="879f4c796d7a5333" providerId="LiveId" clId="{0C13D58B-97DF-4565-AAEC-23B22FE47640}" dt="2020-05-31T06:39:19.378" v="11774" actId="2711"/>
          <ac:spMkLst>
            <pc:docMk/>
            <pc:sldMk cId="307355850" sldId="282"/>
            <ac:spMk id="4" creationId="{D2C48510-8A8C-485D-922C-C2BDE805E441}"/>
          </ac:spMkLst>
        </pc:spChg>
        <pc:spChg chg="add">
          <ac:chgData name="동혁 임" userId="879f4c796d7a5333" providerId="LiveId" clId="{0C13D58B-97DF-4565-AAEC-23B22FE47640}" dt="2020-05-31T06:32:53.595" v="10769" actId="26606"/>
          <ac:spMkLst>
            <pc:docMk/>
            <pc:sldMk cId="307355850" sldId="282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5-31T06:32:53.595" v="10769" actId="26606"/>
          <ac:spMkLst>
            <pc:docMk/>
            <pc:sldMk cId="307355850" sldId="282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5-31T06:32:53.595" v="10769" actId="26606"/>
          <ac:picMkLst>
            <pc:docMk/>
            <pc:sldMk cId="307355850" sldId="282"/>
            <ac:picMk id="6" creationId="{698E09FD-EAC0-445E-AC57-FE675854A840}"/>
          </ac:picMkLst>
        </pc:picChg>
      </pc:sldChg>
      <pc:sldChg chg="addSp delSp modSp add mod setBg">
        <pc:chgData name="동혁 임" userId="879f4c796d7a5333" providerId="LiveId" clId="{0C13D58B-97DF-4565-AAEC-23B22FE47640}" dt="2020-05-31T06:39:29.529" v="11775" actId="2711"/>
        <pc:sldMkLst>
          <pc:docMk/>
          <pc:sldMk cId="2078902175" sldId="283"/>
        </pc:sldMkLst>
        <pc:spChg chg="mod ord">
          <ac:chgData name="동혁 임" userId="879f4c796d7a5333" providerId="LiveId" clId="{0C13D58B-97DF-4565-AAEC-23B22FE47640}" dt="2020-05-31T06:39:29.529" v="11775" actId="2711"/>
          <ac:spMkLst>
            <pc:docMk/>
            <pc:sldMk cId="2078902175" sldId="283"/>
            <ac:spMk id="2" creationId="{D27DD808-C94F-43BA-9F56-04FC02B0EFAE}"/>
          </ac:spMkLst>
        </pc:spChg>
        <pc:spChg chg="del">
          <ac:chgData name="동혁 임" userId="879f4c796d7a5333" providerId="LiveId" clId="{0C13D58B-97DF-4565-AAEC-23B22FE47640}" dt="2020-05-31T06:30:15.266" v="9985" actId="931"/>
          <ac:spMkLst>
            <pc:docMk/>
            <pc:sldMk cId="2078902175" sldId="283"/>
            <ac:spMk id="3" creationId="{1CE71336-2A36-4CDB-8B26-281461846BA3}"/>
          </ac:spMkLst>
        </pc:spChg>
        <pc:spChg chg="mod">
          <ac:chgData name="동혁 임" userId="879f4c796d7a5333" providerId="LiveId" clId="{0C13D58B-97DF-4565-AAEC-23B22FE47640}" dt="2020-05-31T06:39:29.529" v="11775" actId="2711"/>
          <ac:spMkLst>
            <pc:docMk/>
            <pc:sldMk cId="2078902175" sldId="283"/>
            <ac:spMk id="4" creationId="{D2C48510-8A8C-485D-922C-C2BDE805E441}"/>
          </ac:spMkLst>
        </pc:spChg>
        <pc:spChg chg="add del">
          <ac:chgData name="동혁 임" userId="879f4c796d7a5333" providerId="LiveId" clId="{0C13D58B-97DF-4565-AAEC-23B22FE47640}" dt="2020-05-31T06:34:17.501" v="11103" actId="26606"/>
          <ac:spMkLst>
            <pc:docMk/>
            <pc:sldMk cId="2078902175" sldId="283"/>
            <ac:spMk id="11" creationId="{D1A4588A-55D5-49B8-BE41-54ACDCFF2C17}"/>
          </ac:spMkLst>
        </pc:spChg>
        <pc:spChg chg="add del">
          <ac:chgData name="동혁 임" userId="879f4c796d7a5333" providerId="LiveId" clId="{0C13D58B-97DF-4565-AAEC-23B22FE47640}" dt="2020-05-31T06:34:17.501" v="11103" actId="26606"/>
          <ac:spMkLst>
            <pc:docMk/>
            <pc:sldMk cId="2078902175" sldId="283"/>
            <ac:spMk id="13" creationId="{F97E7EA2-EDCD-47E9-81BC-415C606D1B58}"/>
          </ac:spMkLst>
        </pc:spChg>
        <pc:spChg chg="add del">
          <ac:chgData name="동혁 임" userId="879f4c796d7a5333" providerId="LiveId" clId="{0C13D58B-97DF-4565-AAEC-23B22FE47640}" dt="2020-05-31T06:34:21.020" v="11105" actId="26606"/>
          <ac:spMkLst>
            <pc:docMk/>
            <pc:sldMk cId="2078902175" sldId="283"/>
            <ac:spMk id="15" creationId="{716248AD-805F-41BF-9B57-FC53E5B32F98}"/>
          </ac:spMkLst>
        </pc:spChg>
        <pc:spChg chg="add del">
          <ac:chgData name="동혁 임" userId="879f4c796d7a5333" providerId="LiveId" clId="{0C13D58B-97DF-4565-AAEC-23B22FE47640}" dt="2020-05-31T06:34:21.020" v="11105" actId="26606"/>
          <ac:spMkLst>
            <pc:docMk/>
            <pc:sldMk cId="2078902175" sldId="283"/>
            <ac:spMk id="16" creationId="{4E2ED6F9-63C3-4A8D-9BB4-1EA62533B672}"/>
          </ac:spMkLst>
        </pc:spChg>
        <pc:spChg chg="add del">
          <ac:chgData name="동혁 임" userId="879f4c796d7a5333" providerId="LiveId" clId="{0C13D58B-97DF-4565-AAEC-23B22FE47640}" dt="2020-05-31T06:34:21.020" v="11105" actId="26606"/>
          <ac:spMkLst>
            <pc:docMk/>
            <pc:sldMk cId="2078902175" sldId="283"/>
            <ac:spMk id="17" creationId="{1F82758F-B2B3-4F0A-BB90-4BFFEDD166D6}"/>
          </ac:spMkLst>
        </pc:spChg>
        <pc:spChg chg="add del">
          <ac:chgData name="동혁 임" userId="879f4c796d7a5333" providerId="LiveId" clId="{0C13D58B-97DF-4565-AAEC-23B22FE47640}" dt="2020-05-31T06:34:21.020" v="11105" actId="26606"/>
          <ac:spMkLst>
            <pc:docMk/>
            <pc:sldMk cId="2078902175" sldId="283"/>
            <ac:spMk id="18" creationId="{6D72081E-AD41-4FBB-B02B-698A68DBCA5E}"/>
          </ac:spMkLst>
        </pc:spChg>
        <pc:spChg chg="add">
          <ac:chgData name="동혁 임" userId="879f4c796d7a5333" providerId="LiveId" clId="{0C13D58B-97DF-4565-AAEC-23B22FE47640}" dt="2020-05-31T06:34:21.026" v="11106" actId="26606"/>
          <ac:spMkLst>
            <pc:docMk/>
            <pc:sldMk cId="2078902175" sldId="283"/>
            <ac:spMk id="20" creationId="{D1A4588A-55D5-49B8-BE41-54ACDCFF2C17}"/>
          </ac:spMkLst>
        </pc:spChg>
        <pc:spChg chg="add">
          <ac:chgData name="동혁 임" userId="879f4c796d7a5333" providerId="LiveId" clId="{0C13D58B-97DF-4565-AAEC-23B22FE47640}" dt="2020-05-31T06:34:21.026" v="11106" actId="26606"/>
          <ac:spMkLst>
            <pc:docMk/>
            <pc:sldMk cId="2078902175" sldId="283"/>
            <ac:spMk id="21" creationId="{F97E7EA2-EDCD-47E9-81BC-415C606D1B58}"/>
          </ac:spMkLst>
        </pc:spChg>
        <pc:picChg chg="add mod modCrop">
          <ac:chgData name="동혁 임" userId="879f4c796d7a5333" providerId="LiveId" clId="{0C13D58B-97DF-4565-AAEC-23B22FE47640}" dt="2020-05-31T06:34:48.241" v="11207" actId="18131"/>
          <ac:picMkLst>
            <pc:docMk/>
            <pc:sldMk cId="2078902175" sldId="283"/>
            <ac:picMk id="6" creationId="{7B6278CC-6421-4E95-B9CF-226AFE993403}"/>
          </ac:picMkLst>
        </pc:picChg>
      </pc:sldChg>
      <pc:sldChg chg="addSp delSp modSp add mod setBg">
        <pc:chgData name="동혁 임" userId="879f4c796d7a5333" providerId="LiveId" clId="{0C13D58B-97DF-4565-AAEC-23B22FE47640}" dt="2020-05-31T06:39:32.643" v="11776" actId="2711"/>
        <pc:sldMkLst>
          <pc:docMk/>
          <pc:sldMk cId="3692890218" sldId="284"/>
        </pc:sldMkLst>
        <pc:spChg chg="mod ord">
          <ac:chgData name="동혁 임" userId="879f4c796d7a5333" providerId="LiveId" clId="{0C13D58B-97DF-4565-AAEC-23B22FE47640}" dt="2020-05-31T06:39:32.643" v="11776" actId="2711"/>
          <ac:spMkLst>
            <pc:docMk/>
            <pc:sldMk cId="3692890218" sldId="284"/>
            <ac:spMk id="2" creationId="{D27DD808-C94F-43BA-9F56-04FC02B0EFAE}"/>
          </ac:spMkLst>
        </pc:spChg>
        <pc:spChg chg="del">
          <ac:chgData name="동혁 임" userId="879f4c796d7a5333" providerId="LiveId" clId="{0C13D58B-97DF-4565-AAEC-23B22FE47640}" dt="2020-05-31T06:30:19.063" v="9989" actId="931"/>
          <ac:spMkLst>
            <pc:docMk/>
            <pc:sldMk cId="3692890218" sldId="284"/>
            <ac:spMk id="3" creationId="{1CE71336-2A36-4CDB-8B26-281461846BA3}"/>
          </ac:spMkLst>
        </pc:spChg>
        <pc:spChg chg="mod">
          <ac:chgData name="동혁 임" userId="879f4c796d7a5333" providerId="LiveId" clId="{0C13D58B-97DF-4565-AAEC-23B22FE47640}" dt="2020-05-31T06:39:32.643" v="11776" actId="2711"/>
          <ac:spMkLst>
            <pc:docMk/>
            <pc:sldMk cId="3692890218" sldId="284"/>
            <ac:spMk id="4" creationId="{D2C48510-8A8C-485D-922C-C2BDE805E441}"/>
          </ac:spMkLst>
        </pc:spChg>
        <pc:spChg chg="add">
          <ac:chgData name="동혁 임" userId="879f4c796d7a5333" providerId="LiveId" clId="{0C13D58B-97DF-4565-AAEC-23B22FE47640}" dt="2020-05-31T06:35:25.769" v="11320" actId="26606"/>
          <ac:spMkLst>
            <pc:docMk/>
            <pc:sldMk cId="3692890218" sldId="284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5-31T06:35:25.769" v="11320" actId="26606"/>
          <ac:spMkLst>
            <pc:docMk/>
            <pc:sldMk cId="3692890218" sldId="284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5-31T06:35:25.769" v="11320" actId="26606"/>
          <ac:picMkLst>
            <pc:docMk/>
            <pc:sldMk cId="3692890218" sldId="284"/>
            <ac:picMk id="6" creationId="{58A59EC2-7142-43E1-B4D7-0978D7B5EC28}"/>
          </ac:picMkLst>
        </pc:picChg>
      </pc:sldChg>
      <pc:sldChg chg="addSp delSp modSp new mod setBg">
        <pc:chgData name="동혁 임" userId="879f4c796d7a5333" providerId="LiveId" clId="{0C13D58B-97DF-4565-AAEC-23B22FE47640}" dt="2020-05-31T06:39:35.962" v="11777" actId="2711"/>
        <pc:sldMkLst>
          <pc:docMk/>
          <pc:sldMk cId="3100407482" sldId="285"/>
        </pc:sldMkLst>
        <pc:spChg chg="mod ord">
          <ac:chgData name="동혁 임" userId="879f4c796d7a5333" providerId="LiveId" clId="{0C13D58B-97DF-4565-AAEC-23B22FE47640}" dt="2020-05-31T06:39:35.962" v="11777" actId="2711"/>
          <ac:spMkLst>
            <pc:docMk/>
            <pc:sldMk cId="3100407482" sldId="285"/>
            <ac:spMk id="2" creationId="{19E16C5D-68A1-44A1-894E-C3F0A5C3652A}"/>
          </ac:spMkLst>
        </pc:spChg>
        <pc:spChg chg="del">
          <ac:chgData name="동혁 임" userId="879f4c796d7a5333" providerId="LiveId" clId="{0C13D58B-97DF-4565-AAEC-23B22FE47640}" dt="2020-05-31T06:35:41.208" v="11322" actId="931"/>
          <ac:spMkLst>
            <pc:docMk/>
            <pc:sldMk cId="3100407482" sldId="285"/>
            <ac:spMk id="3" creationId="{C5C76A2F-19A0-42C8-B0B2-13EDD51A1C35}"/>
          </ac:spMkLst>
        </pc:spChg>
        <pc:spChg chg="mod">
          <ac:chgData name="동혁 임" userId="879f4c796d7a5333" providerId="LiveId" clId="{0C13D58B-97DF-4565-AAEC-23B22FE47640}" dt="2020-05-31T06:39:35.962" v="11777" actId="2711"/>
          <ac:spMkLst>
            <pc:docMk/>
            <pc:sldMk cId="3100407482" sldId="285"/>
            <ac:spMk id="4" creationId="{17D8FBD3-00BA-431D-A321-E967C2A8EB12}"/>
          </ac:spMkLst>
        </pc:spChg>
        <pc:spChg chg="add">
          <ac:chgData name="동혁 임" userId="879f4c796d7a5333" providerId="LiveId" clId="{0C13D58B-97DF-4565-AAEC-23B22FE47640}" dt="2020-05-31T06:36:15.158" v="11632" actId="26606"/>
          <ac:spMkLst>
            <pc:docMk/>
            <pc:sldMk cId="3100407482" sldId="285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5-31T06:36:15.158" v="11632" actId="26606"/>
          <ac:spMkLst>
            <pc:docMk/>
            <pc:sldMk cId="3100407482" sldId="285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5-31T06:36:15.158" v="11632" actId="26606"/>
          <ac:picMkLst>
            <pc:docMk/>
            <pc:sldMk cId="3100407482" sldId="285"/>
            <ac:picMk id="6" creationId="{F7E73450-F660-4645-846A-CE7B170F2643}"/>
          </ac:picMkLst>
        </pc:picChg>
      </pc:sldChg>
      <pc:sldChg chg="addSp modSp new mod setBg">
        <pc:chgData name="동혁 임" userId="879f4c796d7a5333" providerId="LiveId" clId="{0C13D58B-97DF-4565-AAEC-23B22FE47640}" dt="2020-05-31T06:39:40.543" v="11778" actId="2711"/>
        <pc:sldMkLst>
          <pc:docMk/>
          <pc:sldMk cId="4277286374" sldId="286"/>
        </pc:sldMkLst>
        <pc:spChg chg="mod">
          <ac:chgData name="동혁 임" userId="879f4c796d7a5333" providerId="LiveId" clId="{0C13D58B-97DF-4565-AAEC-23B22FE47640}" dt="2020-05-31T06:39:40.543" v="11778" actId="2711"/>
          <ac:spMkLst>
            <pc:docMk/>
            <pc:sldMk cId="4277286374" sldId="286"/>
            <ac:spMk id="2" creationId="{D5B5AD43-56FC-4716-BBF4-A80B5CC90A86}"/>
          </ac:spMkLst>
        </pc:spChg>
        <pc:spChg chg="mod">
          <ac:chgData name="동혁 임" userId="879f4c796d7a5333" providerId="LiveId" clId="{0C13D58B-97DF-4565-AAEC-23B22FE47640}" dt="2020-05-31T06:39:40.543" v="11778" actId="2711"/>
          <ac:spMkLst>
            <pc:docMk/>
            <pc:sldMk cId="4277286374" sldId="286"/>
            <ac:spMk id="3" creationId="{6A2B908F-8CCD-40E6-8AF9-21581D14FBC5}"/>
          </ac:spMkLst>
        </pc:spChg>
        <pc:spChg chg="add">
          <ac:chgData name="동혁 임" userId="879f4c796d7a5333" providerId="LiveId" clId="{0C13D58B-97DF-4565-AAEC-23B22FE47640}" dt="2020-05-31T06:36:40.225" v="11674" actId="26606"/>
          <ac:spMkLst>
            <pc:docMk/>
            <pc:sldMk cId="4277286374" sldId="286"/>
            <ac:spMk id="8" creationId="{1ACA2EA0-FFD3-42EC-9406-B595015ED96E}"/>
          </ac:spMkLst>
        </pc:spChg>
        <pc:spChg chg="add">
          <ac:chgData name="동혁 임" userId="879f4c796d7a5333" providerId="LiveId" clId="{0C13D58B-97DF-4565-AAEC-23B22FE47640}" dt="2020-05-31T06:36:40.225" v="11674" actId="26606"/>
          <ac:spMkLst>
            <pc:docMk/>
            <pc:sldMk cId="4277286374" sldId="286"/>
            <ac:spMk id="10" creationId="{D5288BCE-665C-472A-8C43-664BCFA31E43}"/>
          </ac:spMkLst>
        </pc:spChg>
        <pc:spChg chg="add">
          <ac:chgData name="동혁 임" userId="879f4c796d7a5333" providerId="LiveId" clId="{0C13D58B-97DF-4565-AAEC-23B22FE47640}" dt="2020-05-31T06:36:40.225" v="11674" actId="26606"/>
          <ac:spMkLst>
            <pc:docMk/>
            <pc:sldMk cId="4277286374" sldId="286"/>
            <ac:spMk id="12" creationId="{46C57131-53A7-4C1A-BEA8-25F06A06AD29}"/>
          </ac:spMkLst>
        </pc:spChg>
      </pc:sldChg>
      <pc:sldChg chg="addSp delSp modSp new mod setBg">
        <pc:chgData name="동혁 임" userId="879f4c796d7a5333" providerId="LiveId" clId="{0C13D58B-97DF-4565-AAEC-23B22FE47640}" dt="2020-05-31T06:41:35.236" v="12435" actId="2711"/>
        <pc:sldMkLst>
          <pc:docMk/>
          <pc:sldMk cId="3510336496" sldId="287"/>
        </pc:sldMkLst>
        <pc:spChg chg="mod ord">
          <ac:chgData name="동혁 임" userId="879f4c796d7a5333" providerId="LiveId" clId="{0C13D58B-97DF-4565-AAEC-23B22FE47640}" dt="2020-05-31T06:41:35.236" v="12435" actId="2711"/>
          <ac:spMkLst>
            <pc:docMk/>
            <pc:sldMk cId="3510336496" sldId="287"/>
            <ac:spMk id="2" creationId="{57945A27-B97E-4B5D-85AE-16E95099700E}"/>
          </ac:spMkLst>
        </pc:spChg>
        <pc:spChg chg="del">
          <ac:chgData name="동혁 임" userId="879f4c796d7a5333" providerId="LiveId" clId="{0C13D58B-97DF-4565-AAEC-23B22FE47640}" dt="2020-05-31T06:39:49.698" v="11780" actId="931"/>
          <ac:spMkLst>
            <pc:docMk/>
            <pc:sldMk cId="3510336496" sldId="287"/>
            <ac:spMk id="3" creationId="{97B1A146-80BC-483A-AFC8-D763DB361582}"/>
          </ac:spMkLst>
        </pc:spChg>
        <pc:spChg chg="mod">
          <ac:chgData name="동혁 임" userId="879f4c796d7a5333" providerId="LiveId" clId="{0C13D58B-97DF-4565-AAEC-23B22FE47640}" dt="2020-05-31T06:41:35.236" v="12435" actId="2711"/>
          <ac:spMkLst>
            <pc:docMk/>
            <pc:sldMk cId="3510336496" sldId="287"/>
            <ac:spMk id="4" creationId="{F1F76A4E-EA2C-44E9-81F7-F8C2947DEB37}"/>
          </ac:spMkLst>
        </pc:spChg>
        <pc:spChg chg="add">
          <ac:chgData name="동혁 임" userId="879f4c796d7a5333" providerId="LiveId" clId="{0C13D58B-97DF-4565-AAEC-23B22FE47640}" dt="2020-05-31T06:41:11.487" v="12377" actId="26606"/>
          <ac:spMkLst>
            <pc:docMk/>
            <pc:sldMk cId="3510336496" sldId="287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5-31T06:41:11.487" v="12377" actId="26606"/>
          <ac:spMkLst>
            <pc:docMk/>
            <pc:sldMk cId="3510336496" sldId="287"/>
            <ac:spMk id="13" creationId="{F97E7EA2-EDCD-47E9-81BC-415C606D1B58}"/>
          </ac:spMkLst>
        </pc:spChg>
        <pc:picChg chg="add mod modCrop">
          <ac:chgData name="동혁 임" userId="879f4c796d7a5333" providerId="LiveId" clId="{0C13D58B-97DF-4565-AAEC-23B22FE47640}" dt="2020-05-31T06:41:25.042" v="12434" actId="18131"/>
          <ac:picMkLst>
            <pc:docMk/>
            <pc:sldMk cId="3510336496" sldId="287"/>
            <ac:picMk id="6" creationId="{65AF0972-C492-45D0-A14F-3B8F55B9F39B}"/>
          </ac:picMkLst>
        </pc:picChg>
      </pc:sldChg>
      <pc:sldChg chg="addSp delSp modSp new mod setBg">
        <pc:chgData name="동혁 임" userId="879f4c796d7a5333" providerId="LiveId" clId="{0C13D58B-97DF-4565-AAEC-23B22FE47640}" dt="2020-05-31T06:42:49.854" v="12630" actId="2711"/>
        <pc:sldMkLst>
          <pc:docMk/>
          <pc:sldMk cId="1958049466" sldId="288"/>
        </pc:sldMkLst>
        <pc:spChg chg="mod ord">
          <ac:chgData name="동혁 임" userId="879f4c796d7a5333" providerId="LiveId" clId="{0C13D58B-97DF-4565-AAEC-23B22FE47640}" dt="2020-05-31T06:42:49.854" v="12630" actId="2711"/>
          <ac:spMkLst>
            <pc:docMk/>
            <pc:sldMk cId="1958049466" sldId="288"/>
            <ac:spMk id="2" creationId="{A8D653D8-C2E8-4987-AEF8-E108AFE9CB0E}"/>
          </ac:spMkLst>
        </pc:spChg>
        <pc:spChg chg="del">
          <ac:chgData name="동혁 임" userId="879f4c796d7a5333" providerId="LiveId" clId="{0C13D58B-97DF-4565-AAEC-23B22FE47640}" dt="2020-05-31T06:41:53.775" v="12437" actId="931"/>
          <ac:spMkLst>
            <pc:docMk/>
            <pc:sldMk cId="1958049466" sldId="288"/>
            <ac:spMk id="3" creationId="{453A5599-BC23-4F87-B2B4-A49BCC563C08}"/>
          </ac:spMkLst>
        </pc:spChg>
        <pc:spChg chg="mod">
          <ac:chgData name="동혁 임" userId="879f4c796d7a5333" providerId="LiveId" clId="{0C13D58B-97DF-4565-AAEC-23B22FE47640}" dt="2020-05-31T06:42:49.854" v="12630" actId="2711"/>
          <ac:spMkLst>
            <pc:docMk/>
            <pc:sldMk cId="1958049466" sldId="288"/>
            <ac:spMk id="4" creationId="{5C9981F8-F0D8-4796-A989-A9A0D7F6DDF3}"/>
          </ac:spMkLst>
        </pc:spChg>
        <pc:spChg chg="add">
          <ac:chgData name="동혁 임" userId="879f4c796d7a5333" providerId="LiveId" clId="{0C13D58B-97DF-4565-AAEC-23B22FE47640}" dt="2020-05-31T06:42:39.168" v="12629" actId="26606"/>
          <ac:spMkLst>
            <pc:docMk/>
            <pc:sldMk cId="1958049466" sldId="288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5-31T06:42:39.168" v="12629" actId="26606"/>
          <ac:spMkLst>
            <pc:docMk/>
            <pc:sldMk cId="1958049466" sldId="288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5-31T06:42:39.168" v="12629" actId="26606"/>
          <ac:picMkLst>
            <pc:docMk/>
            <pc:sldMk cId="1958049466" sldId="288"/>
            <ac:picMk id="6" creationId="{383E5EF9-645A-48CB-95CE-BCB4D655DCA5}"/>
          </ac:picMkLst>
        </pc:picChg>
      </pc:sldChg>
      <pc:sldChg chg="addSp delSp modSp new mod setBg">
        <pc:chgData name="동혁 임" userId="879f4c796d7a5333" providerId="LiveId" clId="{0C13D58B-97DF-4565-AAEC-23B22FE47640}" dt="2020-05-31T06:49:11.475" v="13659" actId="2711"/>
        <pc:sldMkLst>
          <pc:docMk/>
          <pc:sldMk cId="4275357909" sldId="289"/>
        </pc:sldMkLst>
        <pc:spChg chg="mod ord">
          <ac:chgData name="동혁 임" userId="879f4c796d7a5333" providerId="LiveId" clId="{0C13D58B-97DF-4565-AAEC-23B22FE47640}" dt="2020-05-31T06:46:50.415" v="13434" actId="2711"/>
          <ac:spMkLst>
            <pc:docMk/>
            <pc:sldMk cId="4275357909" sldId="289"/>
            <ac:spMk id="2" creationId="{DB57ED76-024C-4AE7-AB71-38CD04002138}"/>
          </ac:spMkLst>
        </pc:spChg>
        <pc:spChg chg="del">
          <ac:chgData name="동혁 임" userId="879f4c796d7a5333" providerId="LiveId" clId="{0C13D58B-97DF-4565-AAEC-23B22FE47640}" dt="2020-05-31T06:43:06.128" v="12636" actId="931"/>
          <ac:spMkLst>
            <pc:docMk/>
            <pc:sldMk cId="4275357909" sldId="289"/>
            <ac:spMk id="3" creationId="{F88CD212-B86A-49D4-A4ED-E59833DB90BC}"/>
          </ac:spMkLst>
        </pc:spChg>
        <pc:spChg chg="mod">
          <ac:chgData name="동혁 임" userId="879f4c796d7a5333" providerId="LiveId" clId="{0C13D58B-97DF-4565-AAEC-23B22FE47640}" dt="2020-05-31T06:49:11.475" v="13659" actId="2711"/>
          <ac:spMkLst>
            <pc:docMk/>
            <pc:sldMk cId="4275357909" sldId="289"/>
            <ac:spMk id="4" creationId="{B1EE33ED-5F38-4EC9-B614-C788E23C84BB}"/>
          </ac:spMkLst>
        </pc:spChg>
        <pc:spChg chg="add del">
          <ac:chgData name="동혁 임" userId="879f4c796d7a5333" providerId="LiveId" clId="{0C13D58B-97DF-4565-AAEC-23B22FE47640}" dt="2020-05-31T06:46:46.162" v="13433" actId="26606"/>
          <ac:spMkLst>
            <pc:docMk/>
            <pc:sldMk cId="4275357909" sldId="289"/>
            <ac:spMk id="11" creationId="{D1A4588A-55D5-49B8-BE41-54ACDCFF2C17}"/>
          </ac:spMkLst>
        </pc:spChg>
        <pc:spChg chg="add del">
          <ac:chgData name="동혁 임" userId="879f4c796d7a5333" providerId="LiveId" clId="{0C13D58B-97DF-4565-AAEC-23B22FE47640}" dt="2020-05-31T06:46:46.162" v="13433" actId="26606"/>
          <ac:spMkLst>
            <pc:docMk/>
            <pc:sldMk cId="4275357909" sldId="289"/>
            <ac:spMk id="13" creationId="{F97E7EA2-EDCD-47E9-81BC-415C606D1B58}"/>
          </ac:spMkLst>
        </pc:spChg>
        <pc:spChg chg="add">
          <ac:chgData name="동혁 임" userId="879f4c796d7a5333" providerId="LiveId" clId="{0C13D58B-97DF-4565-AAEC-23B22FE47640}" dt="2020-05-31T06:46:46.162" v="13433" actId="26606"/>
          <ac:spMkLst>
            <pc:docMk/>
            <pc:sldMk cId="4275357909" sldId="289"/>
            <ac:spMk id="18" creationId="{D1A4588A-55D5-49B8-BE41-54ACDCFF2C17}"/>
          </ac:spMkLst>
        </pc:spChg>
        <pc:spChg chg="add">
          <ac:chgData name="동혁 임" userId="879f4c796d7a5333" providerId="LiveId" clId="{0C13D58B-97DF-4565-AAEC-23B22FE47640}" dt="2020-05-31T06:46:46.162" v="13433" actId="26606"/>
          <ac:spMkLst>
            <pc:docMk/>
            <pc:sldMk cId="4275357909" sldId="289"/>
            <ac:spMk id="20" creationId="{F97E7EA2-EDCD-47E9-81BC-415C606D1B58}"/>
          </ac:spMkLst>
        </pc:spChg>
        <pc:picChg chg="add mod modCrop">
          <ac:chgData name="동혁 임" userId="879f4c796d7a5333" providerId="LiveId" clId="{0C13D58B-97DF-4565-AAEC-23B22FE47640}" dt="2020-05-31T06:47:24.963" v="13464" actId="18131"/>
          <ac:picMkLst>
            <pc:docMk/>
            <pc:sldMk cId="4275357909" sldId="289"/>
            <ac:picMk id="6" creationId="{21BD9FF8-59A8-425E-AB58-55B706474947}"/>
          </ac:picMkLst>
        </pc:picChg>
      </pc:sldChg>
      <pc:sldChg chg="addSp delSp modSp new del mod">
        <pc:chgData name="동혁 임" userId="879f4c796d7a5333" providerId="LiveId" clId="{0C13D58B-97DF-4565-AAEC-23B22FE47640}" dt="2020-05-31T06:48:06.232" v="13614" actId="47"/>
        <pc:sldMkLst>
          <pc:docMk/>
          <pc:sldMk cId="1587136560" sldId="290"/>
        </pc:sldMkLst>
        <pc:spChg chg="mod">
          <ac:chgData name="동혁 임" userId="879f4c796d7a5333" providerId="LiveId" clId="{0C13D58B-97DF-4565-AAEC-23B22FE47640}" dt="2020-05-31T06:43:51.796" v="12683"/>
          <ac:spMkLst>
            <pc:docMk/>
            <pc:sldMk cId="1587136560" sldId="290"/>
            <ac:spMk id="2" creationId="{F26BD356-4CB0-4A03-93E9-7F5F440EAFB8}"/>
          </ac:spMkLst>
        </pc:spChg>
        <pc:spChg chg="del">
          <ac:chgData name="동혁 임" userId="879f4c796d7a5333" providerId="LiveId" clId="{0C13D58B-97DF-4565-AAEC-23B22FE47640}" dt="2020-05-31T06:43:09.061" v="12637" actId="931"/>
          <ac:spMkLst>
            <pc:docMk/>
            <pc:sldMk cId="1587136560" sldId="290"/>
            <ac:spMk id="3" creationId="{07649AFF-C096-4781-B781-B3BB2511CA64}"/>
          </ac:spMkLst>
        </pc:spChg>
        <pc:picChg chg="add mod">
          <ac:chgData name="동혁 임" userId="879f4c796d7a5333" providerId="LiveId" clId="{0C13D58B-97DF-4565-AAEC-23B22FE47640}" dt="2020-05-31T06:43:11.281" v="12640" actId="27614"/>
          <ac:picMkLst>
            <pc:docMk/>
            <pc:sldMk cId="1587136560" sldId="290"/>
            <ac:picMk id="6" creationId="{0FB2195C-42E6-484B-9E04-9D832834E01B}"/>
          </ac:picMkLst>
        </pc:picChg>
      </pc:sldChg>
      <pc:sldChg chg="addSp delSp modSp new mod setBg">
        <pc:chgData name="동혁 임" userId="879f4c796d7a5333" providerId="LiveId" clId="{0C13D58B-97DF-4565-AAEC-23B22FE47640}" dt="2020-05-31T06:48:48.948" v="13657" actId="2711"/>
        <pc:sldMkLst>
          <pc:docMk/>
          <pc:sldMk cId="3360080147" sldId="290"/>
        </pc:sldMkLst>
        <pc:spChg chg="del">
          <ac:chgData name="동혁 임" userId="879f4c796d7a5333" providerId="LiveId" clId="{0C13D58B-97DF-4565-AAEC-23B22FE47640}" dt="2020-05-31T06:48:24.217" v="13619"/>
          <ac:spMkLst>
            <pc:docMk/>
            <pc:sldMk cId="3360080147" sldId="290"/>
            <ac:spMk id="2" creationId="{B4126A5E-74EF-4D76-B758-31C93746BEF0}"/>
          </ac:spMkLst>
        </pc:spChg>
        <pc:spChg chg="del">
          <ac:chgData name="동혁 임" userId="879f4c796d7a5333" providerId="LiveId" clId="{0C13D58B-97DF-4565-AAEC-23B22FE47640}" dt="2020-05-31T06:48:24.217" v="13619"/>
          <ac:spMkLst>
            <pc:docMk/>
            <pc:sldMk cId="3360080147" sldId="290"/>
            <ac:spMk id="3" creationId="{195A7600-3284-4DE5-BFA3-1072C9BE9148}"/>
          </ac:spMkLst>
        </pc:spChg>
        <pc:spChg chg="del">
          <ac:chgData name="동혁 임" userId="879f4c796d7a5333" providerId="LiveId" clId="{0C13D58B-97DF-4565-AAEC-23B22FE47640}" dt="2020-05-31T06:48:24.217" v="13619"/>
          <ac:spMkLst>
            <pc:docMk/>
            <pc:sldMk cId="3360080147" sldId="290"/>
            <ac:spMk id="4" creationId="{C309C110-B311-4356-82EF-52D1435087F6}"/>
          </ac:spMkLst>
        </pc:spChg>
        <pc:spChg chg="add mod">
          <ac:chgData name="동혁 임" userId="879f4c796d7a5333" providerId="LiveId" clId="{0C13D58B-97DF-4565-AAEC-23B22FE47640}" dt="2020-05-31T06:48:48.948" v="13657" actId="2711"/>
          <ac:spMkLst>
            <pc:docMk/>
            <pc:sldMk cId="3360080147" sldId="290"/>
            <ac:spMk id="5" creationId="{A5BF5176-1E0E-4EE2-A1E9-D1662C96BFC5}"/>
          </ac:spMkLst>
        </pc:spChg>
        <pc:spChg chg="add mod">
          <ac:chgData name="동혁 임" userId="879f4c796d7a5333" providerId="LiveId" clId="{0C13D58B-97DF-4565-AAEC-23B22FE47640}" dt="2020-05-31T06:48:48.948" v="13657" actId="2711"/>
          <ac:spMkLst>
            <pc:docMk/>
            <pc:sldMk cId="3360080147" sldId="290"/>
            <ac:spMk id="6" creationId="{34A0FFCE-4C23-4D25-96E7-E8E45C1A6977}"/>
          </ac:spMkLst>
        </pc:spChg>
        <pc:spChg chg="add">
          <ac:chgData name="동혁 임" userId="879f4c796d7a5333" providerId="LiveId" clId="{0C13D58B-97DF-4565-AAEC-23B22FE47640}" dt="2020-05-31T06:48:40.932" v="13656" actId="26606"/>
          <ac:spMkLst>
            <pc:docMk/>
            <pc:sldMk cId="3360080147" sldId="290"/>
            <ac:spMk id="11" creationId="{1ACA2EA0-FFD3-42EC-9406-B595015ED96E}"/>
          </ac:spMkLst>
        </pc:spChg>
        <pc:spChg chg="add">
          <ac:chgData name="동혁 임" userId="879f4c796d7a5333" providerId="LiveId" clId="{0C13D58B-97DF-4565-AAEC-23B22FE47640}" dt="2020-05-31T06:48:40.932" v="13656" actId="26606"/>
          <ac:spMkLst>
            <pc:docMk/>
            <pc:sldMk cId="3360080147" sldId="290"/>
            <ac:spMk id="13" creationId="{D5288BCE-665C-472A-8C43-664BCFA31E43}"/>
          </ac:spMkLst>
        </pc:spChg>
        <pc:spChg chg="add">
          <ac:chgData name="동혁 임" userId="879f4c796d7a5333" providerId="LiveId" clId="{0C13D58B-97DF-4565-AAEC-23B22FE47640}" dt="2020-05-31T06:48:40.932" v="13656" actId="26606"/>
          <ac:spMkLst>
            <pc:docMk/>
            <pc:sldMk cId="3360080147" sldId="290"/>
            <ac:spMk id="15" creationId="{46C57131-53A7-4C1A-BEA8-25F06A06AD29}"/>
          </ac:spMkLst>
        </pc:spChg>
      </pc:sldChg>
      <pc:sldChg chg="addSp delSp modSp new del mod">
        <pc:chgData name="동혁 임" userId="879f4c796d7a5333" providerId="LiveId" clId="{0C13D58B-97DF-4565-AAEC-23B22FE47640}" dt="2020-05-31T06:48:07.215" v="13615" actId="47"/>
        <pc:sldMkLst>
          <pc:docMk/>
          <pc:sldMk cId="185232341" sldId="291"/>
        </pc:sldMkLst>
        <pc:spChg chg="mod">
          <ac:chgData name="동혁 임" userId="879f4c796d7a5333" providerId="LiveId" clId="{0C13D58B-97DF-4565-AAEC-23B22FE47640}" dt="2020-05-31T06:43:56.024" v="12694"/>
          <ac:spMkLst>
            <pc:docMk/>
            <pc:sldMk cId="185232341" sldId="291"/>
            <ac:spMk id="2" creationId="{CF7EDB83-9839-4DBF-892D-3B2012F46246}"/>
          </ac:spMkLst>
        </pc:spChg>
        <pc:spChg chg="del">
          <ac:chgData name="동혁 임" userId="879f4c796d7a5333" providerId="LiveId" clId="{0C13D58B-97DF-4565-AAEC-23B22FE47640}" dt="2020-05-31T06:43:11.251" v="12639" actId="931"/>
          <ac:spMkLst>
            <pc:docMk/>
            <pc:sldMk cId="185232341" sldId="291"/>
            <ac:spMk id="3" creationId="{4403E253-E153-49BA-93D3-15F6C78C2823}"/>
          </ac:spMkLst>
        </pc:spChg>
        <pc:picChg chg="add mod">
          <ac:chgData name="동혁 임" userId="879f4c796d7a5333" providerId="LiveId" clId="{0C13D58B-97DF-4565-AAEC-23B22FE47640}" dt="2020-05-31T06:43:13.450" v="12643" actId="27614"/>
          <ac:picMkLst>
            <pc:docMk/>
            <pc:sldMk cId="185232341" sldId="291"/>
            <ac:picMk id="6" creationId="{BE036F70-76E5-46F1-A0B4-49C0181715CD}"/>
          </ac:picMkLst>
        </pc:picChg>
      </pc:sldChg>
      <pc:sldChg chg="addSp delSp modSp new mod setBg">
        <pc:chgData name="동혁 임" userId="879f4c796d7a5333" providerId="LiveId" clId="{0C13D58B-97DF-4565-AAEC-23B22FE47640}" dt="2020-05-31T07:02:23.433" v="14819" actId="20577"/>
        <pc:sldMkLst>
          <pc:docMk/>
          <pc:sldMk cId="2758940269" sldId="291"/>
        </pc:sldMkLst>
        <pc:spChg chg="mod ord">
          <ac:chgData name="동혁 임" userId="879f4c796d7a5333" providerId="LiveId" clId="{0C13D58B-97DF-4565-AAEC-23B22FE47640}" dt="2020-05-31T06:54:38.989" v="14354" actId="2711"/>
          <ac:spMkLst>
            <pc:docMk/>
            <pc:sldMk cId="2758940269" sldId="291"/>
            <ac:spMk id="2" creationId="{20C9FD1E-FA51-4970-B851-8E11B6A96436}"/>
          </ac:spMkLst>
        </pc:spChg>
        <pc:spChg chg="del">
          <ac:chgData name="동혁 임" userId="879f4c796d7a5333" providerId="LiveId" clId="{0C13D58B-97DF-4565-AAEC-23B22FE47640}" dt="2020-05-31T06:50:10.284" v="13661" actId="931"/>
          <ac:spMkLst>
            <pc:docMk/>
            <pc:sldMk cId="2758940269" sldId="291"/>
            <ac:spMk id="3" creationId="{75027389-9F78-430A-8D9A-6D0B93F69500}"/>
          </ac:spMkLst>
        </pc:spChg>
        <pc:spChg chg="mod">
          <ac:chgData name="동혁 임" userId="879f4c796d7a5333" providerId="LiveId" clId="{0C13D58B-97DF-4565-AAEC-23B22FE47640}" dt="2020-05-31T07:02:23.433" v="14819" actId="20577"/>
          <ac:spMkLst>
            <pc:docMk/>
            <pc:sldMk cId="2758940269" sldId="291"/>
            <ac:spMk id="4" creationId="{914626F8-BFA2-4FB7-9CA4-09CEC4E8ED54}"/>
          </ac:spMkLst>
        </pc:spChg>
        <pc:spChg chg="add">
          <ac:chgData name="동혁 임" userId="879f4c796d7a5333" providerId="LiveId" clId="{0C13D58B-97DF-4565-AAEC-23B22FE47640}" dt="2020-05-31T06:54:20.415" v="14336" actId="26606"/>
          <ac:spMkLst>
            <pc:docMk/>
            <pc:sldMk cId="2758940269" sldId="291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5-31T06:54:20.415" v="14336" actId="26606"/>
          <ac:spMkLst>
            <pc:docMk/>
            <pc:sldMk cId="2758940269" sldId="291"/>
            <ac:spMk id="13" creationId="{F97E7EA2-EDCD-47E9-81BC-415C606D1B58}"/>
          </ac:spMkLst>
        </pc:spChg>
        <pc:picChg chg="add mod modCrop">
          <ac:chgData name="동혁 임" userId="879f4c796d7a5333" providerId="LiveId" clId="{0C13D58B-97DF-4565-AAEC-23B22FE47640}" dt="2020-05-31T06:54:51.986" v="14435" actId="18131"/>
          <ac:picMkLst>
            <pc:docMk/>
            <pc:sldMk cId="2758940269" sldId="291"/>
            <ac:picMk id="6" creationId="{8DF329BA-362E-4D95-A10F-B6B95F7525F1}"/>
          </ac:picMkLst>
        </pc:picChg>
      </pc:sldChg>
      <pc:sldChg chg="addSp delSp modSp new mod setBg">
        <pc:chgData name="동혁 임" userId="879f4c796d7a5333" providerId="LiveId" clId="{0C13D58B-97DF-4565-AAEC-23B22FE47640}" dt="2020-06-02T02:01:16.253" v="15838" actId="2711"/>
        <pc:sldMkLst>
          <pc:docMk/>
          <pc:sldMk cId="2163758154" sldId="292"/>
        </pc:sldMkLst>
        <pc:spChg chg="mod ord">
          <ac:chgData name="동혁 임" userId="879f4c796d7a5333" providerId="LiveId" clId="{0C13D58B-97DF-4565-AAEC-23B22FE47640}" dt="2020-06-02T02:01:16.253" v="15838" actId="2711"/>
          <ac:spMkLst>
            <pc:docMk/>
            <pc:sldMk cId="2163758154" sldId="292"/>
            <ac:spMk id="2" creationId="{7E2F487F-9840-4FEB-A6D8-ADA72F9673AC}"/>
          </ac:spMkLst>
        </pc:spChg>
        <pc:spChg chg="del">
          <ac:chgData name="동혁 임" userId="879f4c796d7a5333" providerId="LiveId" clId="{0C13D58B-97DF-4565-AAEC-23B22FE47640}" dt="2020-06-02T01:54:39.130" v="14822" actId="931"/>
          <ac:spMkLst>
            <pc:docMk/>
            <pc:sldMk cId="2163758154" sldId="292"/>
            <ac:spMk id="3" creationId="{BC056F90-B9CD-4703-96F0-34C76130127E}"/>
          </ac:spMkLst>
        </pc:spChg>
        <pc:spChg chg="mod">
          <ac:chgData name="동혁 임" userId="879f4c796d7a5333" providerId="LiveId" clId="{0C13D58B-97DF-4565-AAEC-23B22FE47640}" dt="2020-06-02T02:01:16.253" v="15838" actId="2711"/>
          <ac:spMkLst>
            <pc:docMk/>
            <pc:sldMk cId="2163758154" sldId="292"/>
            <ac:spMk id="4" creationId="{12F6B23E-08B3-45BC-9E0D-72859ED3DCA7}"/>
          </ac:spMkLst>
        </pc:spChg>
        <pc:spChg chg="add del">
          <ac:chgData name="동혁 임" userId="879f4c796d7a5333" providerId="LiveId" clId="{0C13D58B-97DF-4565-AAEC-23B22FE47640}" dt="2020-06-02T01:55:07.847" v="14944" actId="26606"/>
          <ac:spMkLst>
            <pc:docMk/>
            <pc:sldMk cId="2163758154" sldId="292"/>
            <ac:spMk id="11" creationId="{D5997EA8-5EFC-40CD-A85F-C3C3BC5F9EB7}"/>
          </ac:spMkLst>
        </pc:spChg>
        <pc:spChg chg="add del">
          <ac:chgData name="동혁 임" userId="879f4c796d7a5333" providerId="LiveId" clId="{0C13D58B-97DF-4565-AAEC-23B22FE47640}" dt="2020-06-02T01:55:07.847" v="14944" actId="26606"/>
          <ac:spMkLst>
            <pc:docMk/>
            <pc:sldMk cId="2163758154" sldId="292"/>
            <ac:spMk id="13" creationId="{1CF6A1EC-BD15-42D9-A339-A3970CF7C65A}"/>
          </ac:spMkLst>
        </pc:spChg>
        <pc:spChg chg="add del">
          <ac:chgData name="동혁 임" userId="879f4c796d7a5333" providerId="LiveId" clId="{0C13D58B-97DF-4565-AAEC-23B22FE47640}" dt="2020-06-02T01:55:07.847" v="14944" actId="26606"/>
          <ac:spMkLst>
            <pc:docMk/>
            <pc:sldMk cId="2163758154" sldId="292"/>
            <ac:spMk id="15" creationId="{A720C27D-5C39-492B-BD68-C220C0F838AC}"/>
          </ac:spMkLst>
        </pc:spChg>
        <pc:spChg chg="add del">
          <ac:chgData name="동혁 임" userId="879f4c796d7a5333" providerId="LiveId" clId="{0C13D58B-97DF-4565-AAEC-23B22FE47640}" dt="2020-06-02T01:55:07.847" v="14944" actId="26606"/>
          <ac:spMkLst>
            <pc:docMk/>
            <pc:sldMk cId="2163758154" sldId="292"/>
            <ac:spMk id="17" creationId="{A4F3394A-A959-460A-ACF9-5FA682C76940}"/>
          </ac:spMkLst>
        </pc:spChg>
        <pc:spChg chg="add">
          <ac:chgData name="동혁 임" userId="879f4c796d7a5333" providerId="LiveId" clId="{0C13D58B-97DF-4565-AAEC-23B22FE47640}" dt="2020-06-02T01:55:07.851" v="14945" actId="26606"/>
          <ac:spMkLst>
            <pc:docMk/>
            <pc:sldMk cId="2163758154" sldId="292"/>
            <ac:spMk id="19" creationId="{D1A4588A-55D5-49B8-BE41-54ACDCFF2C17}"/>
          </ac:spMkLst>
        </pc:spChg>
        <pc:spChg chg="add">
          <ac:chgData name="동혁 임" userId="879f4c796d7a5333" providerId="LiveId" clId="{0C13D58B-97DF-4565-AAEC-23B22FE47640}" dt="2020-06-02T01:55:07.851" v="14945" actId="26606"/>
          <ac:spMkLst>
            <pc:docMk/>
            <pc:sldMk cId="2163758154" sldId="292"/>
            <ac:spMk id="20" creationId="{F97E7EA2-EDCD-47E9-81BC-415C606D1B58}"/>
          </ac:spMkLst>
        </pc:spChg>
        <pc:picChg chg="add mod">
          <ac:chgData name="동혁 임" userId="879f4c796d7a5333" providerId="LiveId" clId="{0C13D58B-97DF-4565-AAEC-23B22FE47640}" dt="2020-06-02T01:55:07.851" v="14945" actId="26606"/>
          <ac:picMkLst>
            <pc:docMk/>
            <pc:sldMk cId="2163758154" sldId="292"/>
            <ac:picMk id="6" creationId="{0B975A97-2147-4039-B17B-DC126596A266}"/>
          </ac:picMkLst>
        </pc:picChg>
      </pc:sldChg>
      <pc:sldChg chg="addSp delSp modSp new del mod">
        <pc:chgData name="동혁 임" userId="879f4c796d7a5333" providerId="LiveId" clId="{0C13D58B-97DF-4565-AAEC-23B22FE47640}" dt="2020-05-31T06:48:08.125" v="13616" actId="47"/>
        <pc:sldMkLst>
          <pc:docMk/>
          <pc:sldMk cId="2412867257" sldId="292"/>
        </pc:sldMkLst>
        <pc:spChg chg="mod">
          <ac:chgData name="동혁 임" userId="879f4c796d7a5333" providerId="LiveId" clId="{0C13D58B-97DF-4565-AAEC-23B22FE47640}" dt="2020-05-31T06:44:00.165" v="12705"/>
          <ac:spMkLst>
            <pc:docMk/>
            <pc:sldMk cId="2412867257" sldId="292"/>
            <ac:spMk id="2" creationId="{5D98D066-1732-42C6-9A73-2B98DBD50DAF}"/>
          </ac:spMkLst>
        </pc:spChg>
        <pc:spChg chg="del">
          <ac:chgData name="동혁 임" userId="879f4c796d7a5333" providerId="LiveId" clId="{0C13D58B-97DF-4565-AAEC-23B22FE47640}" dt="2020-05-31T06:43:13.420" v="12642" actId="931"/>
          <ac:spMkLst>
            <pc:docMk/>
            <pc:sldMk cId="2412867257" sldId="292"/>
            <ac:spMk id="3" creationId="{DAAC986A-E8D1-4D99-9BA4-DAC50E197CD5}"/>
          </ac:spMkLst>
        </pc:spChg>
        <pc:picChg chg="add mod">
          <ac:chgData name="동혁 임" userId="879f4c796d7a5333" providerId="LiveId" clId="{0C13D58B-97DF-4565-AAEC-23B22FE47640}" dt="2020-05-31T06:43:14.688" v="12645" actId="27614"/>
          <ac:picMkLst>
            <pc:docMk/>
            <pc:sldMk cId="2412867257" sldId="292"/>
            <ac:picMk id="6" creationId="{01D1FA17-5635-4006-AE69-37C3BDA75811}"/>
          </ac:picMkLst>
        </pc:picChg>
      </pc:sldChg>
      <pc:sldChg chg="addSp delSp modSp new mod setBg">
        <pc:chgData name="동혁 임" userId="879f4c796d7a5333" providerId="LiveId" clId="{0C13D58B-97DF-4565-AAEC-23B22FE47640}" dt="2020-06-02T02:01:22.141" v="15839" actId="2711"/>
        <pc:sldMkLst>
          <pc:docMk/>
          <pc:sldMk cId="134118151" sldId="293"/>
        </pc:sldMkLst>
        <pc:spChg chg="mod ord">
          <ac:chgData name="동혁 임" userId="879f4c796d7a5333" providerId="LiveId" clId="{0C13D58B-97DF-4565-AAEC-23B22FE47640}" dt="2020-06-02T02:01:22.141" v="15839" actId="2711"/>
          <ac:spMkLst>
            <pc:docMk/>
            <pc:sldMk cId="134118151" sldId="293"/>
            <ac:spMk id="2" creationId="{D5ACE188-B48E-4E4A-8E37-B9C0F861A50F}"/>
          </ac:spMkLst>
        </pc:spChg>
        <pc:spChg chg="add del">
          <ac:chgData name="동혁 임" userId="879f4c796d7a5333" providerId="LiveId" clId="{0C13D58B-97DF-4565-AAEC-23B22FE47640}" dt="2020-06-02T01:57:25.995" v="15197" actId="931"/>
          <ac:spMkLst>
            <pc:docMk/>
            <pc:sldMk cId="134118151" sldId="293"/>
            <ac:spMk id="3" creationId="{75142B08-BA41-4BFF-88DA-6917EF4CE8A8}"/>
          </ac:spMkLst>
        </pc:spChg>
        <pc:spChg chg="add del mod ord">
          <ac:chgData name="동혁 임" userId="879f4c796d7a5333" providerId="LiveId" clId="{0C13D58B-97DF-4565-AAEC-23B22FE47640}" dt="2020-06-02T02:01:22.141" v="15839" actId="2711"/>
          <ac:spMkLst>
            <pc:docMk/>
            <pc:sldMk cId="134118151" sldId="293"/>
            <ac:spMk id="4" creationId="{2BE456FA-27F2-4404-AC33-077730B886E6}"/>
          </ac:spMkLst>
        </pc:spChg>
        <pc:spChg chg="add del">
          <ac:chgData name="동혁 임" userId="879f4c796d7a5333" providerId="LiveId" clId="{0C13D58B-97DF-4565-AAEC-23B22FE47640}" dt="2020-06-02T01:57:44.447" v="15203" actId="26606"/>
          <ac:spMkLst>
            <pc:docMk/>
            <pc:sldMk cId="134118151" sldId="293"/>
            <ac:spMk id="19" creationId="{E8A8EAB8-D2FF-444D-B34B-7D32F106AD0E}"/>
          </ac:spMkLst>
        </pc:spChg>
        <pc:spChg chg="add del">
          <ac:chgData name="동혁 임" userId="879f4c796d7a5333" providerId="LiveId" clId="{0C13D58B-97DF-4565-AAEC-23B22FE47640}" dt="2020-06-02T01:57:56.768" v="15205" actId="26606"/>
          <ac:spMkLst>
            <pc:docMk/>
            <pc:sldMk cId="134118151" sldId="293"/>
            <ac:spMk id="27" creationId="{D2B783EE-0239-4717-BBEA-8C9EAC61C824}"/>
          </ac:spMkLst>
        </pc:spChg>
        <pc:spChg chg="add del">
          <ac:chgData name="동혁 임" userId="879f4c796d7a5333" providerId="LiveId" clId="{0C13D58B-97DF-4565-AAEC-23B22FE47640}" dt="2020-06-02T01:57:56.768" v="15205" actId="26606"/>
          <ac:spMkLst>
            <pc:docMk/>
            <pc:sldMk cId="134118151" sldId="293"/>
            <ac:spMk id="28" creationId="{A7B99495-F43F-4D80-A44F-2CB4764EB90B}"/>
          </ac:spMkLst>
        </pc:spChg>
        <pc:spChg chg="add del">
          <ac:chgData name="동혁 임" userId="879f4c796d7a5333" providerId="LiveId" clId="{0C13D58B-97DF-4565-AAEC-23B22FE47640}" dt="2020-06-02T01:57:56.768" v="15205" actId="26606"/>
          <ac:spMkLst>
            <pc:docMk/>
            <pc:sldMk cId="134118151" sldId="293"/>
            <ac:spMk id="29" creationId="{70BEB1E7-2F88-40BC-B73D-42E5B6F80BFC}"/>
          </ac:spMkLst>
        </pc:spChg>
        <pc:spChg chg="add del">
          <ac:chgData name="동혁 임" userId="879f4c796d7a5333" providerId="LiveId" clId="{0C13D58B-97DF-4565-AAEC-23B22FE47640}" dt="2020-06-02T01:58:00.503" v="15207" actId="26606"/>
          <ac:spMkLst>
            <pc:docMk/>
            <pc:sldMk cId="134118151" sldId="293"/>
            <ac:spMk id="31" creationId="{E8A8EAB8-D2FF-444D-B34B-7D32F106AD0E}"/>
          </ac:spMkLst>
        </pc:spChg>
        <pc:spChg chg="add">
          <ac:chgData name="동혁 임" userId="879f4c796d7a5333" providerId="LiveId" clId="{0C13D58B-97DF-4565-AAEC-23B22FE47640}" dt="2020-06-02T01:58:00.514" v="15208" actId="26606"/>
          <ac:spMkLst>
            <pc:docMk/>
            <pc:sldMk cId="134118151" sldId="293"/>
            <ac:spMk id="36" creationId="{231BF440-39FA-4087-84CC-2EEC0BBDAF29}"/>
          </ac:spMkLst>
        </pc:spChg>
        <pc:spChg chg="add">
          <ac:chgData name="동혁 임" userId="879f4c796d7a5333" providerId="LiveId" clId="{0C13D58B-97DF-4565-AAEC-23B22FE47640}" dt="2020-06-02T01:58:00.514" v="15208" actId="26606"/>
          <ac:spMkLst>
            <pc:docMk/>
            <pc:sldMk cId="134118151" sldId="293"/>
            <ac:spMk id="37" creationId="{F04E4CBA-303B-48BD-8451-C2701CB0EEBF}"/>
          </ac:spMkLst>
        </pc:spChg>
        <pc:spChg chg="add">
          <ac:chgData name="동혁 임" userId="879f4c796d7a5333" providerId="LiveId" clId="{0C13D58B-97DF-4565-AAEC-23B22FE47640}" dt="2020-06-02T01:58:00.514" v="15208" actId="26606"/>
          <ac:spMkLst>
            <pc:docMk/>
            <pc:sldMk cId="134118151" sldId="293"/>
            <ac:spMk id="38" creationId="{F6CA58B3-AFCC-4A40-9882-50D5080879B0}"/>
          </ac:spMkLst>
        </pc:spChg>
        <pc:spChg chg="add">
          <ac:chgData name="동혁 임" userId="879f4c796d7a5333" providerId="LiveId" clId="{0C13D58B-97DF-4565-AAEC-23B22FE47640}" dt="2020-06-02T01:58:00.514" v="15208" actId="26606"/>
          <ac:spMkLst>
            <pc:docMk/>
            <pc:sldMk cId="134118151" sldId="293"/>
            <ac:spMk id="39" creationId="{75C56826-D4E5-42ED-8529-079651CB3005}"/>
          </ac:spMkLst>
        </pc:spChg>
        <pc:spChg chg="add">
          <ac:chgData name="동혁 임" userId="879f4c796d7a5333" providerId="LiveId" clId="{0C13D58B-97DF-4565-AAEC-23B22FE47640}" dt="2020-06-02T01:58:00.514" v="15208" actId="26606"/>
          <ac:spMkLst>
            <pc:docMk/>
            <pc:sldMk cId="134118151" sldId="293"/>
            <ac:spMk id="40" creationId="{82095FCE-EF05-4443-B97A-85DEE3A5CA17}"/>
          </ac:spMkLst>
        </pc:spChg>
        <pc:spChg chg="add">
          <ac:chgData name="동혁 임" userId="879f4c796d7a5333" providerId="LiveId" clId="{0C13D58B-97DF-4565-AAEC-23B22FE47640}" dt="2020-06-02T01:58:00.514" v="15208" actId="26606"/>
          <ac:spMkLst>
            <pc:docMk/>
            <pc:sldMk cId="134118151" sldId="293"/>
            <ac:spMk id="41" creationId="{CA00AE6B-AA30-4CF8-BA6F-339B780AD76C}"/>
          </ac:spMkLst>
        </pc:spChg>
        <pc:picChg chg="add del mod">
          <ac:chgData name="동혁 임" userId="879f4c796d7a5333" providerId="LiveId" clId="{0C13D58B-97DF-4565-AAEC-23B22FE47640}" dt="2020-06-02T01:56:26.738" v="15003" actId="931"/>
          <ac:picMkLst>
            <pc:docMk/>
            <pc:sldMk cId="134118151" sldId="293"/>
            <ac:picMk id="6" creationId="{9669D442-5996-43F0-8B42-791D5CF648DB}"/>
          </ac:picMkLst>
        </pc:picChg>
        <pc:picChg chg="add del mod">
          <ac:chgData name="동혁 임" userId="879f4c796d7a5333" providerId="LiveId" clId="{0C13D58B-97DF-4565-AAEC-23B22FE47640}" dt="2020-06-02T01:56:31.945" v="15010" actId="931"/>
          <ac:picMkLst>
            <pc:docMk/>
            <pc:sldMk cId="134118151" sldId="293"/>
            <ac:picMk id="8" creationId="{D2A0EBB7-D3C0-440C-BB70-A66F43B9057B}"/>
          </ac:picMkLst>
        </pc:picChg>
        <pc:picChg chg="add del mod">
          <ac:chgData name="동혁 임" userId="879f4c796d7a5333" providerId="LiveId" clId="{0C13D58B-97DF-4565-AAEC-23B22FE47640}" dt="2020-06-02T01:56:31.945" v="15010" actId="931"/>
          <ac:picMkLst>
            <pc:docMk/>
            <pc:sldMk cId="134118151" sldId="293"/>
            <ac:picMk id="10" creationId="{405ECEE6-B976-49B5-9DC7-9C085AA48111}"/>
          </ac:picMkLst>
        </pc:picChg>
        <pc:picChg chg="add mod ord">
          <ac:chgData name="동혁 임" userId="879f4c796d7a5333" providerId="LiveId" clId="{0C13D58B-97DF-4565-AAEC-23B22FE47640}" dt="2020-06-02T01:58:00.514" v="15208" actId="26606"/>
          <ac:picMkLst>
            <pc:docMk/>
            <pc:sldMk cId="134118151" sldId="293"/>
            <ac:picMk id="12" creationId="{CF0FD23E-48DD-42F8-B772-14B5FBBF9DD0}"/>
          </ac:picMkLst>
        </pc:picChg>
        <pc:picChg chg="add mod">
          <ac:chgData name="동혁 임" userId="879f4c796d7a5333" providerId="LiveId" clId="{0C13D58B-97DF-4565-AAEC-23B22FE47640}" dt="2020-06-02T01:58:00.514" v="15208" actId="26606"/>
          <ac:picMkLst>
            <pc:docMk/>
            <pc:sldMk cId="134118151" sldId="293"/>
            <ac:picMk id="14" creationId="{8D0EFBE7-6B19-4666-A992-899D3C19D432}"/>
          </ac:picMkLst>
        </pc:picChg>
        <pc:cxnChg chg="add del">
          <ac:chgData name="동혁 임" userId="879f4c796d7a5333" providerId="LiveId" clId="{0C13D58B-97DF-4565-AAEC-23B22FE47640}" dt="2020-06-02T01:57:44.447" v="15203" actId="26606"/>
          <ac:cxnSpMkLst>
            <pc:docMk/>
            <pc:sldMk cId="134118151" sldId="293"/>
            <ac:cxnSpMk id="21" creationId="{EEA38897-7BA3-4408-8083-3235339C4A60}"/>
          </ac:cxnSpMkLst>
        </pc:cxnChg>
        <pc:cxnChg chg="add del">
          <ac:chgData name="동혁 임" userId="879f4c796d7a5333" providerId="LiveId" clId="{0C13D58B-97DF-4565-AAEC-23B22FE47640}" dt="2020-06-02T01:57:44.447" v="15203" actId="26606"/>
          <ac:cxnSpMkLst>
            <pc:docMk/>
            <pc:sldMk cId="134118151" sldId="293"/>
            <ac:cxnSpMk id="23" creationId="{CA240C79-242E-4918-9F28-B101847D1CC6}"/>
          </ac:cxnSpMkLst>
        </pc:cxnChg>
        <pc:cxnChg chg="add del">
          <ac:chgData name="동혁 임" userId="879f4c796d7a5333" providerId="LiveId" clId="{0C13D58B-97DF-4565-AAEC-23B22FE47640}" dt="2020-06-02T01:57:44.447" v="15203" actId="26606"/>
          <ac:cxnSpMkLst>
            <pc:docMk/>
            <pc:sldMk cId="134118151" sldId="293"/>
            <ac:cxnSpMk id="25" creationId="{F11AD06B-AB20-4097-8606-5DA00DBACE88}"/>
          </ac:cxnSpMkLst>
        </pc:cxnChg>
        <pc:cxnChg chg="add del">
          <ac:chgData name="동혁 임" userId="879f4c796d7a5333" providerId="LiveId" clId="{0C13D58B-97DF-4565-AAEC-23B22FE47640}" dt="2020-06-02T01:58:00.503" v="15207" actId="26606"/>
          <ac:cxnSpMkLst>
            <pc:docMk/>
            <pc:sldMk cId="134118151" sldId="293"/>
            <ac:cxnSpMk id="32" creationId="{EEA38897-7BA3-4408-8083-3235339C4A60}"/>
          </ac:cxnSpMkLst>
        </pc:cxnChg>
        <pc:cxnChg chg="add del">
          <ac:chgData name="동혁 임" userId="879f4c796d7a5333" providerId="LiveId" clId="{0C13D58B-97DF-4565-AAEC-23B22FE47640}" dt="2020-06-02T01:58:00.503" v="15207" actId="26606"/>
          <ac:cxnSpMkLst>
            <pc:docMk/>
            <pc:sldMk cId="134118151" sldId="293"/>
            <ac:cxnSpMk id="33" creationId="{CA240C79-242E-4918-9F28-B101847D1CC6}"/>
          </ac:cxnSpMkLst>
        </pc:cxnChg>
        <pc:cxnChg chg="add del">
          <ac:chgData name="동혁 임" userId="879f4c796d7a5333" providerId="LiveId" clId="{0C13D58B-97DF-4565-AAEC-23B22FE47640}" dt="2020-06-02T01:58:00.503" v="15207" actId="26606"/>
          <ac:cxnSpMkLst>
            <pc:docMk/>
            <pc:sldMk cId="134118151" sldId="293"/>
            <ac:cxnSpMk id="34" creationId="{F11AD06B-AB20-4097-8606-5DA00DBACE88}"/>
          </ac:cxnSpMkLst>
        </pc:cxnChg>
      </pc:sldChg>
      <pc:sldChg chg="addSp delSp modSp new del mod">
        <pc:chgData name="동혁 임" userId="879f4c796d7a5333" providerId="LiveId" clId="{0C13D58B-97DF-4565-AAEC-23B22FE47640}" dt="2020-05-31T06:48:08.817" v="13617" actId="47"/>
        <pc:sldMkLst>
          <pc:docMk/>
          <pc:sldMk cId="4275419403" sldId="293"/>
        </pc:sldMkLst>
        <pc:spChg chg="mod">
          <ac:chgData name="동혁 임" userId="879f4c796d7a5333" providerId="LiveId" clId="{0C13D58B-97DF-4565-AAEC-23B22FE47640}" dt="2020-05-31T06:44:04.932" v="12716"/>
          <ac:spMkLst>
            <pc:docMk/>
            <pc:sldMk cId="4275419403" sldId="293"/>
            <ac:spMk id="2" creationId="{3EE07A95-A160-4623-84B9-6E2A911AC67B}"/>
          </ac:spMkLst>
        </pc:spChg>
        <pc:spChg chg="del">
          <ac:chgData name="동혁 임" userId="879f4c796d7a5333" providerId="LiveId" clId="{0C13D58B-97DF-4565-AAEC-23B22FE47640}" dt="2020-05-31T06:43:16.091" v="12646" actId="931"/>
          <ac:spMkLst>
            <pc:docMk/>
            <pc:sldMk cId="4275419403" sldId="293"/>
            <ac:spMk id="3" creationId="{4503B1CA-AADE-495E-B71F-30CBAAAF8C62}"/>
          </ac:spMkLst>
        </pc:spChg>
        <pc:picChg chg="add mod">
          <ac:chgData name="동혁 임" userId="879f4c796d7a5333" providerId="LiveId" clId="{0C13D58B-97DF-4565-AAEC-23B22FE47640}" dt="2020-05-31T06:43:17.885" v="12648" actId="962"/>
          <ac:picMkLst>
            <pc:docMk/>
            <pc:sldMk cId="4275419403" sldId="293"/>
            <ac:picMk id="6" creationId="{C8DFEE09-BF5E-49D1-AD4B-43F4F664E8AA}"/>
          </ac:picMkLst>
        </pc:picChg>
      </pc:sldChg>
      <pc:sldChg chg="addSp delSp modSp new mod setBg">
        <pc:chgData name="동혁 임" userId="879f4c796d7a5333" providerId="LiveId" clId="{0C13D58B-97DF-4565-AAEC-23B22FE47640}" dt="2020-06-02T02:01:27.636" v="15840" actId="2711"/>
        <pc:sldMkLst>
          <pc:docMk/>
          <pc:sldMk cId="3419936854" sldId="294"/>
        </pc:sldMkLst>
        <pc:spChg chg="mod ord">
          <ac:chgData name="동혁 임" userId="879f4c796d7a5333" providerId="LiveId" clId="{0C13D58B-97DF-4565-AAEC-23B22FE47640}" dt="2020-06-02T02:01:27.636" v="15840" actId="2711"/>
          <ac:spMkLst>
            <pc:docMk/>
            <pc:sldMk cId="3419936854" sldId="294"/>
            <ac:spMk id="2" creationId="{C7E5EF81-D796-44C5-B5D6-B2739050D156}"/>
          </ac:spMkLst>
        </pc:spChg>
        <pc:spChg chg="del">
          <ac:chgData name="동혁 임" userId="879f4c796d7a5333" providerId="LiveId" clId="{0C13D58B-97DF-4565-AAEC-23B22FE47640}" dt="2020-06-02T01:59:00.871" v="15478" actId="931"/>
          <ac:spMkLst>
            <pc:docMk/>
            <pc:sldMk cId="3419936854" sldId="294"/>
            <ac:spMk id="3" creationId="{5F85E8B5-D0B3-4756-B03A-3070A4DF8423}"/>
          </ac:spMkLst>
        </pc:spChg>
        <pc:spChg chg="mod">
          <ac:chgData name="동혁 임" userId="879f4c796d7a5333" providerId="LiveId" clId="{0C13D58B-97DF-4565-AAEC-23B22FE47640}" dt="2020-06-02T02:01:27.636" v="15840" actId="2711"/>
          <ac:spMkLst>
            <pc:docMk/>
            <pc:sldMk cId="3419936854" sldId="294"/>
            <ac:spMk id="4" creationId="{881A59EA-D52E-4CAE-A04C-CC30F711E179}"/>
          </ac:spMkLst>
        </pc:spChg>
        <pc:spChg chg="add del">
          <ac:chgData name="동혁 임" userId="879f4c796d7a5333" providerId="LiveId" clId="{0C13D58B-97DF-4565-AAEC-23B22FE47640}" dt="2020-06-02T02:00:23.092" v="15773" actId="26606"/>
          <ac:spMkLst>
            <pc:docMk/>
            <pc:sldMk cId="3419936854" sldId="294"/>
            <ac:spMk id="11" creationId="{D5997EA8-5EFC-40CD-A85F-C3C3BC5F9EB7}"/>
          </ac:spMkLst>
        </pc:spChg>
        <pc:spChg chg="add del">
          <ac:chgData name="동혁 임" userId="879f4c796d7a5333" providerId="LiveId" clId="{0C13D58B-97DF-4565-AAEC-23B22FE47640}" dt="2020-06-02T02:00:23.092" v="15773" actId="26606"/>
          <ac:spMkLst>
            <pc:docMk/>
            <pc:sldMk cId="3419936854" sldId="294"/>
            <ac:spMk id="13" creationId="{1CF6A1EC-BD15-42D9-A339-A3970CF7C65A}"/>
          </ac:spMkLst>
        </pc:spChg>
        <pc:spChg chg="add del">
          <ac:chgData name="동혁 임" userId="879f4c796d7a5333" providerId="LiveId" clId="{0C13D58B-97DF-4565-AAEC-23B22FE47640}" dt="2020-06-02T02:00:23.092" v="15773" actId="26606"/>
          <ac:spMkLst>
            <pc:docMk/>
            <pc:sldMk cId="3419936854" sldId="294"/>
            <ac:spMk id="15" creationId="{A720C27D-5C39-492B-BD68-C220C0F838AC}"/>
          </ac:spMkLst>
        </pc:spChg>
        <pc:spChg chg="add del">
          <ac:chgData name="동혁 임" userId="879f4c796d7a5333" providerId="LiveId" clId="{0C13D58B-97DF-4565-AAEC-23B22FE47640}" dt="2020-06-02T02:00:23.092" v="15773" actId="26606"/>
          <ac:spMkLst>
            <pc:docMk/>
            <pc:sldMk cId="3419936854" sldId="294"/>
            <ac:spMk id="17" creationId="{A4F3394A-A959-460A-ACF9-5FA682C76940}"/>
          </ac:spMkLst>
        </pc:spChg>
        <pc:spChg chg="add">
          <ac:chgData name="동혁 임" userId="879f4c796d7a5333" providerId="LiveId" clId="{0C13D58B-97DF-4565-AAEC-23B22FE47640}" dt="2020-06-02T02:00:23.098" v="15774" actId="26606"/>
          <ac:spMkLst>
            <pc:docMk/>
            <pc:sldMk cId="3419936854" sldId="294"/>
            <ac:spMk id="19" creationId="{D1A4588A-55D5-49B8-BE41-54ACDCFF2C17}"/>
          </ac:spMkLst>
        </pc:spChg>
        <pc:spChg chg="add">
          <ac:chgData name="동혁 임" userId="879f4c796d7a5333" providerId="LiveId" clId="{0C13D58B-97DF-4565-AAEC-23B22FE47640}" dt="2020-06-02T02:00:23.098" v="15774" actId="26606"/>
          <ac:spMkLst>
            <pc:docMk/>
            <pc:sldMk cId="3419936854" sldId="294"/>
            <ac:spMk id="20" creationId="{F97E7EA2-EDCD-47E9-81BC-415C606D1B58}"/>
          </ac:spMkLst>
        </pc:spChg>
        <pc:picChg chg="add mod modCrop">
          <ac:chgData name="동혁 임" userId="879f4c796d7a5333" providerId="LiveId" clId="{0C13D58B-97DF-4565-AAEC-23B22FE47640}" dt="2020-06-02T02:01:01.824" v="15837" actId="18131"/>
          <ac:picMkLst>
            <pc:docMk/>
            <pc:sldMk cId="3419936854" sldId="294"/>
            <ac:picMk id="6" creationId="{7D3ADEB6-DA67-41EB-8B00-4AFA3C5AADD7}"/>
          </ac:picMkLst>
        </pc:picChg>
      </pc:sldChg>
      <pc:sldChg chg="addSp delSp modSp new mod setBg setClrOvrMap">
        <pc:chgData name="동혁 임" userId="879f4c796d7a5333" providerId="LiveId" clId="{0C13D58B-97DF-4565-AAEC-23B22FE47640}" dt="2020-06-02T02:24:14.064" v="18855" actId="2711"/>
        <pc:sldMkLst>
          <pc:docMk/>
          <pc:sldMk cId="3239866930" sldId="295"/>
        </pc:sldMkLst>
        <pc:spChg chg="mod ord">
          <ac:chgData name="동혁 임" userId="879f4c796d7a5333" providerId="LiveId" clId="{0C13D58B-97DF-4565-AAEC-23B22FE47640}" dt="2020-06-02T02:24:14.064" v="18855" actId="2711"/>
          <ac:spMkLst>
            <pc:docMk/>
            <pc:sldMk cId="3239866930" sldId="295"/>
            <ac:spMk id="2" creationId="{D4F096FA-4410-4BCF-B085-680BC35BACE4}"/>
          </ac:spMkLst>
        </pc:spChg>
        <pc:spChg chg="del">
          <ac:chgData name="동혁 임" userId="879f4c796d7a5333" providerId="LiveId" clId="{0C13D58B-97DF-4565-AAEC-23B22FE47640}" dt="2020-06-02T02:02:22.887" v="15843" actId="931"/>
          <ac:spMkLst>
            <pc:docMk/>
            <pc:sldMk cId="3239866930" sldId="295"/>
            <ac:spMk id="3" creationId="{1DD24185-8B64-4DA8-8DC9-98C5A6035499}"/>
          </ac:spMkLst>
        </pc:spChg>
        <pc:spChg chg="mod ord">
          <ac:chgData name="동혁 임" userId="879f4c796d7a5333" providerId="LiveId" clId="{0C13D58B-97DF-4565-AAEC-23B22FE47640}" dt="2020-06-02T02:24:14.064" v="18855" actId="2711"/>
          <ac:spMkLst>
            <pc:docMk/>
            <pc:sldMk cId="3239866930" sldId="295"/>
            <ac:spMk id="4" creationId="{26E3D2E2-A7FA-4FD7-8726-D3737104A1F8}"/>
          </ac:spMkLst>
        </pc:spChg>
        <pc:spChg chg="add del mod">
          <ac:chgData name="동혁 임" userId="879f4c796d7a5333" providerId="LiveId" clId="{0C13D58B-97DF-4565-AAEC-23B22FE47640}" dt="2020-06-02T02:03:22.176" v="15929" actId="931"/>
          <ac:spMkLst>
            <pc:docMk/>
            <pc:sldMk cId="3239866930" sldId="295"/>
            <ac:spMk id="8" creationId="{8991E50F-8E58-4E7F-8D0E-FC6190C0E070}"/>
          </ac:spMkLst>
        </pc:spChg>
        <pc:spChg chg="add del mod">
          <ac:chgData name="동혁 임" userId="879f4c796d7a5333" providerId="LiveId" clId="{0C13D58B-97DF-4565-AAEC-23B22FE47640}" dt="2020-06-02T02:05:32.076" v="16291" actId="931"/>
          <ac:spMkLst>
            <pc:docMk/>
            <pc:sldMk cId="3239866930" sldId="295"/>
            <ac:spMk id="24" creationId="{71FC0686-EF6B-40AB-9551-D26A5886CF8D}"/>
          </ac:spMkLst>
        </pc:spChg>
        <pc:spChg chg="add del">
          <ac:chgData name="동혁 임" userId="879f4c796d7a5333" providerId="LiveId" clId="{0C13D58B-97DF-4565-AAEC-23B22FE47640}" dt="2020-06-02T02:09:40.954" v="16339" actId="26606"/>
          <ac:spMkLst>
            <pc:docMk/>
            <pc:sldMk cId="3239866930" sldId="295"/>
            <ac:spMk id="41" creationId="{891401DC-7AF6-42FA-BE31-CF773B6C8B2E}"/>
          </ac:spMkLst>
        </pc:spChg>
        <pc:spChg chg="add del">
          <ac:chgData name="동혁 임" userId="879f4c796d7a5333" providerId="LiveId" clId="{0C13D58B-97DF-4565-AAEC-23B22FE47640}" dt="2020-06-02T02:09:40.954" v="16339" actId="26606"/>
          <ac:spMkLst>
            <pc:docMk/>
            <pc:sldMk cId="3239866930" sldId="295"/>
            <ac:spMk id="43" creationId="{2B7203F0-D9CB-4774-B9D4-B3AB625DFBAD}"/>
          </ac:spMkLst>
        </pc:spChg>
        <pc:picChg chg="add del mod">
          <ac:chgData name="동혁 임" userId="879f4c796d7a5333" providerId="LiveId" clId="{0C13D58B-97DF-4565-AAEC-23B22FE47640}" dt="2020-06-02T02:03:08.704" v="15928" actId="478"/>
          <ac:picMkLst>
            <pc:docMk/>
            <pc:sldMk cId="3239866930" sldId="295"/>
            <ac:picMk id="6" creationId="{185680C2-1C72-4ADD-A683-1692C64E7BCF}"/>
          </ac:picMkLst>
        </pc:picChg>
        <pc:picChg chg="add del mod">
          <ac:chgData name="동혁 임" userId="879f4c796d7a5333" providerId="LiveId" clId="{0C13D58B-97DF-4565-AAEC-23B22FE47640}" dt="2020-06-02T02:03:48.681" v="15950" actId="478"/>
          <ac:picMkLst>
            <pc:docMk/>
            <pc:sldMk cId="3239866930" sldId="295"/>
            <ac:picMk id="10" creationId="{DF4C3E0C-E86E-4F5F-86D1-F44A08877B28}"/>
          </ac:picMkLst>
        </pc:picChg>
        <pc:picChg chg="add del mod">
          <ac:chgData name="동혁 임" userId="879f4c796d7a5333" providerId="LiveId" clId="{0C13D58B-97DF-4565-AAEC-23B22FE47640}" dt="2020-06-02T02:03:53.958" v="15956" actId="478"/>
          <ac:picMkLst>
            <pc:docMk/>
            <pc:sldMk cId="3239866930" sldId="295"/>
            <ac:picMk id="12" creationId="{09F0F279-6182-4CD7-9280-072E098BD2DB}"/>
          </ac:picMkLst>
        </pc:picChg>
        <pc:picChg chg="add del mod">
          <ac:chgData name="동혁 임" userId="879f4c796d7a5333" providerId="LiveId" clId="{0C13D58B-97DF-4565-AAEC-23B22FE47640}" dt="2020-06-02T02:03:52.838" v="15955" actId="478"/>
          <ac:picMkLst>
            <pc:docMk/>
            <pc:sldMk cId="3239866930" sldId="295"/>
            <ac:picMk id="14" creationId="{369E8E6B-26AA-45A3-B272-3DF1615B9E8C}"/>
          </ac:picMkLst>
        </pc:picChg>
        <pc:picChg chg="add del mod">
          <ac:chgData name="동혁 임" userId="879f4c796d7a5333" providerId="LiveId" clId="{0C13D58B-97DF-4565-AAEC-23B22FE47640}" dt="2020-06-02T02:03:52.165" v="15954" actId="478"/>
          <ac:picMkLst>
            <pc:docMk/>
            <pc:sldMk cId="3239866930" sldId="295"/>
            <ac:picMk id="16" creationId="{7874E900-771D-49E5-9084-5FFC1EB93742}"/>
          </ac:picMkLst>
        </pc:picChg>
        <pc:picChg chg="add del mod">
          <ac:chgData name="동혁 임" userId="879f4c796d7a5333" providerId="LiveId" clId="{0C13D58B-97DF-4565-AAEC-23B22FE47640}" dt="2020-06-02T02:03:49.927" v="15951" actId="478"/>
          <ac:picMkLst>
            <pc:docMk/>
            <pc:sldMk cId="3239866930" sldId="295"/>
            <ac:picMk id="18" creationId="{FAB15567-034D-48A3-968F-4F22BA889E14}"/>
          </ac:picMkLst>
        </pc:picChg>
        <pc:picChg chg="add del mod">
          <ac:chgData name="동혁 임" userId="879f4c796d7a5333" providerId="LiveId" clId="{0C13D58B-97DF-4565-AAEC-23B22FE47640}" dt="2020-06-02T02:03:51.550" v="15953" actId="478"/>
          <ac:picMkLst>
            <pc:docMk/>
            <pc:sldMk cId="3239866930" sldId="295"/>
            <ac:picMk id="20" creationId="{52CCE81E-E500-420E-AF53-A7466EB34EDD}"/>
          </ac:picMkLst>
        </pc:picChg>
        <pc:picChg chg="add del mod">
          <ac:chgData name="동혁 임" userId="879f4c796d7a5333" providerId="LiveId" clId="{0C13D58B-97DF-4565-AAEC-23B22FE47640}" dt="2020-06-02T02:03:50.470" v="15952" actId="478"/>
          <ac:picMkLst>
            <pc:docMk/>
            <pc:sldMk cId="3239866930" sldId="295"/>
            <ac:picMk id="22" creationId="{B6251A57-752D-4E5C-9A9B-C17A1569F1DE}"/>
          </ac:picMkLst>
        </pc:picChg>
        <pc:picChg chg="add mod">
          <ac:chgData name="동혁 임" userId="879f4c796d7a5333" providerId="LiveId" clId="{0C13D58B-97DF-4565-AAEC-23B22FE47640}" dt="2020-06-02T02:09:43.279" v="16342" actId="26606"/>
          <ac:picMkLst>
            <pc:docMk/>
            <pc:sldMk cId="3239866930" sldId="295"/>
            <ac:picMk id="26" creationId="{268A82D6-C5D1-4B1D-8F4D-103F0DD66CA8}"/>
          </ac:picMkLst>
        </pc:picChg>
        <pc:picChg chg="add mod ord">
          <ac:chgData name="동혁 임" userId="879f4c796d7a5333" providerId="LiveId" clId="{0C13D58B-97DF-4565-AAEC-23B22FE47640}" dt="2020-06-02T02:10:04.491" v="16345" actId="1076"/>
          <ac:picMkLst>
            <pc:docMk/>
            <pc:sldMk cId="3239866930" sldId="295"/>
            <ac:picMk id="28" creationId="{E9B649DE-112B-4C18-A149-791091295001}"/>
          </ac:picMkLst>
        </pc:picChg>
        <pc:picChg chg="add mod ord">
          <ac:chgData name="동혁 임" userId="879f4c796d7a5333" providerId="LiveId" clId="{0C13D58B-97DF-4565-AAEC-23B22FE47640}" dt="2020-06-02T02:10:19.661" v="16349" actId="1076"/>
          <ac:picMkLst>
            <pc:docMk/>
            <pc:sldMk cId="3239866930" sldId="295"/>
            <ac:picMk id="30" creationId="{F8480EB0-A555-426A-B287-4644F8EA2F98}"/>
          </ac:picMkLst>
        </pc:picChg>
        <pc:picChg chg="add mod ord">
          <ac:chgData name="동혁 임" userId="879f4c796d7a5333" providerId="LiveId" clId="{0C13D58B-97DF-4565-AAEC-23B22FE47640}" dt="2020-06-02T02:09:43.279" v="16342" actId="26606"/>
          <ac:picMkLst>
            <pc:docMk/>
            <pc:sldMk cId="3239866930" sldId="295"/>
            <ac:picMk id="32" creationId="{BC0AA72E-E740-46AF-A101-6C59D1F14447}"/>
          </ac:picMkLst>
        </pc:picChg>
        <pc:picChg chg="add del mod ord">
          <ac:chgData name="동혁 임" userId="879f4c796d7a5333" providerId="LiveId" clId="{0C13D58B-97DF-4565-AAEC-23B22FE47640}" dt="2020-06-02T02:10:15.779" v="16348" actId="1076"/>
          <ac:picMkLst>
            <pc:docMk/>
            <pc:sldMk cId="3239866930" sldId="295"/>
            <ac:picMk id="34" creationId="{EAC27B39-D620-4CA4-8CAA-CF81807686BD}"/>
          </ac:picMkLst>
        </pc:picChg>
        <pc:picChg chg="add mod ord">
          <ac:chgData name="동혁 임" userId="879f4c796d7a5333" providerId="LiveId" clId="{0C13D58B-97DF-4565-AAEC-23B22FE47640}" dt="2020-06-02T02:10:23.091" v="16350" actId="1076"/>
          <ac:picMkLst>
            <pc:docMk/>
            <pc:sldMk cId="3239866930" sldId="295"/>
            <ac:picMk id="36" creationId="{48A7A47D-15D2-4A7B-B764-61962C46C2BB}"/>
          </ac:picMkLst>
        </pc:picChg>
        <pc:picChg chg="add del mod">
          <ac:chgData name="동혁 임" userId="879f4c796d7a5333" providerId="LiveId" clId="{0C13D58B-97DF-4565-AAEC-23B22FE47640}" dt="2020-06-02T02:09:07.844" v="16335" actId="478"/>
          <ac:picMkLst>
            <pc:docMk/>
            <pc:sldMk cId="3239866930" sldId="295"/>
            <ac:picMk id="38" creationId="{9374DAE1-EBCC-4C65-A4A9-664654536B17}"/>
          </ac:picMkLst>
        </pc:picChg>
        <pc:cxnChg chg="add del">
          <ac:chgData name="동혁 임" userId="879f4c796d7a5333" providerId="LiveId" clId="{0C13D58B-97DF-4565-AAEC-23B22FE47640}" dt="2020-06-02T02:09:40.954" v="16339" actId="26606"/>
          <ac:cxnSpMkLst>
            <pc:docMk/>
            <pc:sldMk cId="3239866930" sldId="295"/>
            <ac:cxnSpMk id="45" creationId="{A88CB8AF-5631-45C6-BFEC-971C4D6E5836}"/>
          </ac:cxnSpMkLst>
        </pc:cxnChg>
        <pc:cxnChg chg="add del">
          <ac:chgData name="동혁 임" userId="879f4c796d7a5333" providerId="LiveId" clId="{0C13D58B-97DF-4565-AAEC-23B22FE47640}" dt="2020-06-02T02:09:40.954" v="16339" actId="26606"/>
          <ac:cxnSpMkLst>
            <pc:docMk/>
            <pc:sldMk cId="3239866930" sldId="295"/>
            <ac:cxnSpMk id="47" creationId="{9F2EA1AF-73AB-4FCB-B4EE-0E42E7250F64}"/>
          </ac:cxnSpMkLst>
        </pc:cxnChg>
        <pc:cxnChg chg="add del">
          <ac:chgData name="동혁 임" userId="879f4c796d7a5333" providerId="LiveId" clId="{0C13D58B-97DF-4565-AAEC-23B22FE47640}" dt="2020-06-02T02:09:40.954" v="16339" actId="26606"/>
          <ac:cxnSpMkLst>
            <pc:docMk/>
            <pc:sldMk cId="3239866930" sldId="295"/>
            <ac:cxnSpMk id="49" creationId="{65A18FBF-6157-4210-BEF2-9A6C31FA89AD}"/>
          </ac:cxnSpMkLst>
        </pc:cxnChg>
        <pc:cxnChg chg="add del">
          <ac:chgData name="동혁 임" userId="879f4c796d7a5333" providerId="LiveId" clId="{0C13D58B-97DF-4565-AAEC-23B22FE47640}" dt="2020-06-02T02:09:40.954" v="16339" actId="26606"/>
          <ac:cxnSpMkLst>
            <pc:docMk/>
            <pc:sldMk cId="3239866930" sldId="295"/>
            <ac:cxnSpMk id="51" creationId="{43C9CCA8-3CEC-4CD0-A624-A701C612511D}"/>
          </ac:cxnSpMkLst>
        </pc:cxnChg>
        <pc:cxnChg chg="add del">
          <ac:chgData name="동혁 임" userId="879f4c796d7a5333" providerId="LiveId" clId="{0C13D58B-97DF-4565-AAEC-23B22FE47640}" dt="2020-06-02T02:09:40.954" v="16339" actId="26606"/>
          <ac:cxnSpMkLst>
            <pc:docMk/>
            <pc:sldMk cId="3239866930" sldId="295"/>
            <ac:cxnSpMk id="53" creationId="{DDFDA711-2183-447C-AA6C-B1B5643763B1}"/>
          </ac:cxnSpMkLst>
        </pc:cxnChg>
      </pc:sldChg>
      <pc:sldChg chg="addSp delSp add del setBg delDesignElem">
        <pc:chgData name="동혁 임" userId="879f4c796d7a5333" providerId="LiveId" clId="{0C13D58B-97DF-4565-AAEC-23B22FE47640}" dt="2020-06-02T02:06:47.015" v="16318"/>
        <pc:sldMkLst>
          <pc:docMk/>
          <pc:sldMk cId="2421469098" sldId="296"/>
        </pc:sldMkLst>
        <pc:spChg chg="add del">
          <ac:chgData name="동혁 임" userId="879f4c796d7a5333" providerId="LiveId" clId="{0C13D58B-97DF-4565-AAEC-23B22FE47640}" dt="2020-06-02T02:06:47.015" v="16318"/>
          <ac:spMkLst>
            <pc:docMk/>
            <pc:sldMk cId="2421469098" sldId="296"/>
            <ac:spMk id="47" creationId="{928F64C6-FE22-4FC1-A763-DFCC514811BD}"/>
          </ac:spMkLst>
        </pc:spChg>
        <pc:cxnChg chg="add del">
          <ac:chgData name="동혁 임" userId="879f4c796d7a5333" providerId="LiveId" clId="{0C13D58B-97DF-4565-AAEC-23B22FE47640}" dt="2020-06-02T02:06:47.015" v="16318"/>
          <ac:cxnSpMkLst>
            <pc:docMk/>
            <pc:sldMk cId="2421469098" sldId="296"/>
            <ac:cxnSpMk id="49" creationId="{5C34627B-48E6-4F4D-B843-97717A86B490}"/>
          </ac:cxnSpMkLst>
        </pc:cxnChg>
      </pc:sldChg>
      <pc:sldChg chg="addSp delSp modSp new mod setBg">
        <pc:chgData name="동혁 임" userId="879f4c796d7a5333" providerId="LiveId" clId="{0C13D58B-97DF-4565-AAEC-23B22FE47640}" dt="2020-06-02T02:26:24.675" v="18880" actId="2711"/>
        <pc:sldMkLst>
          <pc:docMk/>
          <pc:sldMk cId="3453799998" sldId="296"/>
        </pc:sldMkLst>
        <pc:spChg chg="mod">
          <ac:chgData name="동혁 임" userId="879f4c796d7a5333" providerId="LiveId" clId="{0C13D58B-97DF-4565-AAEC-23B22FE47640}" dt="2020-06-02T02:26:24.675" v="18880" actId="2711"/>
          <ac:spMkLst>
            <pc:docMk/>
            <pc:sldMk cId="3453799998" sldId="296"/>
            <ac:spMk id="2" creationId="{92C06D0C-8153-4E66-9D6C-7B98054B364C}"/>
          </ac:spMkLst>
        </pc:spChg>
        <pc:spChg chg="add del">
          <ac:chgData name="동혁 임" userId="879f4c796d7a5333" providerId="LiveId" clId="{0C13D58B-97DF-4565-AAEC-23B22FE47640}" dt="2020-06-02T02:12:33.880" v="16645" actId="931"/>
          <ac:spMkLst>
            <pc:docMk/>
            <pc:sldMk cId="3453799998" sldId="296"/>
            <ac:spMk id="3" creationId="{04090424-38DE-426F-9C94-1136A0B452D4}"/>
          </ac:spMkLst>
        </pc:spChg>
        <pc:spChg chg="mod ord">
          <ac:chgData name="동혁 임" userId="879f4c796d7a5333" providerId="LiveId" clId="{0C13D58B-97DF-4565-AAEC-23B22FE47640}" dt="2020-06-02T02:26:24.675" v="18880" actId="2711"/>
          <ac:spMkLst>
            <pc:docMk/>
            <pc:sldMk cId="3453799998" sldId="296"/>
            <ac:spMk id="4" creationId="{83BF1C50-118C-4AE9-B31E-DA8BFF06F8AF}"/>
          </ac:spMkLst>
        </pc:spChg>
        <pc:spChg chg="add del">
          <ac:chgData name="동혁 임" userId="879f4c796d7a5333" providerId="LiveId" clId="{0C13D58B-97DF-4565-AAEC-23B22FE47640}" dt="2020-06-02T02:11:42.762" v="16500" actId="26606"/>
          <ac:spMkLst>
            <pc:docMk/>
            <pc:sldMk cId="3453799998" sldId="296"/>
            <ac:spMk id="17" creationId="{2111B97A-2FB0-4625-8C2E-CDCB1AF683A2}"/>
          </ac:spMkLst>
        </pc:spChg>
        <pc:spChg chg="add del">
          <ac:chgData name="동혁 임" userId="879f4c796d7a5333" providerId="LiveId" clId="{0C13D58B-97DF-4565-AAEC-23B22FE47640}" dt="2020-06-02T02:11:42.762" v="16500" actId="26606"/>
          <ac:spMkLst>
            <pc:docMk/>
            <pc:sldMk cId="3453799998" sldId="296"/>
            <ac:spMk id="23" creationId="{8ED94938-268E-4C0A-A08A-B3980C78BAEB}"/>
          </ac:spMkLst>
        </pc:spChg>
        <pc:spChg chg="add del">
          <ac:chgData name="동혁 임" userId="879f4c796d7a5333" providerId="LiveId" clId="{0C13D58B-97DF-4565-AAEC-23B22FE47640}" dt="2020-06-02T02:24:36.555" v="18857" actId="26606"/>
          <ac:spMkLst>
            <pc:docMk/>
            <pc:sldMk cId="3453799998" sldId="296"/>
            <ac:spMk id="24" creationId="{9A42C7B2-7BD6-433A-95AB-5AA4F44B5819}"/>
          </ac:spMkLst>
        </pc:spChg>
        <pc:spChg chg="add del">
          <ac:chgData name="동혁 임" userId="879f4c796d7a5333" providerId="LiveId" clId="{0C13D58B-97DF-4565-AAEC-23B22FE47640}" dt="2020-06-02T02:11:49.206" v="16502" actId="26606"/>
          <ac:spMkLst>
            <pc:docMk/>
            <pc:sldMk cId="3453799998" sldId="296"/>
            <ac:spMk id="25" creationId="{FDBD7205-E536-4134-8768-AC3E1A3C5E59}"/>
          </ac:spMkLst>
        </pc:spChg>
        <pc:spChg chg="add del">
          <ac:chgData name="동혁 임" userId="879f4c796d7a5333" providerId="LiveId" clId="{0C13D58B-97DF-4565-AAEC-23B22FE47640}" dt="2020-06-02T02:11:49.206" v="16502" actId="26606"/>
          <ac:spMkLst>
            <pc:docMk/>
            <pc:sldMk cId="3453799998" sldId="296"/>
            <ac:spMk id="26" creationId="{8C886788-700E-4D20-9F80-E0E96837A203}"/>
          </ac:spMkLst>
        </pc:spChg>
        <pc:spChg chg="add del">
          <ac:chgData name="동혁 임" userId="879f4c796d7a5333" providerId="LiveId" clId="{0C13D58B-97DF-4565-AAEC-23B22FE47640}" dt="2020-06-02T02:11:49.206" v="16502" actId="26606"/>
          <ac:spMkLst>
            <pc:docMk/>
            <pc:sldMk cId="3453799998" sldId="296"/>
            <ac:spMk id="27" creationId="{1850674C-4E08-4C62-A3E2-6337FE4F7D86}"/>
          </ac:spMkLst>
        </pc:spChg>
        <pc:spChg chg="add del">
          <ac:chgData name="동혁 임" userId="879f4c796d7a5333" providerId="LiveId" clId="{0C13D58B-97DF-4565-AAEC-23B22FE47640}" dt="2020-06-02T02:11:49.206" v="16502" actId="26606"/>
          <ac:spMkLst>
            <pc:docMk/>
            <pc:sldMk cId="3453799998" sldId="296"/>
            <ac:spMk id="28" creationId="{BCE4FF05-2B0C-4C97-A9B4-E163085A90E1}"/>
          </ac:spMkLst>
        </pc:spChg>
        <pc:spChg chg="add del">
          <ac:chgData name="동혁 임" userId="879f4c796d7a5333" providerId="LiveId" clId="{0C13D58B-97DF-4565-AAEC-23B22FE47640}" dt="2020-06-02T02:11:49.206" v="16502" actId="26606"/>
          <ac:spMkLst>
            <pc:docMk/>
            <pc:sldMk cId="3453799998" sldId="296"/>
            <ac:spMk id="29" creationId="{529C2A7A-A6B6-4A56-B11C-8E967D88A60D}"/>
          </ac:spMkLst>
        </pc:spChg>
        <pc:spChg chg="add del">
          <ac:chgData name="동혁 임" userId="879f4c796d7a5333" providerId="LiveId" clId="{0C13D58B-97DF-4565-AAEC-23B22FE47640}" dt="2020-06-02T02:24:36.555" v="18857" actId="26606"/>
          <ac:spMkLst>
            <pc:docMk/>
            <pc:sldMk cId="3453799998" sldId="296"/>
            <ac:spMk id="30" creationId="{0ADDB668-2CA4-4D2B-9C34-3487CA330BA8}"/>
          </ac:spMkLst>
        </pc:spChg>
        <pc:spChg chg="add del">
          <ac:chgData name="동혁 임" userId="879f4c796d7a5333" providerId="LiveId" clId="{0C13D58B-97DF-4565-AAEC-23B22FE47640}" dt="2020-06-02T02:24:36.555" v="18857" actId="26606"/>
          <ac:spMkLst>
            <pc:docMk/>
            <pc:sldMk cId="3453799998" sldId="296"/>
            <ac:spMk id="31" creationId="{2568BC19-F052-4108-93E1-6A3D1DEC072F}"/>
          </ac:spMkLst>
        </pc:spChg>
        <pc:spChg chg="add del">
          <ac:chgData name="동혁 임" userId="879f4c796d7a5333" providerId="LiveId" clId="{0C13D58B-97DF-4565-AAEC-23B22FE47640}" dt="2020-06-02T02:24:36.555" v="18857" actId="26606"/>
          <ac:spMkLst>
            <pc:docMk/>
            <pc:sldMk cId="3453799998" sldId="296"/>
            <ac:spMk id="33" creationId="{D5FD337D-4D6B-4C8B-B6F5-121097E09881}"/>
          </ac:spMkLst>
        </pc:spChg>
        <pc:spChg chg="add">
          <ac:chgData name="동혁 임" userId="879f4c796d7a5333" providerId="LiveId" clId="{0C13D58B-97DF-4565-AAEC-23B22FE47640}" dt="2020-06-02T02:24:36.555" v="18857" actId="26606"/>
          <ac:spMkLst>
            <pc:docMk/>
            <pc:sldMk cId="3453799998" sldId="296"/>
            <ac:spMk id="38" creationId="{2A299ADF-C96B-4580-9DF4-9D9269C56780}"/>
          </ac:spMkLst>
        </pc:spChg>
        <pc:spChg chg="add">
          <ac:chgData name="동혁 임" userId="879f4c796d7a5333" providerId="LiveId" clId="{0C13D58B-97DF-4565-AAEC-23B22FE47640}" dt="2020-06-02T02:24:36.555" v="18857" actId="26606"/>
          <ac:spMkLst>
            <pc:docMk/>
            <pc:sldMk cId="3453799998" sldId="296"/>
            <ac:spMk id="40" creationId="{77B9ED5D-FBCA-4F0D-A30B-F8DB7B425553}"/>
          </ac:spMkLst>
        </pc:spChg>
        <pc:spChg chg="add">
          <ac:chgData name="동혁 임" userId="879f4c796d7a5333" providerId="LiveId" clId="{0C13D58B-97DF-4565-AAEC-23B22FE47640}" dt="2020-06-02T02:24:36.555" v="18857" actId="26606"/>
          <ac:spMkLst>
            <pc:docMk/>
            <pc:sldMk cId="3453799998" sldId="296"/>
            <ac:spMk id="42" creationId="{406034C9-73F6-444C-8AF7-50F88478617D}"/>
          </ac:spMkLst>
        </pc:spChg>
        <pc:grpChg chg="add del">
          <ac:chgData name="동혁 임" userId="879f4c796d7a5333" providerId="LiveId" clId="{0C13D58B-97DF-4565-AAEC-23B22FE47640}" dt="2020-06-02T02:11:42.762" v="16500" actId="26606"/>
          <ac:grpSpMkLst>
            <pc:docMk/>
            <pc:sldMk cId="3453799998" sldId="296"/>
            <ac:grpSpMk id="19" creationId="{B83D307E-DF68-43F8-97CE-0AAE950A7129}"/>
          </ac:grpSpMkLst>
        </pc:grpChg>
        <pc:picChg chg="add del mod">
          <ac:chgData name="동혁 임" userId="879f4c796d7a5333" providerId="LiveId" clId="{0C13D58B-97DF-4565-AAEC-23B22FE47640}" dt="2020-06-02T02:11:26.198" v="16491" actId="931"/>
          <ac:picMkLst>
            <pc:docMk/>
            <pc:sldMk cId="3453799998" sldId="296"/>
            <ac:picMk id="6" creationId="{AB32C1E5-9970-4954-A338-8D67F1FAD49D}"/>
          </ac:picMkLst>
        </pc:picChg>
        <pc:picChg chg="add del mod ord">
          <ac:chgData name="동혁 임" userId="879f4c796d7a5333" providerId="LiveId" clId="{0C13D58B-97DF-4565-AAEC-23B22FE47640}" dt="2020-06-02T02:11:49.594" v="16504" actId="931"/>
          <ac:picMkLst>
            <pc:docMk/>
            <pc:sldMk cId="3453799998" sldId="296"/>
            <ac:picMk id="8" creationId="{9D784EB8-3C6E-4089-B9D3-3C7C2BE9265A}"/>
          </ac:picMkLst>
        </pc:picChg>
        <pc:picChg chg="add del mod ord">
          <ac:chgData name="동혁 임" userId="879f4c796d7a5333" providerId="LiveId" clId="{0C13D58B-97DF-4565-AAEC-23B22FE47640}" dt="2020-06-02T02:11:49.594" v="16504" actId="931"/>
          <ac:picMkLst>
            <pc:docMk/>
            <pc:sldMk cId="3453799998" sldId="296"/>
            <ac:picMk id="10" creationId="{B6E5F5C9-8CF4-4CA9-8F8B-06EA0FC30E0D}"/>
          </ac:picMkLst>
        </pc:picChg>
        <pc:picChg chg="add del mod">
          <ac:chgData name="동혁 임" userId="879f4c796d7a5333" providerId="LiveId" clId="{0C13D58B-97DF-4565-AAEC-23B22FE47640}" dt="2020-06-02T02:11:49.594" v="16504" actId="931"/>
          <ac:picMkLst>
            <pc:docMk/>
            <pc:sldMk cId="3453799998" sldId="296"/>
            <ac:picMk id="12" creationId="{686B9856-8EFC-44DE-A6D5-3EBF7924A711}"/>
          </ac:picMkLst>
        </pc:picChg>
        <pc:picChg chg="add mod ord modCrop">
          <ac:chgData name="동혁 임" userId="879f4c796d7a5333" providerId="LiveId" clId="{0C13D58B-97DF-4565-AAEC-23B22FE47640}" dt="2020-06-02T02:26:12.150" v="18878" actId="1076"/>
          <ac:picMkLst>
            <pc:docMk/>
            <pc:sldMk cId="3453799998" sldId="296"/>
            <ac:picMk id="14" creationId="{201854F3-5E52-42E9-BB57-2F1E6E47F1AC}"/>
          </ac:picMkLst>
        </pc:picChg>
        <pc:picChg chg="add mod modCrop">
          <ac:chgData name="동혁 임" userId="879f4c796d7a5333" providerId="LiveId" clId="{0C13D58B-97DF-4565-AAEC-23B22FE47640}" dt="2020-06-02T02:26:13.509" v="18879" actId="1076"/>
          <ac:picMkLst>
            <pc:docMk/>
            <pc:sldMk cId="3453799998" sldId="296"/>
            <ac:picMk id="16" creationId="{D4EB172D-F8B9-4439-9D30-8DC9B5F282C4}"/>
          </ac:picMkLst>
        </pc:picChg>
        <pc:picChg chg="add mod ord modCrop">
          <ac:chgData name="동혁 임" userId="879f4c796d7a5333" providerId="LiveId" clId="{0C13D58B-97DF-4565-AAEC-23B22FE47640}" dt="2020-06-02T02:26:05.897" v="18876" actId="14100"/>
          <ac:picMkLst>
            <pc:docMk/>
            <pc:sldMk cId="3453799998" sldId="296"/>
            <ac:picMk id="22" creationId="{4FBD681D-D5BC-4943-A069-F475FE342DA4}"/>
          </ac:picMkLst>
        </pc:picChg>
      </pc:sldChg>
      <pc:sldChg chg="addSp modSp new mod setBg">
        <pc:chgData name="동혁 임" userId="879f4c796d7a5333" providerId="LiveId" clId="{0C13D58B-97DF-4565-AAEC-23B22FE47640}" dt="2020-06-02T02:26:35.514" v="18881" actId="2711"/>
        <pc:sldMkLst>
          <pc:docMk/>
          <pc:sldMk cId="3355841554" sldId="297"/>
        </pc:sldMkLst>
        <pc:spChg chg="mod">
          <ac:chgData name="동혁 임" userId="879f4c796d7a5333" providerId="LiveId" clId="{0C13D58B-97DF-4565-AAEC-23B22FE47640}" dt="2020-06-02T02:26:35.514" v="18881" actId="2711"/>
          <ac:spMkLst>
            <pc:docMk/>
            <pc:sldMk cId="3355841554" sldId="297"/>
            <ac:spMk id="2" creationId="{DD104E17-CC51-4236-82A3-60A666FDBD88}"/>
          </ac:spMkLst>
        </pc:spChg>
        <pc:spChg chg="mod">
          <ac:chgData name="동혁 임" userId="879f4c796d7a5333" providerId="LiveId" clId="{0C13D58B-97DF-4565-AAEC-23B22FE47640}" dt="2020-06-02T02:26:35.514" v="18881" actId="2711"/>
          <ac:spMkLst>
            <pc:docMk/>
            <pc:sldMk cId="3355841554" sldId="297"/>
            <ac:spMk id="3" creationId="{6B9675B4-9402-4872-9407-42DA1E341589}"/>
          </ac:spMkLst>
        </pc:spChg>
        <pc:spChg chg="add">
          <ac:chgData name="동혁 임" userId="879f4c796d7a5333" providerId="LiveId" clId="{0C13D58B-97DF-4565-AAEC-23B22FE47640}" dt="2020-06-02T02:13:33.659" v="16833" actId="26606"/>
          <ac:spMkLst>
            <pc:docMk/>
            <pc:sldMk cId="3355841554" sldId="297"/>
            <ac:spMk id="8" creationId="{1ACA2EA0-FFD3-42EC-9406-B595015ED96E}"/>
          </ac:spMkLst>
        </pc:spChg>
        <pc:spChg chg="add">
          <ac:chgData name="동혁 임" userId="879f4c796d7a5333" providerId="LiveId" clId="{0C13D58B-97DF-4565-AAEC-23B22FE47640}" dt="2020-06-02T02:13:33.659" v="16833" actId="26606"/>
          <ac:spMkLst>
            <pc:docMk/>
            <pc:sldMk cId="3355841554" sldId="297"/>
            <ac:spMk id="10" creationId="{D5288BCE-665C-472A-8C43-664BCFA31E43}"/>
          </ac:spMkLst>
        </pc:spChg>
        <pc:spChg chg="add">
          <ac:chgData name="동혁 임" userId="879f4c796d7a5333" providerId="LiveId" clId="{0C13D58B-97DF-4565-AAEC-23B22FE47640}" dt="2020-06-02T02:13:33.659" v="16833" actId="26606"/>
          <ac:spMkLst>
            <pc:docMk/>
            <pc:sldMk cId="3355841554" sldId="297"/>
            <ac:spMk id="12" creationId="{46C57131-53A7-4C1A-BEA8-25F06A06AD29}"/>
          </ac:spMkLst>
        </pc:spChg>
      </pc:sldChg>
      <pc:sldChg chg="addSp delSp modSp new mod setBg">
        <pc:chgData name="동혁 임" userId="879f4c796d7a5333" providerId="LiveId" clId="{0C13D58B-97DF-4565-AAEC-23B22FE47640}" dt="2020-06-02T02:26:39.191" v="18882" actId="2711"/>
        <pc:sldMkLst>
          <pc:docMk/>
          <pc:sldMk cId="1216207896" sldId="298"/>
        </pc:sldMkLst>
        <pc:spChg chg="mod ord">
          <ac:chgData name="동혁 임" userId="879f4c796d7a5333" providerId="LiveId" clId="{0C13D58B-97DF-4565-AAEC-23B22FE47640}" dt="2020-06-02T02:26:39.191" v="18882" actId="2711"/>
          <ac:spMkLst>
            <pc:docMk/>
            <pc:sldMk cId="1216207896" sldId="298"/>
            <ac:spMk id="2" creationId="{4DCEEE19-1354-4346-BA1D-E6B64FBA347F}"/>
          </ac:spMkLst>
        </pc:spChg>
        <pc:spChg chg="del">
          <ac:chgData name="동혁 임" userId="879f4c796d7a5333" providerId="LiveId" clId="{0C13D58B-97DF-4565-AAEC-23B22FE47640}" dt="2020-06-02T02:15:05.371" v="17455" actId="931"/>
          <ac:spMkLst>
            <pc:docMk/>
            <pc:sldMk cId="1216207896" sldId="298"/>
            <ac:spMk id="3" creationId="{AE8C8C0C-593D-43BD-8B6D-3A13FAED51D5}"/>
          </ac:spMkLst>
        </pc:spChg>
        <pc:spChg chg="mod">
          <ac:chgData name="동혁 임" userId="879f4c796d7a5333" providerId="LiveId" clId="{0C13D58B-97DF-4565-AAEC-23B22FE47640}" dt="2020-06-02T02:26:39.191" v="18882" actId="2711"/>
          <ac:spMkLst>
            <pc:docMk/>
            <pc:sldMk cId="1216207896" sldId="298"/>
            <ac:spMk id="4" creationId="{AFBDCC4C-08C9-4B73-8566-E8C9D1D9FF86}"/>
          </ac:spMkLst>
        </pc:spChg>
        <pc:spChg chg="add">
          <ac:chgData name="동혁 임" userId="879f4c796d7a5333" providerId="LiveId" clId="{0C13D58B-97DF-4565-AAEC-23B22FE47640}" dt="2020-06-02T02:15:07.107" v="17458" actId="26606"/>
          <ac:spMkLst>
            <pc:docMk/>
            <pc:sldMk cId="1216207896" sldId="298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6-02T02:15:07.107" v="17458" actId="26606"/>
          <ac:spMkLst>
            <pc:docMk/>
            <pc:sldMk cId="1216207896" sldId="298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6-02T02:15:07.107" v="17458" actId="26606"/>
          <ac:picMkLst>
            <pc:docMk/>
            <pc:sldMk cId="1216207896" sldId="298"/>
            <ac:picMk id="6" creationId="{70341019-AC14-4C56-952E-488259BD684F}"/>
          </ac:picMkLst>
        </pc:picChg>
      </pc:sldChg>
      <pc:sldChg chg="addSp delSp modSp new mod setBg">
        <pc:chgData name="동혁 임" userId="879f4c796d7a5333" providerId="LiveId" clId="{0C13D58B-97DF-4565-AAEC-23B22FE47640}" dt="2020-06-02T02:26:44.052" v="18883" actId="2711"/>
        <pc:sldMkLst>
          <pc:docMk/>
          <pc:sldMk cId="651464475" sldId="299"/>
        </pc:sldMkLst>
        <pc:spChg chg="mod ord">
          <ac:chgData name="동혁 임" userId="879f4c796d7a5333" providerId="LiveId" clId="{0C13D58B-97DF-4565-AAEC-23B22FE47640}" dt="2020-06-02T02:26:44.052" v="18883" actId="2711"/>
          <ac:spMkLst>
            <pc:docMk/>
            <pc:sldMk cId="651464475" sldId="299"/>
            <ac:spMk id="2" creationId="{6409DC4F-E1D9-4E17-9117-EAC7F6FC2CAC}"/>
          </ac:spMkLst>
        </pc:spChg>
        <pc:spChg chg="del">
          <ac:chgData name="동혁 임" userId="879f4c796d7a5333" providerId="LiveId" clId="{0C13D58B-97DF-4565-AAEC-23B22FE47640}" dt="2020-06-02T02:16:04.140" v="17551" actId="931"/>
          <ac:spMkLst>
            <pc:docMk/>
            <pc:sldMk cId="651464475" sldId="299"/>
            <ac:spMk id="3" creationId="{50379D4A-0996-484B-8CBD-1012E96F7EDF}"/>
          </ac:spMkLst>
        </pc:spChg>
        <pc:spChg chg="mod ord">
          <ac:chgData name="동혁 임" userId="879f4c796d7a5333" providerId="LiveId" clId="{0C13D58B-97DF-4565-AAEC-23B22FE47640}" dt="2020-06-02T02:26:44.052" v="18883" actId="2711"/>
          <ac:spMkLst>
            <pc:docMk/>
            <pc:sldMk cId="651464475" sldId="299"/>
            <ac:spMk id="4" creationId="{06B4F80E-63EC-4095-B2AC-AB9B8ABA4C82}"/>
          </ac:spMkLst>
        </pc:spChg>
        <pc:spChg chg="add del">
          <ac:chgData name="동혁 임" userId="879f4c796d7a5333" providerId="LiveId" clId="{0C13D58B-97DF-4565-AAEC-23B22FE47640}" dt="2020-06-02T02:17:00.353" v="17576" actId="26606"/>
          <ac:spMkLst>
            <pc:docMk/>
            <pc:sldMk cId="651464475" sldId="299"/>
            <ac:spMk id="12" creationId="{84FBED99-6FC1-4BB5-8A6B-F44752C39259}"/>
          </ac:spMkLst>
        </pc:spChg>
        <pc:spChg chg="add del">
          <ac:chgData name="동혁 임" userId="879f4c796d7a5333" providerId="LiveId" clId="{0C13D58B-97DF-4565-AAEC-23B22FE47640}" dt="2020-06-02T02:17:00.353" v="17576" actId="26606"/>
          <ac:spMkLst>
            <pc:docMk/>
            <pc:sldMk cId="651464475" sldId="299"/>
            <ac:spMk id="13" creationId="{8EA2E5B2-7E46-41D7-993E-1472B65EDE2D}"/>
          </ac:spMkLst>
        </pc:spChg>
        <pc:spChg chg="add del">
          <ac:chgData name="동혁 임" userId="879f4c796d7a5333" providerId="LiveId" clId="{0C13D58B-97DF-4565-AAEC-23B22FE47640}" dt="2020-06-02T02:17:00.353" v="17576" actId="26606"/>
          <ac:spMkLst>
            <pc:docMk/>
            <pc:sldMk cId="651464475" sldId="299"/>
            <ac:spMk id="14" creationId="{789E161B-D345-4E9F-985D-649330815F57}"/>
          </ac:spMkLst>
        </pc:spChg>
        <pc:spChg chg="add del">
          <ac:chgData name="동혁 임" userId="879f4c796d7a5333" providerId="LiveId" clId="{0C13D58B-97DF-4565-AAEC-23B22FE47640}" dt="2020-06-02T02:16:07.968" v="17559" actId="26606"/>
          <ac:spMkLst>
            <pc:docMk/>
            <pc:sldMk cId="651464475" sldId="299"/>
            <ac:spMk id="15" creationId="{F8A81AE0-4946-4D18-898D-2504ABC6DB78}"/>
          </ac:spMkLst>
        </pc:spChg>
        <pc:spChg chg="add del">
          <ac:chgData name="동혁 임" userId="879f4c796d7a5333" providerId="LiveId" clId="{0C13D58B-97DF-4565-AAEC-23B22FE47640}" dt="2020-06-02T02:17:05.160" v="17578" actId="26606"/>
          <ac:spMkLst>
            <pc:docMk/>
            <pc:sldMk cId="651464475" sldId="299"/>
            <ac:spMk id="16" creationId="{FC3D2873-2194-4FB0-BFBA-7E7EEB984862}"/>
          </ac:spMkLst>
        </pc:spChg>
        <pc:spChg chg="add del">
          <ac:chgData name="동혁 임" userId="879f4c796d7a5333" providerId="LiveId" clId="{0C13D58B-97DF-4565-AAEC-23B22FE47640}" dt="2020-06-02T02:16:07.968" v="17559" actId="26606"/>
          <ac:spMkLst>
            <pc:docMk/>
            <pc:sldMk cId="651464475" sldId="299"/>
            <ac:spMk id="17" creationId="{A3473CF9-37EB-43E7-89EF-D2D1C53D1DAC}"/>
          </ac:spMkLst>
        </pc:spChg>
        <pc:spChg chg="add del">
          <ac:chgData name="동혁 임" userId="879f4c796d7a5333" providerId="LiveId" clId="{0C13D58B-97DF-4565-AAEC-23B22FE47640}" dt="2020-06-02T02:17:05.160" v="17578" actId="26606"/>
          <ac:spMkLst>
            <pc:docMk/>
            <pc:sldMk cId="651464475" sldId="299"/>
            <ac:spMk id="18" creationId="{B228652A-FD81-4A3C-B164-2012BF4EEA56}"/>
          </ac:spMkLst>
        </pc:spChg>
        <pc:spChg chg="add del">
          <ac:chgData name="동혁 임" userId="879f4c796d7a5333" providerId="LiveId" clId="{0C13D58B-97DF-4565-AAEC-23B22FE47640}" dt="2020-06-02T02:16:07.968" v="17559" actId="26606"/>
          <ac:spMkLst>
            <pc:docMk/>
            <pc:sldMk cId="651464475" sldId="299"/>
            <ac:spMk id="19" creationId="{586B4EF9-43BA-4655-A6FF-1D8E21574C95}"/>
          </ac:spMkLst>
        </pc:spChg>
        <pc:spChg chg="add del">
          <ac:chgData name="동혁 임" userId="879f4c796d7a5333" providerId="LiveId" clId="{0C13D58B-97DF-4565-AAEC-23B22FE47640}" dt="2020-06-02T02:17:05.160" v="17578" actId="26606"/>
          <ac:spMkLst>
            <pc:docMk/>
            <pc:sldMk cId="651464475" sldId="299"/>
            <ac:spMk id="20" creationId="{FE8F25D8-4980-4C67-9E0C-7BE94C9CBFE6}"/>
          </ac:spMkLst>
        </pc:spChg>
        <pc:spChg chg="add del">
          <ac:chgData name="동혁 임" userId="879f4c796d7a5333" providerId="LiveId" clId="{0C13D58B-97DF-4565-AAEC-23B22FE47640}" dt="2020-06-02T02:16:11.296" v="17561" actId="26606"/>
          <ac:spMkLst>
            <pc:docMk/>
            <pc:sldMk cId="651464475" sldId="299"/>
            <ac:spMk id="21" creationId="{FDC05A7B-3060-4D55-AD98-5814F79D46C2}"/>
          </ac:spMkLst>
        </pc:spChg>
        <pc:spChg chg="add del">
          <ac:chgData name="동혁 임" userId="879f4c796d7a5333" providerId="LiveId" clId="{0C13D58B-97DF-4565-AAEC-23B22FE47640}" dt="2020-06-02T02:16:11.296" v="17561" actId="26606"/>
          <ac:spMkLst>
            <pc:docMk/>
            <pc:sldMk cId="651464475" sldId="299"/>
            <ac:spMk id="22" creationId="{A3473CF9-37EB-43E7-89EF-D2D1C53D1DAC}"/>
          </ac:spMkLst>
        </pc:spChg>
        <pc:spChg chg="add del">
          <ac:chgData name="동혁 임" userId="879f4c796d7a5333" providerId="LiveId" clId="{0C13D58B-97DF-4565-AAEC-23B22FE47640}" dt="2020-06-02T02:16:11.296" v="17561" actId="26606"/>
          <ac:spMkLst>
            <pc:docMk/>
            <pc:sldMk cId="651464475" sldId="299"/>
            <ac:spMk id="23" creationId="{586B4EF9-43BA-4655-A6FF-1D8E21574C95}"/>
          </ac:spMkLst>
        </pc:spChg>
        <pc:spChg chg="add del">
          <ac:chgData name="동혁 임" userId="879f4c796d7a5333" providerId="LiveId" clId="{0C13D58B-97DF-4565-AAEC-23B22FE47640}" dt="2020-06-02T02:17:05.160" v="17578" actId="26606"/>
          <ac:spMkLst>
            <pc:docMk/>
            <pc:sldMk cId="651464475" sldId="299"/>
            <ac:spMk id="24" creationId="{1A214C69-1234-4E5D-91CD-BEA00204258E}"/>
          </ac:spMkLst>
        </pc:spChg>
        <pc:spChg chg="add del">
          <ac:chgData name="동혁 임" userId="879f4c796d7a5333" providerId="LiveId" clId="{0C13D58B-97DF-4565-AAEC-23B22FE47640}" dt="2020-06-02T02:16:27.804" v="17563" actId="26606"/>
          <ac:spMkLst>
            <pc:docMk/>
            <pc:sldMk cId="651464475" sldId="299"/>
            <ac:spMk id="25" creationId="{D7D12574-25F0-4BB1-AA48-9DE7527AF5F4}"/>
          </ac:spMkLst>
        </pc:spChg>
        <pc:spChg chg="add del">
          <ac:chgData name="동혁 임" userId="879f4c796d7a5333" providerId="LiveId" clId="{0C13D58B-97DF-4565-AAEC-23B22FE47640}" dt="2020-06-02T02:16:27.804" v="17563" actId="26606"/>
          <ac:spMkLst>
            <pc:docMk/>
            <pc:sldMk cId="651464475" sldId="299"/>
            <ac:spMk id="26" creationId="{A3473CF9-37EB-43E7-89EF-D2D1C53D1DAC}"/>
          </ac:spMkLst>
        </pc:spChg>
        <pc:spChg chg="add del">
          <ac:chgData name="동혁 임" userId="879f4c796d7a5333" providerId="LiveId" clId="{0C13D58B-97DF-4565-AAEC-23B22FE47640}" dt="2020-06-02T02:16:27.804" v="17563" actId="26606"/>
          <ac:spMkLst>
            <pc:docMk/>
            <pc:sldMk cId="651464475" sldId="299"/>
            <ac:spMk id="27" creationId="{586B4EF9-43BA-4655-A6FF-1D8E21574C95}"/>
          </ac:spMkLst>
        </pc:spChg>
        <pc:spChg chg="add del">
          <ac:chgData name="동혁 임" userId="879f4c796d7a5333" providerId="LiveId" clId="{0C13D58B-97DF-4565-AAEC-23B22FE47640}" dt="2020-06-02T02:17:05.160" v="17578" actId="26606"/>
          <ac:spMkLst>
            <pc:docMk/>
            <pc:sldMk cId="651464475" sldId="299"/>
            <ac:spMk id="28" creationId="{F86E49C8-40C0-4E80-BAC0-9A66298F1D1C}"/>
          </ac:spMkLst>
        </pc:spChg>
        <pc:spChg chg="add">
          <ac:chgData name="동혁 임" userId="879f4c796d7a5333" providerId="LiveId" clId="{0C13D58B-97DF-4565-AAEC-23B22FE47640}" dt="2020-06-02T02:19:12.346" v="18087" actId="26606"/>
          <ac:spMkLst>
            <pc:docMk/>
            <pc:sldMk cId="651464475" sldId="299"/>
            <ac:spMk id="29" creationId="{5EBC18B6-E5C3-4AD1-97A4-E6A3477A0BB9}"/>
          </ac:spMkLst>
        </pc:spChg>
        <pc:spChg chg="add del">
          <ac:chgData name="동혁 임" userId="879f4c796d7a5333" providerId="LiveId" clId="{0C13D58B-97DF-4565-AAEC-23B22FE47640}" dt="2020-06-02T02:17:29.744" v="17580" actId="26606"/>
          <ac:spMkLst>
            <pc:docMk/>
            <pc:sldMk cId="651464475" sldId="299"/>
            <ac:spMk id="30" creationId="{5D745267-269D-4693-9039-3C9849D0F025}"/>
          </ac:spMkLst>
        </pc:spChg>
        <pc:spChg chg="add del">
          <ac:chgData name="동혁 임" userId="879f4c796d7a5333" providerId="LiveId" clId="{0C13D58B-97DF-4565-AAEC-23B22FE47640}" dt="2020-06-02T02:17:29.744" v="17580" actId="26606"/>
          <ac:spMkLst>
            <pc:docMk/>
            <pc:sldMk cId="651464475" sldId="299"/>
            <ac:spMk id="31" creationId="{0ADDB668-2CA4-4D2B-9C34-3487CA330BA8}"/>
          </ac:spMkLst>
        </pc:spChg>
        <pc:spChg chg="add del">
          <ac:chgData name="동혁 임" userId="879f4c796d7a5333" providerId="LiveId" clId="{0C13D58B-97DF-4565-AAEC-23B22FE47640}" dt="2020-06-02T02:17:29.744" v="17580" actId="26606"/>
          <ac:spMkLst>
            <pc:docMk/>
            <pc:sldMk cId="651464475" sldId="299"/>
            <ac:spMk id="32" creationId="{2568BC19-F052-4108-93E1-6A3D1DEC072F}"/>
          </ac:spMkLst>
        </pc:spChg>
        <pc:spChg chg="add del">
          <ac:chgData name="동혁 임" userId="879f4c796d7a5333" providerId="LiveId" clId="{0C13D58B-97DF-4565-AAEC-23B22FE47640}" dt="2020-06-02T02:17:29.744" v="17580" actId="26606"/>
          <ac:spMkLst>
            <pc:docMk/>
            <pc:sldMk cId="651464475" sldId="299"/>
            <ac:spMk id="33" creationId="{D5FD337D-4D6B-4C8B-B6F5-121097E09881}"/>
          </ac:spMkLst>
        </pc:spChg>
        <pc:spChg chg="add">
          <ac:chgData name="동혁 임" userId="879f4c796d7a5333" providerId="LiveId" clId="{0C13D58B-97DF-4565-AAEC-23B22FE47640}" dt="2020-06-02T02:19:12.346" v="18087" actId="26606"/>
          <ac:spMkLst>
            <pc:docMk/>
            <pc:sldMk cId="651464475" sldId="299"/>
            <ac:spMk id="34" creationId="{136A4AB6-B72B-4CC6-ADCF-BE807B6C3D71}"/>
          </ac:spMkLst>
        </pc:spChg>
        <pc:spChg chg="add del">
          <ac:chgData name="동혁 임" userId="879f4c796d7a5333" providerId="LiveId" clId="{0C13D58B-97DF-4565-AAEC-23B22FE47640}" dt="2020-06-02T02:17:30.633" v="17582" actId="26606"/>
          <ac:spMkLst>
            <pc:docMk/>
            <pc:sldMk cId="651464475" sldId="299"/>
            <ac:spMk id="35" creationId="{3BE40A06-F20A-4590-B20B-34C50D338AE3}"/>
          </ac:spMkLst>
        </pc:spChg>
        <pc:spChg chg="add del">
          <ac:chgData name="동혁 임" userId="879f4c796d7a5333" providerId="LiveId" clId="{0C13D58B-97DF-4565-AAEC-23B22FE47640}" dt="2020-06-02T02:17:30.633" v="17582" actId="26606"/>
          <ac:spMkLst>
            <pc:docMk/>
            <pc:sldMk cId="651464475" sldId="299"/>
            <ac:spMk id="36" creationId="{A3473CF9-37EB-43E7-89EF-D2D1C53D1DAC}"/>
          </ac:spMkLst>
        </pc:spChg>
        <pc:spChg chg="add del">
          <ac:chgData name="동혁 임" userId="879f4c796d7a5333" providerId="LiveId" clId="{0C13D58B-97DF-4565-AAEC-23B22FE47640}" dt="2020-06-02T02:17:30.633" v="17582" actId="26606"/>
          <ac:spMkLst>
            <pc:docMk/>
            <pc:sldMk cId="651464475" sldId="299"/>
            <ac:spMk id="37" creationId="{586B4EF9-43BA-4655-A6FF-1D8E21574C95}"/>
          </ac:spMkLst>
        </pc:spChg>
        <pc:spChg chg="add">
          <ac:chgData name="동혁 임" userId="879f4c796d7a5333" providerId="LiveId" clId="{0C13D58B-97DF-4565-AAEC-23B22FE47640}" dt="2020-06-02T02:19:12.346" v="18087" actId="26606"/>
          <ac:spMkLst>
            <pc:docMk/>
            <pc:sldMk cId="651464475" sldId="299"/>
            <ac:spMk id="38" creationId="{B35D540D-9486-4236-952A-F72DC52D79BF}"/>
          </ac:spMkLst>
        </pc:spChg>
        <pc:spChg chg="add del">
          <ac:chgData name="동혁 임" userId="879f4c796d7a5333" providerId="LiveId" clId="{0C13D58B-97DF-4565-AAEC-23B22FE47640}" dt="2020-06-02T02:17:37.516" v="17584" actId="26606"/>
          <ac:spMkLst>
            <pc:docMk/>
            <pc:sldMk cId="651464475" sldId="299"/>
            <ac:spMk id="39" creationId="{F8A81AE0-4946-4D18-898D-2504ABC6DB78}"/>
          </ac:spMkLst>
        </pc:spChg>
        <pc:spChg chg="add del">
          <ac:chgData name="동혁 임" userId="879f4c796d7a5333" providerId="LiveId" clId="{0C13D58B-97DF-4565-AAEC-23B22FE47640}" dt="2020-06-02T02:17:37.516" v="17584" actId="26606"/>
          <ac:spMkLst>
            <pc:docMk/>
            <pc:sldMk cId="651464475" sldId="299"/>
            <ac:spMk id="40" creationId="{A3473CF9-37EB-43E7-89EF-D2D1C53D1DAC}"/>
          </ac:spMkLst>
        </pc:spChg>
        <pc:spChg chg="add del">
          <ac:chgData name="동혁 임" userId="879f4c796d7a5333" providerId="LiveId" clId="{0C13D58B-97DF-4565-AAEC-23B22FE47640}" dt="2020-06-02T02:17:37.516" v="17584" actId="26606"/>
          <ac:spMkLst>
            <pc:docMk/>
            <pc:sldMk cId="651464475" sldId="299"/>
            <ac:spMk id="41" creationId="{586B4EF9-43BA-4655-A6FF-1D8E21574C95}"/>
          </ac:spMkLst>
        </pc:spChg>
        <pc:picChg chg="add mod ord">
          <ac:chgData name="동혁 임" userId="879f4c796d7a5333" providerId="LiveId" clId="{0C13D58B-97DF-4565-AAEC-23B22FE47640}" dt="2020-06-02T02:19:28.472" v="18093" actId="1076"/>
          <ac:picMkLst>
            <pc:docMk/>
            <pc:sldMk cId="651464475" sldId="299"/>
            <ac:picMk id="6" creationId="{87E2A8F7-2E6C-44E4-AA81-CDE48B7C379E}"/>
          </ac:picMkLst>
        </pc:picChg>
        <pc:picChg chg="add mod">
          <ac:chgData name="동혁 임" userId="879f4c796d7a5333" providerId="LiveId" clId="{0C13D58B-97DF-4565-AAEC-23B22FE47640}" dt="2020-06-02T02:19:34.200" v="18094" actId="1076"/>
          <ac:picMkLst>
            <pc:docMk/>
            <pc:sldMk cId="651464475" sldId="299"/>
            <ac:picMk id="8" creationId="{8D764D05-6663-4FC9-9DC8-6BBD8A76EA1B}"/>
          </ac:picMkLst>
        </pc:picChg>
        <pc:picChg chg="add mod">
          <ac:chgData name="동혁 임" userId="879f4c796d7a5333" providerId="LiveId" clId="{0C13D58B-97DF-4565-AAEC-23B22FE47640}" dt="2020-06-02T02:19:12.346" v="18087" actId="26606"/>
          <ac:picMkLst>
            <pc:docMk/>
            <pc:sldMk cId="651464475" sldId="299"/>
            <ac:picMk id="10" creationId="{630AA5E2-AC11-4B28-BFB7-7B15EA60E533}"/>
          </ac:picMkLst>
        </pc:picChg>
      </pc:sldChg>
      <pc:sldChg chg="addSp delSp modSp new mod setBg">
        <pc:chgData name="동혁 임" userId="879f4c796d7a5333" providerId="LiveId" clId="{0C13D58B-97DF-4565-AAEC-23B22FE47640}" dt="2020-06-02T02:26:48.979" v="18884" actId="2711"/>
        <pc:sldMkLst>
          <pc:docMk/>
          <pc:sldMk cId="341178429" sldId="300"/>
        </pc:sldMkLst>
        <pc:spChg chg="mod">
          <ac:chgData name="동혁 임" userId="879f4c796d7a5333" providerId="LiveId" clId="{0C13D58B-97DF-4565-AAEC-23B22FE47640}" dt="2020-06-02T02:26:48.979" v="18884" actId="2711"/>
          <ac:spMkLst>
            <pc:docMk/>
            <pc:sldMk cId="341178429" sldId="300"/>
            <ac:spMk id="2" creationId="{A9CD3E0A-E7D9-4B32-8AA6-F0C5C21388FD}"/>
          </ac:spMkLst>
        </pc:spChg>
        <pc:spChg chg="del">
          <ac:chgData name="동혁 임" userId="879f4c796d7a5333" providerId="LiveId" clId="{0C13D58B-97DF-4565-AAEC-23B22FE47640}" dt="2020-06-02T02:20:57.241" v="18439" actId="931"/>
          <ac:spMkLst>
            <pc:docMk/>
            <pc:sldMk cId="341178429" sldId="300"/>
            <ac:spMk id="3" creationId="{48CDD59F-682D-4AF4-A5C2-EAA16AB2AD3D}"/>
          </ac:spMkLst>
        </pc:spChg>
        <pc:spChg chg="mod ord">
          <ac:chgData name="동혁 임" userId="879f4c796d7a5333" providerId="LiveId" clId="{0C13D58B-97DF-4565-AAEC-23B22FE47640}" dt="2020-06-02T02:26:48.979" v="18884" actId="2711"/>
          <ac:spMkLst>
            <pc:docMk/>
            <pc:sldMk cId="341178429" sldId="300"/>
            <ac:spMk id="4" creationId="{E3562B70-EAA6-4DD9-8739-C08C1DC542A2}"/>
          </ac:spMkLst>
        </pc:spChg>
        <pc:spChg chg="add del">
          <ac:chgData name="동혁 임" userId="879f4c796d7a5333" providerId="LiveId" clId="{0C13D58B-97DF-4565-AAEC-23B22FE47640}" dt="2020-06-02T02:20:59.574" v="18447" actId="26606"/>
          <ac:spMkLst>
            <pc:docMk/>
            <pc:sldMk cId="341178429" sldId="300"/>
            <ac:spMk id="15" creationId="{9A42C7B2-7BD6-433A-95AB-5AA4F44B5819}"/>
          </ac:spMkLst>
        </pc:spChg>
        <pc:spChg chg="add del">
          <ac:chgData name="동혁 임" userId="879f4c796d7a5333" providerId="LiveId" clId="{0C13D58B-97DF-4565-AAEC-23B22FE47640}" dt="2020-06-02T02:20:59.574" v="18447" actId="26606"/>
          <ac:spMkLst>
            <pc:docMk/>
            <pc:sldMk cId="341178429" sldId="300"/>
            <ac:spMk id="17" creationId="{0ADDB668-2CA4-4D2B-9C34-3487CA330BA8}"/>
          </ac:spMkLst>
        </pc:spChg>
        <pc:spChg chg="add del">
          <ac:chgData name="동혁 임" userId="879f4c796d7a5333" providerId="LiveId" clId="{0C13D58B-97DF-4565-AAEC-23B22FE47640}" dt="2020-06-02T02:20:59.574" v="18447" actId="26606"/>
          <ac:spMkLst>
            <pc:docMk/>
            <pc:sldMk cId="341178429" sldId="300"/>
            <ac:spMk id="19" creationId="{2568BC19-F052-4108-93E1-6A3D1DEC072F}"/>
          </ac:spMkLst>
        </pc:spChg>
        <pc:spChg chg="add del">
          <ac:chgData name="동혁 임" userId="879f4c796d7a5333" providerId="LiveId" clId="{0C13D58B-97DF-4565-AAEC-23B22FE47640}" dt="2020-06-02T02:20:59.574" v="18447" actId="26606"/>
          <ac:spMkLst>
            <pc:docMk/>
            <pc:sldMk cId="341178429" sldId="300"/>
            <ac:spMk id="21" creationId="{D5FD337D-4D6B-4C8B-B6F5-121097E09881}"/>
          </ac:spMkLst>
        </pc:spChg>
        <pc:spChg chg="add">
          <ac:chgData name="동혁 임" userId="879f4c796d7a5333" providerId="LiveId" clId="{0C13D58B-97DF-4565-AAEC-23B22FE47640}" dt="2020-06-02T02:20:59.580" v="18448" actId="26606"/>
          <ac:spMkLst>
            <pc:docMk/>
            <pc:sldMk cId="341178429" sldId="300"/>
            <ac:spMk id="23" creationId="{5EBC18B6-E5C3-4AD1-97A4-E6A3477A0BB9}"/>
          </ac:spMkLst>
        </pc:spChg>
        <pc:spChg chg="add">
          <ac:chgData name="동혁 임" userId="879f4c796d7a5333" providerId="LiveId" clId="{0C13D58B-97DF-4565-AAEC-23B22FE47640}" dt="2020-06-02T02:20:59.580" v="18448" actId="26606"/>
          <ac:spMkLst>
            <pc:docMk/>
            <pc:sldMk cId="341178429" sldId="300"/>
            <ac:spMk id="24" creationId="{136A4AB6-B72B-4CC6-ADCF-BE807B6C3D71}"/>
          </ac:spMkLst>
        </pc:spChg>
        <pc:spChg chg="add">
          <ac:chgData name="동혁 임" userId="879f4c796d7a5333" providerId="LiveId" clId="{0C13D58B-97DF-4565-AAEC-23B22FE47640}" dt="2020-06-02T02:20:59.580" v="18448" actId="26606"/>
          <ac:spMkLst>
            <pc:docMk/>
            <pc:sldMk cId="341178429" sldId="300"/>
            <ac:spMk id="25" creationId="{B35D540D-9486-4236-952A-F72DC52D79BF}"/>
          </ac:spMkLst>
        </pc:spChg>
        <pc:picChg chg="add mod ord">
          <ac:chgData name="동혁 임" userId="879f4c796d7a5333" providerId="LiveId" clId="{0C13D58B-97DF-4565-AAEC-23B22FE47640}" dt="2020-06-02T02:21:15.929" v="18452" actId="1076"/>
          <ac:picMkLst>
            <pc:docMk/>
            <pc:sldMk cId="341178429" sldId="300"/>
            <ac:picMk id="6" creationId="{D7978CDA-D349-4920-BBD3-8B6B07E4EABB}"/>
          </ac:picMkLst>
        </pc:picChg>
        <pc:picChg chg="add mod">
          <ac:chgData name="동혁 임" userId="879f4c796d7a5333" providerId="LiveId" clId="{0C13D58B-97DF-4565-AAEC-23B22FE47640}" dt="2020-06-02T02:21:27.720" v="18455" actId="1076"/>
          <ac:picMkLst>
            <pc:docMk/>
            <pc:sldMk cId="341178429" sldId="300"/>
            <ac:picMk id="8" creationId="{A45CEFBD-B3A9-4E94-AB15-2DA11D0AA964}"/>
          </ac:picMkLst>
        </pc:picChg>
        <pc:picChg chg="add mod ord">
          <ac:chgData name="동혁 임" userId="879f4c796d7a5333" providerId="LiveId" clId="{0C13D58B-97DF-4565-AAEC-23B22FE47640}" dt="2020-06-02T02:21:19.024" v="18454" actId="1076"/>
          <ac:picMkLst>
            <pc:docMk/>
            <pc:sldMk cId="341178429" sldId="300"/>
            <ac:picMk id="10" creationId="{FE5CCD2E-74DF-4326-BBE8-93250F13CDDB}"/>
          </ac:picMkLst>
        </pc:picChg>
      </pc:sldChg>
      <pc:sldChg chg="modSp new del mod">
        <pc:chgData name="동혁 임" userId="879f4c796d7a5333" providerId="LiveId" clId="{0C13D58B-97DF-4565-AAEC-23B22FE47640}" dt="2020-06-02T02:22:11.871" v="18474" actId="47"/>
        <pc:sldMkLst>
          <pc:docMk/>
          <pc:sldMk cId="570833455" sldId="301"/>
        </pc:sldMkLst>
        <pc:spChg chg="mod">
          <ac:chgData name="동혁 임" userId="879f4c796d7a5333" providerId="LiveId" clId="{0C13D58B-97DF-4565-AAEC-23B22FE47640}" dt="2020-06-02T02:22:09.959" v="18473" actId="20577"/>
          <ac:spMkLst>
            <pc:docMk/>
            <pc:sldMk cId="570833455" sldId="301"/>
            <ac:spMk id="2" creationId="{3DDD70A9-9D12-475D-BE8F-37F0C2315608}"/>
          </ac:spMkLst>
        </pc:spChg>
      </pc:sldChg>
      <pc:sldChg chg="addSp modSp new mod setBg">
        <pc:chgData name="동혁 임" userId="879f4c796d7a5333" providerId="LiveId" clId="{0C13D58B-97DF-4565-AAEC-23B22FE47640}" dt="2020-06-02T02:26:52.747" v="18885" actId="2711"/>
        <pc:sldMkLst>
          <pc:docMk/>
          <pc:sldMk cId="877037215" sldId="301"/>
        </pc:sldMkLst>
        <pc:spChg chg="mod">
          <ac:chgData name="동혁 임" userId="879f4c796d7a5333" providerId="LiveId" clId="{0C13D58B-97DF-4565-AAEC-23B22FE47640}" dt="2020-06-02T02:26:52.747" v="18885" actId="2711"/>
          <ac:spMkLst>
            <pc:docMk/>
            <pc:sldMk cId="877037215" sldId="301"/>
            <ac:spMk id="2" creationId="{3582AAA3-B35F-4040-B812-20F4F511F348}"/>
          </ac:spMkLst>
        </pc:spChg>
        <pc:spChg chg="mod">
          <ac:chgData name="동혁 임" userId="879f4c796d7a5333" providerId="LiveId" clId="{0C13D58B-97DF-4565-AAEC-23B22FE47640}" dt="2020-06-02T02:26:52.747" v="18885" actId="2711"/>
          <ac:spMkLst>
            <pc:docMk/>
            <pc:sldMk cId="877037215" sldId="301"/>
            <ac:spMk id="3" creationId="{F81620B3-CA8E-42C2-8614-8CC63E3616E1}"/>
          </ac:spMkLst>
        </pc:spChg>
        <pc:spChg chg="add">
          <ac:chgData name="동혁 임" userId="879f4c796d7a5333" providerId="LiveId" clId="{0C13D58B-97DF-4565-AAEC-23B22FE47640}" dt="2020-06-02T02:22:39.779" v="18522" actId="26606"/>
          <ac:spMkLst>
            <pc:docMk/>
            <pc:sldMk cId="877037215" sldId="301"/>
            <ac:spMk id="8" creationId="{1ACA2EA0-FFD3-42EC-9406-B595015ED96E}"/>
          </ac:spMkLst>
        </pc:spChg>
        <pc:spChg chg="add">
          <ac:chgData name="동혁 임" userId="879f4c796d7a5333" providerId="LiveId" clId="{0C13D58B-97DF-4565-AAEC-23B22FE47640}" dt="2020-06-02T02:22:39.779" v="18522" actId="26606"/>
          <ac:spMkLst>
            <pc:docMk/>
            <pc:sldMk cId="877037215" sldId="301"/>
            <ac:spMk id="10" creationId="{D5288BCE-665C-472A-8C43-664BCFA31E43}"/>
          </ac:spMkLst>
        </pc:spChg>
        <pc:spChg chg="add">
          <ac:chgData name="동혁 임" userId="879f4c796d7a5333" providerId="LiveId" clId="{0C13D58B-97DF-4565-AAEC-23B22FE47640}" dt="2020-06-02T02:22:39.779" v="18522" actId="26606"/>
          <ac:spMkLst>
            <pc:docMk/>
            <pc:sldMk cId="877037215" sldId="301"/>
            <ac:spMk id="12" creationId="{46C57131-53A7-4C1A-BEA8-25F06A06AD29}"/>
          </ac:spMkLst>
        </pc:spChg>
      </pc:sldChg>
      <pc:sldChg chg="addSp delSp modSp new mod setBg">
        <pc:chgData name="동혁 임" userId="879f4c796d7a5333" providerId="LiveId" clId="{0C13D58B-97DF-4565-AAEC-23B22FE47640}" dt="2020-06-02T02:27:47.383" v="18949" actId="20577"/>
        <pc:sldMkLst>
          <pc:docMk/>
          <pc:sldMk cId="410732168" sldId="302"/>
        </pc:sldMkLst>
        <pc:spChg chg="mod ord">
          <ac:chgData name="동혁 임" userId="879f4c796d7a5333" providerId="LiveId" clId="{0C13D58B-97DF-4565-AAEC-23B22FE47640}" dt="2020-06-02T02:24:07.574" v="18854" actId="2711"/>
          <ac:spMkLst>
            <pc:docMk/>
            <pc:sldMk cId="410732168" sldId="302"/>
            <ac:spMk id="2" creationId="{E713DB59-9628-4F47-852E-BD9790973295}"/>
          </ac:spMkLst>
        </pc:spChg>
        <pc:spChg chg="del">
          <ac:chgData name="동혁 임" userId="879f4c796d7a5333" providerId="LiveId" clId="{0C13D58B-97DF-4565-AAEC-23B22FE47640}" dt="2020-06-02T02:22:52.715" v="18524" actId="931"/>
          <ac:spMkLst>
            <pc:docMk/>
            <pc:sldMk cId="410732168" sldId="302"/>
            <ac:spMk id="3" creationId="{B7BB07C2-6512-4559-89F0-0001418CDCBA}"/>
          </ac:spMkLst>
        </pc:spChg>
        <pc:spChg chg="mod">
          <ac:chgData name="동혁 임" userId="879f4c796d7a5333" providerId="LiveId" clId="{0C13D58B-97DF-4565-AAEC-23B22FE47640}" dt="2020-06-02T02:27:47.383" v="18949" actId="20577"/>
          <ac:spMkLst>
            <pc:docMk/>
            <pc:sldMk cId="410732168" sldId="302"/>
            <ac:spMk id="4" creationId="{DBF452DB-D941-4CDF-8B0B-A2534BE97E2B}"/>
          </ac:spMkLst>
        </pc:spChg>
        <pc:spChg chg="add">
          <ac:chgData name="동혁 임" userId="879f4c796d7a5333" providerId="LiveId" clId="{0C13D58B-97DF-4565-AAEC-23B22FE47640}" dt="2020-06-02T02:23:41.368" v="18817" actId="26606"/>
          <ac:spMkLst>
            <pc:docMk/>
            <pc:sldMk cId="410732168" sldId="302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6-02T02:23:41.368" v="18817" actId="26606"/>
          <ac:spMkLst>
            <pc:docMk/>
            <pc:sldMk cId="410732168" sldId="302"/>
            <ac:spMk id="13" creationId="{F97E7EA2-EDCD-47E9-81BC-415C606D1B58}"/>
          </ac:spMkLst>
        </pc:spChg>
        <pc:picChg chg="add mod modCrop">
          <ac:chgData name="동혁 임" userId="879f4c796d7a5333" providerId="LiveId" clId="{0C13D58B-97DF-4565-AAEC-23B22FE47640}" dt="2020-06-02T02:24:02.553" v="18853" actId="18131"/>
          <ac:picMkLst>
            <pc:docMk/>
            <pc:sldMk cId="410732168" sldId="302"/>
            <ac:picMk id="6" creationId="{933462CE-D013-41AB-A1BD-36B60F6F0E17}"/>
          </ac:picMkLst>
        </pc:picChg>
      </pc:sldChg>
      <pc:sldChg chg="addSp delSp modSp new mod setBg">
        <pc:chgData name="동혁 임" userId="879f4c796d7a5333" providerId="LiveId" clId="{0C13D58B-97DF-4565-AAEC-23B22FE47640}" dt="2020-06-02T02:28:34.794" v="19110" actId="2711"/>
        <pc:sldMkLst>
          <pc:docMk/>
          <pc:sldMk cId="1224910995" sldId="303"/>
        </pc:sldMkLst>
        <pc:spChg chg="mod ord">
          <ac:chgData name="동혁 임" userId="879f4c796d7a5333" providerId="LiveId" clId="{0C13D58B-97DF-4565-AAEC-23B22FE47640}" dt="2020-06-02T02:28:34.794" v="19110" actId="2711"/>
          <ac:spMkLst>
            <pc:docMk/>
            <pc:sldMk cId="1224910995" sldId="303"/>
            <ac:spMk id="2" creationId="{FC4CF7C9-8895-443E-B3C8-143807DD141C}"/>
          </ac:spMkLst>
        </pc:spChg>
        <pc:spChg chg="del">
          <ac:chgData name="동혁 임" userId="879f4c796d7a5333" providerId="LiveId" clId="{0C13D58B-97DF-4565-AAEC-23B22FE47640}" dt="2020-06-02T02:28:06.321" v="18981" actId="931"/>
          <ac:spMkLst>
            <pc:docMk/>
            <pc:sldMk cId="1224910995" sldId="303"/>
            <ac:spMk id="3" creationId="{B40BF5D1-0BF9-4335-B4CC-0446C6041923}"/>
          </ac:spMkLst>
        </pc:spChg>
        <pc:spChg chg="mod">
          <ac:chgData name="동혁 임" userId="879f4c796d7a5333" providerId="LiveId" clId="{0C13D58B-97DF-4565-AAEC-23B22FE47640}" dt="2020-06-02T02:28:34.794" v="19110" actId="2711"/>
          <ac:spMkLst>
            <pc:docMk/>
            <pc:sldMk cId="1224910995" sldId="303"/>
            <ac:spMk id="4" creationId="{1AB7854A-6846-47D5-A8CA-6EDBE5F4DA2B}"/>
          </ac:spMkLst>
        </pc:spChg>
        <pc:spChg chg="add">
          <ac:chgData name="동혁 임" userId="879f4c796d7a5333" providerId="LiveId" clId="{0C13D58B-97DF-4565-AAEC-23B22FE47640}" dt="2020-06-02T02:28:30.534" v="19109" actId="26606"/>
          <ac:spMkLst>
            <pc:docMk/>
            <pc:sldMk cId="1224910995" sldId="303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6-02T02:28:30.534" v="19109" actId="26606"/>
          <ac:spMkLst>
            <pc:docMk/>
            <pc:sldMk cId="1224910995" sldId="303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6-02T02:28:30.534" v="19109" actId="26606"/>
          <ac:picMkLst>
            <pc:docMk/>
            <pc:sldMk cId="1224910995" sldId="303"/>
            <ac:picMk id="6" creationId="{8A02CF67-1093-41CC-B716-B9D464B0DCB9}"/>
          </ac:picMkLst>
        </pc:picChg>
      </pc:sldChg>
      <pc:sldChg chg="new del">
        <pc:chgData name="동혁 임" userId="879f4c796d7a5333" providerId="LiveId" clId="{0C13D58B-97DF-4565-AAEC-23B22FE47640}" dt="2020-06-02T02:28:38.875" v="19112" actId="680"/>
        <pc:sldMkLst>
          <pc:docMk/>
          <pc:sldMk cId="2128044107" sldId="304"/>
        </pc:sldMkLst>
      </pc:sldChg>
      <pc:sldChg chg="addSp delSp modSp new mod setBg">
        <pc:chgData name="동혁 임" userId="879f4c796d7a5333" providerId="LiveId" clId="{0C13D58B-97DF-4565-AAEC-23B22FE47640}" dt="2020-06-02T02:36:02.516" v="20995" actId="20577"/>
        <pc:sldMkLst>
          <pc:docMk/>
          <pc:sldMk cId="3727303058" sldId="304"/>
        </pc:sldMkLst>
        <pc:spChg chg="mod ord">
          <ac:chgData name="동혁 임" userId="879f4c796d7a5333" providerId="LiveId" clId="{0C13D58B-97DF-4565-AAEC-23B22FE47640}" dt="2020-06-02T02:30:32.316" v="19626" actId="2711"/>
          <ac:spMkLst>
            <pc:docMk/>
            <pc:sldMk cId="3727303058" sldId="304"/>
            <ac:spMk id="2" creationId="{295FFFDF-F133-41A2-BCEF-115F5B7A249C}"/>
          </ac:spMkLst>
        </pc:spChg>
        <pc:spChg chg="del">
          <ac:chgData name="동혁 임" userId="879f4c796d7a5333" providerId="LiveId" clId="{0C13D58B-97DF-4565-AAEC-23B22FE47640}" dt="2020-06-02T02:28:46.383" v="19114" actId="931"/>
          <ac:spMkLst>
            <pc:docMk/>
            <pc:sldMk cId="3727303058" sldId="304"/>
            <ac:spMk id="3" creationId="{57B8064A-4B68-4CF0-A121-5D9012DB42E4}"/>
          </ac:spMkLst>
        </pc:spChg>
        <pc:spChg chg="mod">
          <ac:chgData name="동혁 임" userId="879f4c796d7a5333" providerId="LiveId" clId="{0C13D58B-97DF-4565-AAEC-23B22FE47640}" dt="2020-06-02T02:36:02.516" v="20995" actId="20577"/>
          <ac:spMkLst>
            <pc:docMk/>
            <pc:sldMk cId="3727303058" sldId="304"/>
            <ac:spMk id="4" creationId="{9265A60C-60E4-490A-A999-A2965C38EE2C}"/>
          </ac:spMkLst>
        </pc:spChg>
        <pc:spChg chg="add del">
          <ac:chgData name="동혁 임" userId="879f4c796d7a5333" providerId="LiveId" clId="{0C13D58B-97DF-4565-AAEC-23B22FE47640}" dt="2020-06-02T02:30:29.388" v="19624" actId="26606"/>
          <ac:spMkLst>
            <pc:docMk/>
            <pc:sldMk cId="3727303058" sldId="304"/>
            <ac:spMk id="11" creationId="{D1A4588A-55D5-49B8-BE41-54ACDCFF2C17}"/>
          </ac:spMkLst>
        </pc:spChg>
        <pc:spChg chg="add del">
          <ac:chgData name="동혁 임" userId="879f4c796d7a5333" providerId="LiveId" clId="{0C13D58B-97DF-4565-AAEC-23B22FE47640}" dt="2020-06-02T02:30:29.388" v="19624" actId="26606"/>
          <ac:spMkLst>
            <pc:docMk/>
            <pc:sldMk cId="3727303058" sldId="304"/>
            <ac:spMk id="13" creationId="{F97E7EA2-EDCD-47E9-81BC-415C606D1B58}"/>
          </ac:spMkLst>
        </pc:spChg>
        <pc:spChg chg="add">
          <ac:chgData name="동혁 임" userId="879f4c796d7a5333" providerId="LiveId" clId="{0C13D58B-97DF-4565-AAEC-23B22FE47640}" dt="2020-06-02T02:30:29.395" v="19625" actId="26606"/>
          <ac:spMkLst>
            <pc:docMk/>
            <pc:sldMk cId="3727303058" sldId="304"/>
            <ac:spMk id="15" creationId="{3D752CF2-2291-40B5-B462-C17B174C10BC}"/>
          </ac:spMkLst>
        </pc:spChg>
        <pc:spChg chg="add">
          <ac:chgData name="동혁 임" userId="879f4c796d7a5333" providerId="LiveId" clId="{0C13D58B-97DF-4565-AAEC-23B22FE47640}" dt="2020-06-02T02:30:29.395" v="19625" actId="26606"/>
          <ac:spMkLst>
            <pc:docMk/>
            <pc:sldMk cId="3727303058" sldId="304"/>
            <ac:spMk id="16" creationId="{F94AA2BD-2E3F-4B1D-8127-5744B8115311}"/>
          </ac:spMkLst>
        </pc:spChg>
        <pc:spChg chg="add">
          <ac:chgData name="동혁 임" userId="879f4c796d7a5333" providerId="LiveId" clId="{0C13D58B-97DF-4565-AAEC-23B22FE47640}" dt="2020-06-02T02:30:29.395" v="19625" actId="26606"/>
          <ac:spMkLst>
            <pc:docMk/>
            <pc:sldMk cId="3727303058" sldId="304"/>
            <ac:spMk id="17" creationId="{4BD02261-2DC8-4AA8-9E16-7751AE892445}"/>
          </ac:spMkLst>
        </pc:spChg>
        <pc:picChg chg="add mod ord">
          <ac:chgData name="동혁 임" userId="879f4c796d7a5333" providerId="LiveId" clId="{0C13D58B-97DF-4565-AAEC-23B22FE47640}" dt="2020-06-02T02:30:29.395" v="19625" actId="26606"/>
          <ac:picMkLst>
            <pc:docMk/>
            <pc:sldMk cId="3727303058" sldId="304"/>
            <ac:picMk id="6" creationId="{6A0135E5-E732-4136-8738-EEC90CB6ECD3}"/>
          </ac:picMkLst>
        </pc:picChg>
      </pc:sldChg>
      <pc:sldChg chg="addSp delSp modSp new del mod setBg">
        <pc:chgData name="동혁 임" userId="879f4c796d7a5333" providerId="LiveId" clId="{0C13D58B-97DF-4565-AAEC-23B22FE47640}" dt="2020-06-02T02:36:06.520" v="20996" actId="47"/>
        <pc:sldMkLst>
          <pc:docMk/>
          <pc:sldMk cId="3587221254" sldId="305"/>
        </pc:sldMkLst>
        <pc:spChg chg="mod ord">
          <ac:chgData name="동혁 임" userId="879f4c796d7a5333" providerId="LiveId" clId="{0C13D58B-97DF-4565-AAEC-23B22FE47640}" dt="2020-06-02T02:32:02.635" v="19954" actId="2711"/>
          <ac:spMkLst>
            <pc:docMk/>
            <pc:sldMk cId="3587221254" sldId="305"/>
            <ac:spMk id="2" creationId="{A9E7B73C-759D-4D3D-BB21-D697DA041332}"/>
          </ac:spMkLst>
        </pc:spChg>
        <pc:spChg chg="add del">
          <ac:chgData name="동혁 임" userId="879f4c796d7a5333" providerId="LiveId" clId="{0C13D58B-97DF-4565-AAEC-23B22FE47640}" dt="2020-06-02T02:31:46.610" v="19944" actId="931"/>
          <ac:spMkLst>
            <pc:docMk/>
            <pc:sldMk cId="3587221254" sldId="305"/>
            <ac:spMk id="3" creationId="{BB0F4209-95BB-4E22-AEA2-65ECF001E976}"/>
          </ac:spMkLst>
        </pc:spChg>
        <pc:spChg chg="add del mod">
          <ac:chgData name="동혁 임" userId="879f4c796d7a5333" providerId="LiveId" clId="{0C13D58B-97DF-4565-AAEC-23B22FE47640}" dt="2020-06-02T02:32:02.635" v="19954" actId="2711"/>
          <ac:spMkLst>
            <pc:docMk/>
            <pc:sldMk cId="3587221254" sldId="305"/>
            <ac:spMk id="4" creationId="{332E579D-8C77-4012-9F4C-5AB6601A935A}"/>
          </ac:spMkLst>
        </pc:spChg>
        <pc:spChg chg="add del">
          <ac:chgData name="동혁 임" userId="879f4c796d7a5333" providerId="LiveId" clId="{0C13D58B-97DF-4565-AAEC-23B22FE47640}" dt="2020-06-02T02:31:54.707" v="19952" actId="26606"/>
          <ac:spMkLst>
            <pc:docMk/>
            <pc:sldMk cId="3587221254" sldId="305"/>
            <ac:spMk id="21" creationId="{9A42C7B2-7BD6-433A-95AB-5AA4F44B5819}"/>
          </ac:spMkLst>
        </pc:spChg>
        <pc:spChg chg="add del">
          <ac:chgData name="동혁 임" userId="879f4c796d7a5333" providerId="LiveId" clId="{0C13D58B-97DF-4565-AAEC-23B22FE47640}" dt="2020-06-02T02:31:54.707" v="19952" actId="26606"/>
          <ac:spMkLst>
            <pc:docMk/>
            <pc:sldMk cId="3587221254" sldId="305"/>
            <ac:spMk id="23" creationId="{0ADDB668-2CA4-4D2B-9C34-3487CA330BA8}"/>
          </ac:spMkLst>
        </pc:spChg>
        <pc:spChg chg="add del">
          <ac:chgData name="동혁 임" userId="879f4c796d7a5333" providerId="LiveId" clId="{0C13D58B-97DF-4565-AAEC-23B22FE47640}" dt="2020-06-02T02:31:54.707" v="19952" actId="26606"/>
          <ac:spMkLst>
            <pc:docMk/>
            <pc:sldMk cId="3587221254" sldId="305"/>
            <ac:spMk id="25" creationId="{2568BC19-F052-4108-93E1-6A3D1DEC072F}"/>
          </ac:spMkLst>
        </pc:spChg>
        <pc:spChg chg="add del">
          <ac:chgData name="동혁 임" userId="879f4c796d7a5333" providerId="LiveId" clId="{0C13D58B-97DF-4565-AAEC-23B22FE47640}" dt="2020-06-02T02:31:54.707" v="19952" actId="26606"/>
          <ac:spMkLst>
            <pc:docMk/>
            <pc:sldMk cId="3587221254" sldId="305"/>
            <ac:spMk id="27" creationId="{D5FD337D-4D6B-4C8B-B6F5-121097E09881}"/>
          </ac:spMkLst>
        </pc:spChg>
        <pc:spChg chg="add">
          <ac:chgData name="동혁 임" userId="879f4c796d7a5333" providerId="LiveId" clId="{0C13D58B-97DF-4565-AAEC-23B22FE47640}" dt="2020-06-02T02:31:54.714" v="19953" actId="26606"/>
          <ac:spMkLst>
            <pc:docMk/>
            <pc:sldMk cId="3587221254" sldId="305"/>
            <ac:spMk id="29" creationId="{5EBC18B6-E5C3-4AD1-97A4-E6A3477A0BB9}"/>
          </ac:spMkLst>
        </pc:spChg>
        <pc:spChg chg="add">
          <ac:chgData name="동혁 임" userId="879f4c796d7a5333" providerId="LiveId" clId="{0C13D58B-97DF-4565-AAEC-23B22FE47640}" dt="2020-06-02T02:31:54.714" v="19953" actId="26606"/>
          <ac:spMkLst>
            <pc:docMk/>
            <pc:sldMk cId="3587221254" sldId="305"/>
            <ac:spMk id="30" creationId="{136A4AB6-B72B-4CC6-ADCF-BE807B6C3D71}"/>
          </ac:spMkLst>
        </pc:spChg>
        <pc:spChg chg="add">
          <ac:chgData name="동혁 임" userId="879f4c796d7a5333" providerId="LiveId" clId="{0C13D58B-97DF-4565-AAEC-23B22FE47640}" dt="2020-06-02T02:31:54.714" v="19953" actId="26606"/>
          <ac:spMkLst>
            <pc:docMk/>
            <pc:sldMk cId="3587221254" sldId="305"/>
            <ac:spMk id="31" creationId="{B35D540D-9486-4236-952A-F72DC52D79BF}"/>
          </ac:spMkLst>
        </pc:spChg>
        <pc:picChg chg="add del mod">
          <ac:chgData name="동혁 임" userId="879f4c796d7a5333" providerId="LiveId" clId="{0C13D58B-97DF-4565-AAEC-23B22FE47640}" dt="2020-06-02T02:30:56.638" v="19636" actId="931"/>
          <ac:picMkLst>
            <pc:docMk/>
            <pc:sldMk cId="3587221254" sldId="305"/>
            <ac:picMk id="6" creationId="{869D84A0-298F-4408-BC3E-3A63F96866CF}"/>
          </ac:picMkLst>
        </pc:picChg>
        <pc:picChg chg="add del mod">
          <ac:chgData name="동혁 임" userId="879f4c796d7a5333" providerId="LiveId" clId="{0C13D58B-97DF-4565-AAEC-23B22FE47640}" dt="2020-06-02T02:30:56.638" v="19636" actId="931"/>
          <ac:picMkLst>
            <pc:docMk/>
            <pc:sldMk cId="3587221254" sldId="305"/>
            <ac:picMk id="8" creationId="{5CA1E95A-EE63-48E0-A1F6-7777A53965EE}"/>
          </ac:picMkLst>
        </pc:picChg>
        <pc:picChg chg="add del mod">
          <ac:chgData name="동혁 임" userId="879f4c796d7a5333" providerId="LiveId" clId="{0C13D58B-97DF-4565-AAEC-23B22FE47640}" dt="2020-06-02T02:30:56.638" v="19636" actId="931"/>
          <ac:picMkLst>
            <pc:docMk/>
            <pc:sldMk cId="3587221254" sldId="305"/>
            <ac:picMk id="10" creationId="{676A425E-1730-4888-BB78-8D37B42D7135}"/>
          </ac:picMkLst>
        </pc:picChg>
        <pc:picChg chg="add mod">
          <ac:chgData name="동혁 임" userId="879f4c796d7a5333" providerId="LiveId" clId="{0C13D58B-97DF-4565-AAEC-23B22FE47640}" dt="2020-06-02T02:31:54.714" v="19953" actId="26606"/>
          <ac:picMkLst>
            <pc:docMk/>
            <pc:sldMk cId="3587221254" sldId="305"/>
            <ac:picMk id="12" creationId="{D7EC4F8F-BF5D-43C4-AB2C-E6686D3755D8}"/>
          </ac:picMkLst>
        </pc:picChg>
        <pc:picChg chg="add mod">
          <ac:chgData name="동혁 임" userId="879f4c796d7a5333" providerId="LiveId" clId="{0C13D58B-97DF-4565-AAEC-23B22FE47640}" dt="2020-06-02T02:31:54.714" v="19953" actId="26606"/>
          <ac:picMkLst>
            <pc:docMk/>
            <pc:sldMk cId="3587221254" sldId="305"/>
            <ac:picMk id="14" creationId="{2470FCE2-42DA-4BF5-B31A-7DD5F6F50FEF}"/>
          </ac:picMkLst>
        </pc:picChg>
        <pc:picChg chg="add mod ord">
          <ac:chgData name="동혁 임" userId="879f4c796d7a5333" providerId="LiveId" clId="{0C13D58B-97DF-4565-AAEC-23B22FE47640}" dt="2020-06-02T02:31:54.714" v="19953" actId="26606"/>
          <ac:picMkLst>
            <pc:docMk/>
            <pc:sldMk cId="3587221254" sldId="305"/>
            <ac:picMk id="16" creationId="{82D0721A-1C68-4160-B445-96CB65EF7106}"/>
          </ac:picMkLst>
        </pc:picChg>
      </pc:sldChg>
      <pc:sldChg chg="addSp delSp modSp new del mod setBg">
        <pc:chgData name="동혁 임" userId="879f4c796d7a5333" providerId="LiveId" clId="{0C13D58B-97DF-4565-AAEC-23B22FE47640}" dt="2020-06-02T02:35:23.651" v="20744" actId="47"/>
        <pc:sldMkLst>
          <pc:docMk/>
          <pc:sldMk cId="3550855425" sldId="306"/>
        </pc:sldMkLst>
        <pc:spChg chg="mod ord">
          <ac:chgData name="동혁 임" userId="879f4c796d7a5333" providerId="LiveId" clId="{0C13D58B-97DF-4565-AAEC-23B22FE47640}" dt="2020-06-02T02:33:21.898" v="20206" actId="2711"/>
          <ac:spMkLst>
            <pc:docMk/>
            <pc:sldMk cId="3550855425" sldId="306"/>
            <ac:spMk id="2" creationId="{3691448B-4DE7-4CF0-A956-3DF76FC2752E}"/>
          </ac:spMkLst>
        </pc:spChg>
        <pc:spChg chg="del">
          <ac:chgData name="동혁 임" userId="879f4c796d7a5333" providerId="LiveId" clId="{0C13D58B-97DF-4565-AAEC-23B22FE47640}" dt="2020-06-02T02:33:04.611" v="20141" actId="931"/>
          <ac:spMkLst>
            <pc:docMk/>
            <pc:sldMk cId="3550855425" sldId="306"/>
            <ac:spMk id="3" creationId="{33E59E2D-7DB0-498D-8D11-439292B1A739}"/>
          </ac:spMkLst>
        </pc:spChg>
        <pc:spChg chg="mod">
          <ac:chgData name="동혁 임" userId="879f4c796d7a5333" providerId="LiveId" clId="{0C13D58B-97DF-4565-AAEC-23B22FE47640}" dt="2020-06-02T02:33:21.898" v="20206" actId="2711"/>
          <ac:spMkLst>
            <pc:docMk/>
            <pc:sldMk cId="3550855425" sldId="306"/>
            <ac:spMk id="4" creationId="{6EAFC2CA-5EA1-40A1-87E9-1709013A6BA9}"/>
          </ac:spMkLst>
        </pc:spChg>
        <pc:spChg chg="add">
          <ac:chgData name="동혁 임" userId="879f4c796d7a5333" providerId="LiveId" clId="{0C13D58B-97DF-4565-AAEC-23B22FE47640}" dt="2020-06-02T02:33:18.269" v="20205" actId="26606"/>
          <ac:spMkLst>
            <pc:docMk/>
            <pc:sldMk cId="3550855425" sldId="306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6-02T02:33:18.269" v="20205" actId="26606"/>
          <ac:spMkLst>
            <pc:docMk/>
            <pc:sldMk cId="3550855425" sldId="306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6-02T02:33:18.269" v="20205" actId="26606"/>
          <ac:picMkLst>
            <pc:docMk/>
            <pc:sldMk cId="3550855425" sldId="306"/>
            <ac:picMk id="6" creationId="{F6E36260-B88E-4520-A2C3-15C730265F98}"/>
          </ac:picMkLst>
        </pc:picChg>
      </pc:sldChg>
      <pc:sldChg chg="addSp delSp modSp new mod setBg">
        <pc:chgData name="동혁 임" userId="879f4c796d7a5333" providerId="LiveId" clId="{0C13D58B-97DF-4565-AAEC-23B22FE47640}" dt="2020-06-02T02:35:17.153" v="20743" actId="20577"/>
        <pc:sldMkLst>
          <pc:docMk/>
          <pc:sldMk cId="386095816" sldId="307"/>
        </pc:sldMkLst>
        <pc:spChg chg="mod ord">
          <ac:chgData name="동혁 임" userId="879f4c796d7a5333" providerId="LiveId" clId="{0C13D58B-97DF-4565-AAEC-23B22FE47640}" dt="2020-06-02T02:34:36.641" v="20589" actId="2711"/>
          <ac:spMkLst>
            <pc:docMk/>
            <pc:sldMk cId="386095816" sldId="307"/>
            <ac:spMk id="2" creationId="{9682B4DF-DB32-4866-A1F6-A82F6207D9DD}"/>
          </ac:spMkLst>
        </pc:spChg>
        <pc:spChg chg="del">
          <ac:chgData name="동혁 임" userId="879f4c796d7a5333" providerId="LiveId" clId="{0C13D58B-97DF-4565-AAEC-23B22FE47640}" dt="2020-06-02T02:33:38.763" v="20208" actId="931"/>
          <ac:spMkLst>
            <pc:docMk/>
            <pc:sldMk cId="386095816" sldId="307"/>
            <ac:spMk id="3" creationId="{3DFF30C9-15A1-449C-A0B9-CD7C37BD1FD1}"/>
          </ac:spMkLst>
        </pc:spChg>
        <pc:spChg chg="mod">
          <ac:chgData name="동혁 임" userId="879f4c796d7a5333" providerId="LiveId" clId="{0C13D58B-97DF-4565-AAEC-23B22FE47640}" dt="2020-06-02T02:35:17.153" v="20743" actId="20577"/>
          <ac:spMkLst>
            <pc:docMk/>
            <pc:sldMk cId="386095816" sldId="307"/>
            <ac:spMk id="4" creationId="{E3974C40-0F7E-4B12-8A7F-304FFC6D8A1D}"/>
          </ac:spMkLst>
        </pc:spChg>
        <pc:spChg chg="add">
          <ac:chgData name="동혁 임" userId="879f4c796d7a5333" providerId="LiveId" clId="{0C13D58B-97DF-4565-AAEC-23B22FE47640}" dt="2020-06-02T02:34:32.756" v="20588" actId="26606"/>
          <ac:spMkLst>
            <pc:docMk/>
            <pc:sldMk cId="386095816" sldId="307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6-02T02:34:32.756" v="20588" actId="26606"/>
          <ac:spMkLst>
            <pc:docMk/>
            <pc:sldMk cId="386095816" sldId="307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6-02T02:34:32.756" v="20588" actId="26606"/>
          <ac:picMkLst>
            <pc:docMk/>
            <pc:sldMk cId="386095816" sldId="307"/>
            <ac:picMk id="6" creationId="{87BCF951-9E3B-4FEE-B3CB-4F88E312F82E}"/>
          </ac:picMkLst>
        </pc:picChg>
      </pc:sldChg>
      <pc:sldChg chg="addSp delSp modSp new mod setBg">
        <pc:chgData name="동혁 임" userId="879f4c796d7a5333" providerId="LiveId" clId="{0C13D58B-97DF-4565-AAEC-23B22FE47640}" dt="2020-06-02T02:37:54.748" v="21262" actId="18131"/>
        <pc:sldMkLst>
          <pc:docMk/>
          <pc:sldMk cId="2085159877" sldId="308"/>
        </pc:sldMkLst>
        <pc:spChg chg="mod ord">
          <ac:chgData name="동혁 임" userId="879f4c796d7a5333" providerId="LiveId" clId="{0C13D58B-97DF-4565-AAEC-23B22FE47640}" dt="2020-06-02T02:37:29.888" v="21194" actId="2711"/>
          <ac:spMkLst>
            <pc:docMk/>
            <pc:sldMk cId="2085159877" sldId="308"/>
            <ac:spMk id="2" creationId="{FAB00B13-30AB-4D0F-AB3F-80CAD53ECF23}"/>
          </ac:spMkLst>
        </pc:spChg>
        <pc:spChg chg="del">
          <ac:chgData name="동혁 임" userId="879f4c796d7a5333" providerId="LiveId" clId="{0C13D58B-97DF-4565-AAEC-23B22FE47640}" dt="2020-06-02T02:37:18.111" v="21190" actId="931"/>
          <ac:spMkLst>
            <pc:docMk/>
            <pc:sldMk cId="2085159877" sldId="308"/>
            <ac:spMk id="3" creationId="{1526C0B2-C297-4229-A5A1-A84D93D89B22}"/>
          </ac:spMkLst>
        </pc:spChg>
        <pc:spChg chg="mod">
          <ac:chgData name="동혁 임" userId="879f4c796d7a5333" providerId="LiveId" clId="{0C13D58B-97DF-4565-AAEC-23B22FE47640}" dt="2020-06-02T02:37:29.888" v="21194" actId="2711"/>
          <ac:spMkLst>
            <pc:docMk/>
            <pc:sldMk cId="2085159877" sldId="308"/>
            <ac:spMk id="4" creationId="{3F5D705B-2709-4173-92DC-E8B5AC73E4BB}"/>
          </ac:spMkLst>
        </pc:spChg>
        <pc:spChg chg="add">
          <ac:chgData name="동혁 임" userId="879f4c796d7a5333" providerId="LiveId" clId="{0C13D58B-97DF-4565-AAEC-23B22FE47640}" dt="2020-06-02T02:37:20.757" v="21193" actId="26606"/>
          <ac:spMkLst>
            <pc:docMk/>
            <pc:sldMk cId="2085159877" sldId="308"/>
            <ac:spMk id="11" creationId="{2FB82883-1DC0-4BE1-A607-009095F3355A}"/>
          </ac:spMkLst>
        </pc:spChg>
        <pc:spChg chg="add">
          <ac:chgData name="동혁 임" userId="879f4c796d7a5333" providerId="LiveId" clId="{0C13D58B-97DF-4565-AAEC-23B22FE47640}" dt="2020-06-02T02:37:20.757" v="21193" actId="26606"/>
          <ac:spMkLst>
            <pc:docMk/>
            <pc:sldMk cId="2085159877" sldId="308"/>
            <ac:spMk id="13" creationId="{A3473CF9-37EB-43E7-89EF-D2D1C53D1DAC}"/>
          </ac:spMkLst>
        </pc:spChg>
        <pc:spChg chg="add">
          <ac:chgData name="동혁 임" userId="879f4c796d7a5333" providerId="LiveId" clId="{0C13D58B-97DF-4565-AAEC-23B22FE47640}" dt="2020-06-02T02:37:20.757" v="21193" actId="26606"/>
          <ac:spMkLst>
            <pc:docMk/>
            <pc:sldMk cId="2085159877" sldId="308"/>
            <ac:spMk id="15" creationId="{586B4EF9-43BA-4655-A6FF-1D8E21574C95}"/>
          </ac:spMkLst>
        </pc:spChg>
        <pc:picChg chg="add mod modCrop">
          <ac:chgData name="동혁 임" userId="879f4c796d7a5333" providerId="LiveId" clId="{0C13D58B-97DF-4565-AAEC-23B22FE47640}" dt="2020-06-02T02:37:54.748" v="21262" actId="18131"/>
          <ac:picMkLst>
            <pc:docMk/>
            <pc:sldMk cId="2085159877" sldId="308"/>
            <ac:picMk id="6" creationId="{01BC899F-7BDC-4F7B-A5D9-2DD51A757D24}"/>
          </ac:picMkLst>
        </pc:picChg>
      </pc:sldChg>
      <pc:sldChg chg="addSp delSp modSp new mod setBg">
        <pc:chgData name="동혁 임" userId="879f4c796d7a5333" providerId="LiveId" clId="{0C13D58B-97DF-4565-AAEC-23B22FE47640}" dt="2020-06-02T02:50:18.635" v="23059" actId="2711"/>
        <pc:sldMkLst>
          <pc:docMk/>
          <pc:sldMk cId="1426055019" sldId="309"/>
        </pc:sldMkLst>
        <pc:spChg chg="mod ord">
          <ac:chgData name="동혁 임" userId="879f4c796d7a5333" providerId="LiveId" clId="{0C13D58B-97DF-4565-AAEC-23B22FE47640}" dt="2020-06-02T02:50:18.635" v="23059" actId="2711"/>
          <ac:spMkLst>
            <pc:docMk/>
            <pc:sldMk cId="1426055019" sldId="309"/>
            <ac:spMk id="2" creationId="{6B27D58B-13FB-48FB-8955-B421CCEDCD38}"/>
          </ac:spMkLst>
        </pc:spChg>
        <pc:spChg chg="add del">
          <ac:chgData name="동혁 임" userId="879f4c796d7a5333" providerId="LiveId" clId="{0C13D58B-97DF-4565-AAEC-23B22FE47640}" dt="2020-06-02T02:48:45.052" v="22537" actId="931"/>
          <ac:spMkLst>
            <pc:docMk/>
            <pc:sldMk cId="1426055019" sldId="309"/>
            <ac:spMk id="3" creationId="{8C807AC6-F02B-4E5B-956C-A09094E40CBA}"/>
          </ac:spMkLst>
        </pc:spChg>
        <pc:spChg chg="mod">
          <ac:chgData name="동혁 임" userId="879f4c796d7a5333" providerId="LiveId" clId="{0C13D58B-97DF-4565-AAEC-23B22FE47640}" dt="2020-06-02T02:50:18.635" v="23059" actId="2711"/>
          <ac:spMkLst>
            <pc:docMk/>
            <pc:sldMk cId="1426055019" sldId="309"/>
            <ac:spMk id="4" creationId="{64FC6FB8-F0BC-4A82-A261-AF845F857F22}"/>
          </ac:spMkLst>
        </pc:spChg>
        <pc:spChg chg="add">
          <ac:chgData name="동혁 임" userId="879f4c796d7a5333" providerId="LiveId" clId="{0C13D58B-97DF-4565-AAEC-23B22FE47640}" dt="2020-06-02T02:50:13.311" v="23058" actId="26606"/>
          <ac:spMkLst>
            <pc:docMk/>
            <pc:sldMk cId="1426055019" sldId="309"/>
            <ac:spMk id="13" creationId="{D1A4588A-55D5-49B8-BE41-54ACDCFF2C17}"/>
          </ac:spMkLst>
        </pc:spChg>
        <pc:spChg chg="add">
          <ac:chgData name="동혁 임" userId="879f4c796d7a5333" providerId="LiveId" clId="{0C13D58B-97DF-4565-AAEC-23B22FE47640}" dt="2020-06-02T02:50:13.311" v="23058" actId="26606"/>
          <ac:spMkLst>
            <pc:docMk/>
            <pc:sldMk cId="1426055019" sldId="309"/>
            <ac:spMk id="15" creationId="{F97E7EA2-EDCD-47E9-81BC-415C606D1B58}"/>
          </ac:spMkLst>
        </pc:spChg>
        <pc:picChg chg="add del mod">
          <ac:chgData name="동혁 임" userId="879f4c796d7a5333" providerId="LiveId" clId="{0C13D58B-97DF-4565-AAEC-23B22FE47640}" dt="2020-06-02T02:45:02.785" v="21634" actId="931"/>
          <ac:picMkLst>
            <pc:docMk/>
            <pc:sldMk cId="1426055019" sldId="309"/>
            <ac:picMk id="6" creationId="{F52ACA43-F969-433D-AC0A-8816E2F29D51}"/>
          </ac:picMkLst>
        </pc:picChg>
        <pc:picChg chg="add mod">
          <ac:chgData name="동혁 임" userId="879f4c796d7a5333" providerId="LiveId" clId="{0C13D58B-97DF-4565-AAEC-23B22FE47640}" dt="2020-06-02T02:50:13.311" v="23058" actId="26606"/>
          <ac:picMkLst>
            <pc:docMk/>
            <pc:sldMk cId="1426055019" sldId="309"/>
            <ac:picMk id="8" creationId="{A9E3425E-7952-4896-97C9-E7DFFD3AF742}"/>
          </ac:picMkLst>
        </pc:picChg>
      </pc:sldChg>
      <pc:sldChg chg="addSp modSp new mod setBg">
        <pc:chgData name="동혁 임" userId="879f4c796d7a5333" providerId="LiveId" clId="{0C13D58B-97DF-4565-AAEC-23B22FE47640}" dt="2020-06-02T02:43:59.060" v="21515" actId="2711"/>
        <pc:sldMkLst>
          <pc:docMk/>
          <pc:sldMk cId="3890081133" sldId="310"/>
        </pc:sldMkLst>
        <pc:spChg chg="mod">
          <ac:chgData name="동혁 임" userId="879f4c796d7a5333" providerId="LiveId" clId="{0C13D58B-97DF-4565-AAEC-23B22FE47640}" dt="2020-06-02T02:43:59.060" v="21515" actId="2711"/>
          <ac:spMkLst>
            <pc:docMk/>
            <pc:sldMk cId="3890081133" sldId="310"/>
            <ac:spMk id="2" creationId="{4D3CB305-73C1-4417-A390-78FCB69BC248}"/>
          </ac:spMkLst>
        </pc:spChg>
        <pc:spChg chg="mod">
          <ac:chgData name="동혁 임" userId="879f4c796d7a5333" providerId="LiveId" clId="{0C13D58B-97DF-4565-AAEC-23B22FE47640}" dt="2020-06-02T02:43:59.060" v="21515" actId="2711"/>
          <ac:spMkLst>
            <pc:docMk/>
            <pc:sldMk cId="3890081133" sldId="310"/>
            <ac:spMk id="3" creationId="{495DF33F-9FAC-44A6-ACA2-10B36829144C}"/>
          </ac:spMkLst>
        </pc:spChg>
        <pc:spChg chg="add">
          <ac:chgData name="동혁 임" userId="879f4c796d7a5333" providerId="LiveId" clId="{0C13D58B-97DF-4565-AAEC-23B22FE47640}" dt="2020-06-02T02:43:54.275" v="21514" actId="26606"/>
          <ac:spMkLst>
            <pc:docMk/>
            <pc:sldMk cId="3890081133" sldId="310"/>
            <ac:spMk id="8" creationId="{1ACA2EA0-FFD3-42EC-9406-B595015ED96E}"/>
          </ac:spMkLst>
        </pc:spChg>
        <pc:spChg chg="add">
          <ac:chgData name="동혁 임" userId="879f4c796d7a5333" providerId="LiveId" clId="{0C13D58B-97DF-4565-AAEC-23B22FE47640}" dt="2020-06-02T02:43:54.275" v="21514" actId="26606"/>
          <ac:spMkLst>
            <pc:docMk/>
            <pc:sldMk cId="3890081133" sldId="310"/>
            <ac:spMk id="10" creationId="{D5288BCE-665C-472A-8C43-664BCFA31E43}"/>
          </ac:spMkLst>
        </pc:spChg>
        <pc:spChg chg="add">
          <ac:chgData name="동혁 임" userId="879f4c796d7a5333" providerId="LiveId" clId="{0C13D58B-97DF-4565-AAEC-23B22FE47640}" dt="2020-06-02T02:43:54.275" v="21514" actId="26606"/>
          <ac:spMkLst>
            <pc:docMk/>
            <pc:sldMk cId="3890081133" sldId="310"/>
            <ac:spMk id="12" creationId="{46C57131-53A7-4C1A-BEA8-25F06A06AD29}"/>
          </ac:spMkLst>
        </pc:spChg>
      </pc:sldChg>
      <pc:sldChg chg="addSp delSp modSp new mod setBg">
        <pc:chgData name="동혁 임" userId="879f4c796d7a5333" providerId="LiveId" clId="{0C13D58B-97DF-4565-AAEC-23B22FE47640}" dt="2020-06-02T02:48:34.219" v="22536" actId="20577"/>
        <pc:sldMkLst>
          <pc:docMk/>
          <pc:sldMk cId="1053259859" sldId="311"/>
        </pc:sldMkLst>
        <pc:spChg chg="mod">
          <ac:chgData name="동혁 임" userId="879f4c796d7a5333" providerId="LiveId" clId="{0C13D58B-97DF-4565-AAEC-23B22FE47640}" dt="2020-06-02T02:47:38.888" v="22451" actId="2711"/>
          <ac:spMkLst>
            <pc:docMk/>
            <pc:sldMk cId="1053259859" sldId="311"/>
            <ac:spMk id="2" creationId="{349E910A-39C9-41FA-B2BA-4B5626CE91C0}"/>
          </ac:spMkLst>
        </pc:spChg>
        <pc:spChg chg="mod">
          <ac:chgData name="동혁 임" userId="879f4c796d7a5333" providerId="LiveId" clId="{0C13D58B-97DF-4565-AAEC-23B22FE47640}" dt="2020-06-02T02:48:34.219" v="22536" actId="20577"/>
          <ac:spMkLst>
            <pc:docMk/>
            <pc:sldMk cId="1053259859" sldId="311"/>
            <ac:spMk id="3" creationId="{C1CDECCA-B849-4F80-8F87-3DED789DD404}"/>
          </ac:spMkLst>
        </pc:spChg>
        <pc:spChg chg="add del">
          <ac:chgData name="동혁 임" userId="879f4c796d7a5333" providerId="LiveId" clId="{0C13D58B-97DF-4565-AAEC-23B22FE47640}" dt="2020-06-02T02:47:35.246" v="22449" actId="26606"/>
          <ac:spMkLst>
            <pc:docMk/>
            <pc:sldMk cId="1053259859" sldId="311"/>
            <ac:spMk id="8" creationId="{DAF1966E-FD40-4A4A-B61B-C4DF7FA05F06}"/>
          </ac:spMkLst>
        </pc:spChg>
        <pc:spChg chg="add del">
          <ac:chgData name="동혁 임" userId="879f4c796d7a5333" providerId="LiveId" clId="{0C13D58B-97DF-4565-AAEC-23B22FE47640}" dt="2020-06-02T02:47:35.246" v="22449" actId="26606"/>
          <ac:spMkLst>
            <pc:docMk/>
            <pc:sldMk cId="1053259859" sldId="311"/>
            <ac:spMk id="10" creationId="{047BFA19-D45E-416B-A404-7AF2F3F27017}"/>
          </ac:spMkLst>
        </pc:spChg>
        <pc:spChg chg="add del">
          <ac:chgData name="동혁 임" userId="879f4c796d7a5333" providerId="LiveId" clId="{0C13D58B-97DF-4565-AAEC-23B22FE47640}" dt="2020-06-02T02:47:35.246" v="22449" actId="26606"/>
          <ac:spMkLst>
            <pc:docMk/>
            <pc:sldMk cId="1053259859" sldId="311"/>
            <ac:spMk id="12" creationId="{8E0105E7-23DB-4CF2-8258-FF47C7620F6E}"/>
          </ac:spMkLst>
        </pc:spChg>
        <pc:spChg chg="add del">
          <ac:chgData name="동혁 임" userId="879f4c796d7a5333" providerId="LiveId" clId="{0C13D58B-97DF-4565-AAEC-23B22FE47640}" dt="2020-06-02T02:47:35.246" v="22449" actId="26606"/>
          <ac:spMkLst>
            <pc:docMk/>
            <pc:sldMk cId="1053259859" sldId="311"/>
            <ac:spMk id="14" creationId="{074B4F7D-14B2-478B-8BF5-01E4E0C5D263}"/>
          </ac:spMkLst>
        </pc:spChg>
        <pc:spChg chg="add">
          <ac:chgData name="동혁 임" userId="879f4c796d7a5333" providerId="LiveId" clId="{0C13D58B-97DF-4565-AAEC-23B22FE47640}" dt="2020-06-02T02:47:35.254" v="22450" actId="26606"/>
          <ac:spMkLst>
            <pc:docMk/>
            <pc:sldMk cId="1053259859" sldId="311"/>
            <ac:spMk id="16" creationId="{A52B99F1-B2DC-437E-A8A1-A57F2F29F8D1}"/>
          </ac:spMkLst>
        </pc:spChg>
        <pc:spChg chg="add">
          <ac:chgData name="동혁 임" userId="879f4c796d7a5333" providerId="LiveId" clId="{0C13D58B-97DF-4565-AAEC-23B22FE47640}" dt="2020-06-02T02:47:35.254" v="22450" actId="26606"/>
          <ac:spMkLst>
            <pc:docMk/>
            <pc:sldMk cId="1053259859" sldId="311"/>
            <ac:spMk id="17" creationId="{55F8BA08-3E38-4B70-B93A-74F08E092206}"/>
          </ac:spMkLst>
        </pc:spChg>
        <pc:spChg chg="add">
          <ac:chgData name="동혁 임" userId="879f4c796d7a5333" providerId="LiveId" clId="{0C13D58B-97DF-4565-AAEC-23B22FE47640}" dt="2020-06-02T02:47:35.254" v="22450" actId="26606"/>
          <ac:spMkLst>
            <pc:docMk/>
            <pc:sldMk cId="1053259859" sldId="311"/>
            <ac:spMk id="18" creationId="{357F1B33-79AB-4A71-8CEC-4546D709B8C8}"/>
          </ac:spMkLst>
        </pc:spChg>
      </pc:sldChg>
      <pc:sldChg chg="addSp delSp modSp new mod setBg">
        <pc:chgData name="동혁 임" userId="879f4c796d7a5333" providerId="LiveId" clId="{0C13D58B-97DF-4565-AAEC-23B22FE47640}" dt="2020-06-02T02:51:39.988" v="23341" actId="2711"/>
        <pc:sldMkLst>
          <pc:docMk/>
          <pc:sldMk cId="3238499207" sldId="312"/>
        </pc:sldMkLst>
        <pc:spChg chg="mod ord">
          <ac:chgData name="동혁 임" userId="879f4c796d7a5333" providerId="LiveId" clId="{0C13D58B-97DF-4565-AAEC-23B22FE47640}" dt="2020-06-02T02:51:39.988" v="23341" actId="2711"/>
          <ac:spMkLst>
            <pc:docMk/>
            <pc:sldMk cId="3238499207" sldId="312"/>
            <ac:spMk id="2" creationId="{A17EE435-0962-49B5-B9B5-C2B832E6B5A5}"/>
          </ac:spMkLst>
        </pc:spChg>
        <pc:spChg chg="del">
          <ac:chgData name="동혁 임" userId="879f4c796d7a5333" providerId="LiveId" clId="{0C13D58B-97DF-4565-AAEC-23B22FE47640}" dt="2020-06-02T02:51:01.467" v="23082" actId="931"/>
          <ac:spMkLst>
            <pc:docMk/>
            <pc:sldMk cId="3238499207" sldId="312"/>
            <ac:spMk id="3" creationId="{E4A80D0E-3A8F-4E80-B2A6-B8DED2E651F3}"/>
          </ac:spMkLst>
        </pc:spChg>
        <pc:spChg chg="mod">
          <ac:chgData name="동혁 임" userId="879f4c796d7a5333" providerId="LiveId" clId="{0C13D58B-97DF-4565-AAEC-23B22FE47640}" dt="2020-06-02T02:51:39.988" v="23341" actId="2711"/>
          <ac:spMkLst>
            <pc:docMk/>
            <pc:sldMk cId="3238499207" sldId="312"/>
            <ac:spMk id="4" creationId="{7832FEB8-07DF-488F-8744-9AE68C16B41D}"/>
          </ac:spMkLst>
        </pc:spChg>
        <pc:spChg chg="add">
          <ac:chgData name="동혁 임" userId="879f4c796d7a5333" providerId="LiveId" clId="{0C13D58B-97DF-4565-AAEC-23B22FE47640}" dt="2020-06-02T02:51:34.358" v="23340" actId="26606"/>
          <ac:spMkLst>
            <pc:docMk/>
            <pc:sldMk cId="3238499207" sldId="312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6-02T02:51:34.358" v="23340" actId="26606"/>
          <ac:spMkLst>
            <pc:docMk/>
            <pc:sldMk cId="3238499207" sldId="312"/>
            <ac:spMk id="13" creationId="{F97E7EA2-EDCD-47E9-81BC-415C606D1B58}"/>
          </ac:spMkLst>
        </pc:spChg>
        <pc:picChg chg="add mod">
          <ac:chgData name="동혁 임" userId="879f4c796d7a5333" providerId="LiveId" clId="{0C13D58B-97DF-4565-AAEC-23B22FE47640}" dt="2020-06-02T02:51:34.358" v="23340" actId="26606"/>
          <ac:picMkLst>
            <pc:docMk/>
            <pc:sldMk cId="3238499207" sldId="312"/>
            <ac:picMk id="6" creationId="{63260909-CB26-4458-B4F3-074AA8B8CF62}"/>
          </ac:picMkLst>
        </pc:picChg>
      </pc:sldChg>
      <pc:sldChg chg="addSp delSp modSp new mod setBg">
        <pc:chgData name="동혁 임" userId="879f4c796d7a5333" providerId="LiveId" clId="{0C13D58B-97DF-4565-AAEC-23B22FE47640}" dt="2020-06-02T02:59:37.430" v="23501" actId="26606"/>
        <pc:sldMkLst>
          <pc:docMk/>
          <pc:sldMk cId="2170615802" sldId="313"/>
        </pc:sldMkLst>
        <pc:spChg chg="mod ord">
          <ac:chgData name="동혁 임" userId="879f4c796d7a5333" providerId="LiveId" clId="{0C13D58B-97DF-4565-AAEC-23B22FE47640}" dt="2020-06-02T02:59:37.430" v="23501" actId="26606"/>
          <ac:spMkLst>
            <pc:docMk/>
            <pc:sldMk cId="2170615802" sldId="313"/>
            <ac:spMk id="2" creationId="{994F41CC-EBBF-4927-A1D7-B32874F597FE}"/>
          </ac:spMkLst>
        </pc:spChg>
        <pc:spChg chg="del">
          <ac:chgData name="동혁 임" userId="879f4c796d7a5333" providerId="LiveId" clId="{0C13D58B-97DF-4565-AAEC-23B22FE47640}" dt="2020-06-02T02:59:25.266" v="23499" actId="931"/>
          <ac:spMkLst>
            <pc:docMk/>
            <pc:sldMk cId="2170615802" sldId="313"/>
            <ac:spMk id="3" creationId="{613D811A-954C-469F-B8C7-3276777FDFB8}"/>
          </ac:spMkLst>
        </pc:spChg>
        <pc:spChg chg="mod">
          <ac:chgData name="동혁 임" userId="879f4c796d7a5333" providerId="LiveId" clId="{0C13D58B-97DF-4565-AAEC-23B22FE47640}" dt="2020-06-02T02:59:37.430" v="23501" actId="26606"/>
          <ac:spMkLst>
            <pc:docMk/>
            <pc:sldMk cId="2170615802" sldId="313"/>
            <ac:spMk id="4" creationId="{C22BC77B-1279-4E51-9B91-36D40E58A8C7}"/>
          </ac:spMkLst>
        </pc:spChg>
        <pc:spChg chg="add">
          <ac:chgData name="동혁 임" userId="879f4c796d7a5333" providerId="LiveId" clId="{0C13D58B-97DF-4565-AAEC-23B22FE47640}" dt="2020-06-02T02:59:37.430" v="23501" actId="26606"/>
          <ac:spMkLst>
            <pc:docMk/>
            <pc:sldMk cId="2170615802" sldId="313"/>
            <ac:spMk id="11" creationId="{2FB82883-1DC0-4BE1-A607-009095F3355A}"/>
          </ac:spMkLst>
        </pc:spChg>
        <pc:spChg chg="add">
          <ac:chgData name="동혁 임" userId="879f4c796d7a5333" providerId="LiveId" clId="{0C13D58B-97DF-4565-AAEC-23B22FE47640}" dt="2020-06-02T02:59:37.430" v="23501" actId="26606"/>
          <ac:spMkLst>
            <pc:docMk/>
            <pc:sldMk cId="2170615802" sldId="313"/>
            <ac:spMk id="13" creationId="{A3473CF9-37EB-43E7-89EF-D2D1C53D1DAC}"/>
          </ac:spMkLst>
        </pc:spChg>
        <pc:spChg chg="add">
          <ac:chgData name="동혁 임" userId="879f4c796d7a5333" providerId="LiveId" clId="{0C13D58B-97DF-4565-AAEC-23B22FE47640}" dt="2020-06-02T02:59:37.430" v="23501" actId="26606"/>
          <ac:spMkLst>
            <pc:docMk/>
            <pc:sldMk cId="2170615802" sldId="313"/>
            <ac:spMk id="15" creationId="{586B4EF9-43BA-4655-A6FF-1D8E21574C95}"/>
          </ac:spMkLst>
        </pc:spChg>
        <pc:picChg chg="add mod">
          <ac:chgData name="동혁 임" userId="879f4c796d7a5333" providerId="LiveId" clId="{0C13D58B-97DF-4565-AAEC-23B22FE47640}" dt="2020-06-02T02:59:37.430" v="23501" actId="26606"/>
          <ac:picMkLst>
            <pc:docMk/>
            <pc:sldMk cId="2170615802" sldId="313"/>
            <ac:picMk id="6" creationId="{C4341BA5-C357-4C51-AE26-99E29DF19C5D}"/>
          </ac:picMkLst>
        </pc:picChg>
      </pc:sldChg>
      <pc:sldChg chg="addSp delSp modSp new mod setBg">
        <pc:chgData name="동혁 임" userId="879f4c796d7a5333" providerId="LiveId" clId="{0C13D58B-97DF-4565-AAEC-23B22FE47640}" dt="2020-06-02T03:01:45.131" v="23915" actId="2711"/>
        <pc:sldMkLst>
          <pc:docMk/>
          <pc:sldMk cId="3942407607" sldId="314"/>
        </pc:sldMkLst>
        <pc:spChg chg="mod ord">
          <ac:chgData name="동혁 임" userId="879f4c796d7a5333" providerId="LiveId" clId="{0C13D58B-97DF-4565-AAEC-23B22FE47640}" dt="2020-06-02T03:01:45.131" v="23915" actId="2711"/>
          <ac:spMkLst>
            <pc:docMk/>
            <pc:sldMk cId="3942407607" sldId="314"/>
            <ac:spMk id="2" creationId="{DCF4CE02-FFDD-41AA-8871-705192DC5C96}"/>
          </ac:spMkLst>
        </pc:spChg>
        <pc:spChg chg="del">
          <ac:chgData name="동혁 임" userId="879f4c796d7a5333" providerId="LiveId" clId="{0C13D58B-97DF-4565-AAEC-23B22FE47640}" dt="2020-06-02T03:01:03.805" v="23744" actId="931"/>
          <ac:spMkLst>
            <pc:docMk/>
            <pc:sldMk cId="3942407607" sldId="314"/>
            <ac:spMk id="3" creationId="{DA15A55B-305A-4B13-9C33-CC9859D09CEC}"/>
          </ac:spMkLst>
        </pc:spChg>
        <pc:spChg chg="mod">
          <ac:chgData name="동혁 임" userId="879f4c796d7a5333" providerId="LiveId" clId="{0C13D58B-97DF-4565-AAEC-23B22FE47640}" dt="2020-06-02T03:01:45.131" v="23915" actId="2711"/>
          <ac:spMkLst>
            <pc:docMk/>
            <pc:sldMk cId="3942407607" sldId="314"/>
            <ac:spMk id="4" creationId="{C71E73DC-EB61-4DF3-A42C-9DF6BB47483E}"/>
          </ac:spMkLst>
        </pc:spChg>
        <pc:spChg chg="add">
          <ac:chgData name="동혁 임" userId="879f4c796d7a5333" providerId="LiveId" clId="{0C13D58B-97DF-4565-AAEC-23B22FE47640}" dt="2020-06-02T03:01:28.396" v="23866" actId="26606"/>
          <ac:spMkLst>
            <pc:docMk/>
            <pc:sldMk cId="3942407607" sldId="314"/>
            <ac:spMk id="8" creationId="{D1A4588A-55D5-49B8-BE41-54ACDCFF2C17}"/>
          </ac:spMkLst>
        </pc:spChg>
        <pc:spChg chg="add">
          <ac:chgData name="동혁 임" userId="879f4c796d7a5333" providerId="LiveId" clId="{0C13D58B-97DF-4565-AAEC-23B22FE47640}" dt="2020-06-02T03:01:28.396" v="23866" actId="26606"/>
          <ac:spMkLst>
            <pc:docMk/>
            <pc:sldMk cId="3942407607" sldId="314"/>
            <ac:spMk id="9" creationId="{F97E7EA2-EDCD-47E9-81BC-415C606D1B58}"/>
          </ac:spMkLst>
        </pc:spChg>
        <pc:spChg chg="add del">
          <ac:chgData name="동혁 임" userId="879f4c796d7a5333" providerId="LiveId" clId="{0C13D58B-97DF-4565-AAEC-23B22FE47640}" dt="2020-06-02T03:01:11.820" v="23748" actId="26606"/>
          <ac:spMkLst>
            <pc:docMk/>
            <pc:sldMk cId="3942407607" sldId="314"/>
            <ac:spMk id="11" creationId="{2FB82883-1DC0-4BE1-A607-009095F3355A}"/>
          </ac:spMkLst>
        </pc:spChg>
        <pc:spChg chg="add del">
          <ac:chgData name="동혁 임" userId="879f4c796d7a5333" providerId="LiveId" clId="{0C13D58B-97DF-4565-AAEC-23B22FE47640}" dt="2020-06-02T03:01:11.820" v="23748" actId="26606"/>
          <ac:spMkLst>
            <pc:docMk/>
            <pc:sldMk cId="3942407607" sldId="314"/>
            <ac:spMk id="13" creationId="{A3473CF9-37EB-43E7-89EF-D2D1C53D1DAC}"/>
          </ac:spMkLst>
        </pc:spChg>
        <pc:spChg chg="add del">
          <ac:chgData name="동혁 임" userId="879f4c796d7a5333" providerId="LiveId" clId="{0C13D58B-97DF-4565-AAEC-23B22FE47640}" dt="2020-06-02T03:01:11.820" v="23748" actId="26606"/>
          <ac:spMkLst>
            <pc:docMk/>
            <pc:sldMk cId="3942407607" sldId="314"/>
            <ac:spMk id="15" creationId="{586B4EF9-43BA-4655-A6FF-1D8E21574C95}"/>
          </ac:spMkLst>
        </pc:spChg>
        <pc:picChg chg="add mod modCrop">
          <ac:chgData name="동혁 임" userId="879f4c796d7a5333" providerId="LiveId" clId="{0C13D58B-97DF-4565-AAEC-23B22FE47640}" dt="2020-06-02T03:01:39.260" v="23914" actId="18131"/>
          <ac:picMkLst>
            <pc:docMk/>
            <pc:sldMk cId="3942407607" sldId="314"/>
            <ac:picMk id="6" creationId="{5D90AEC9-552B-4893-A199-8C24DAB25D0C}"/>
          </ac:picMkLst>
        </pc:picChg>
      </pc:sldChg>
      <pc:sldChg chg="addSp delSp modSp new mod setBg">
        <pc:chgData name="동혁 임" userId="879f4c796d7a5333" providerId="LiveId" clId="{0C13D58B-97DF-4565-AAEC-23B22FE47640}" dt="2020-06-02T03:04:24.895" v="24358" actId="2711"/>
        <pc:sldMkLst>
          <pc:docMk/>
          <pc:sldMk cId="1556218630" sldId="315"/>
        </pc:sldMkLst>
        <pc:spChg chg="mod ord">
          <ac:chgData name="동혁 임" userId="879f4c796d7a5333" providerId="LiveId" clId="{0C13D58B-97DF-4565-AAEC-23B22FE47640}" dt="2020-06-02T03:04:24.895" v="24358" actId="2711"/>
          <ac:spMkLst>
            <pc:docMk/>
            <pc:sldMk cId="1556218630" sldId="315"/>
            <ac:spMk id="2" creationId="{0EFE14D3-506E-4BC2-9E74-ACBD2BEABF7C}"/>
          </ac:spMkLst>
        </pc:spChg>
        <pc:spChg chg="del">
          <ac:chgData name="동혁 임" userId="879f4c796d7a5333" providerId="LiveId" clId="{0C13D58B-97DF-4565-AAEC-23B22FE47640}" dt="2020-06-02T03:02:29.909" v="24140" actId="931"/>
          <ac:spMkLst>
            <pc:docMk/>
            <pc:sldMk cId="1556218630" sldId="315"/>
            <ac:spMk id="3" creationId="{A17C39E7-04AF-4F45-B520-930606234E70}"/>
          </ac:spMkLst>
        </pc:spChg>
        <pc:spChg chg="mod ord">
          <ac:chgData name="동혁 임" userId="879f4c796d7a5333" providerId="LiveId" clId="{0C13D58B-97DF-4565-AAEC-23B22FE47640}" dt="2020-06-02T03:04:24.895" v="24358" actId="2711"/>
          <ac:spMkLst>
            <pc:docMk/>
            <pc:sldMk cId="1556218630" sldId="315"/>
            <ac:spMk id="4" creationId="{55D46763-1512-4D57-9F88-B13B2470F5F5}"/>
          </ac:spMkLst>
        </pc:spChg>
        <pc:spChg chg="add">
          <ac:chgData name="동혁 임" userId="879f4c796d7a5333" providerId="LiveId" clId="{0C13D58B-97DF-4565-AAEC-23B22FE47640}" dt="2020-06-02T03:03:53.526" v="24269" actId="26606"/>
          <ac:spMkLst>
            <pc:docMk/>
            <pc:sldMk cId="1556218630" sldId="315"/>
            <ac:spMk id="10" creationId="{F4F2FC05-7D27-410F-BDA9-ADF4831368C7}"/>
          </ac:spMkLst>
        </pc:spChg>
        <pc:spChg chg="add">
          <ac:chgData name="동혁 임" userId="879f4c796d7a5333" providerId="LiveId" clId="{0C13D58B-97DF-4565-AAEC-23B22FE47640}" dt="2020-06-02T03:03:53.526" v="24269" actId="26606"/>
          <ac:spMkLst>
            <pc:docMk/>
            <pc:sldMk cId="1556218630" sldId="315"/>
            <ac:spMk id="11" creationId="{9080D120-BD54-46E1-BA37-82F5E8089E90}"/>
          </ac:spMkLst>
        </pc:spChg>
        <pc:spChg chg="add">
          <ac:chgData name="동혁 임" userId="879f4c796d7a5333" providerId="LiveId" clId="{0C13D58B-97DF-4565-AAEC-23B22FE47640}" dt="2020-06-02T03:03:53.526" v="24269" actId="26606"/>
          <ac:spMkLst>
            <pc:docMk/>
            <pc:sldMk cId="1556218630" sldId="315"/>
            <ac:spMk id="12" creationId="{81D83946-74FA-498A-AC80-9926F041B5C5}"/>
          </ac:spMkLst>
        </pc:spChg>
        <pc:spChg chg="add del">
          <ac:chgData name="동혁 임" userId="879f4c796d7a5333" providerId="LiveId" clId="{0C13D58B-97DF-4565-AAEC-23B22FE47640}" dt="2020-06-02T03:02:48.760" v="24147" actId="26606"/>
          <ac:spMkLst>
            <pc:docMk/>
            <pc:sldMk cId="1556218630" sldId="315"/>
            <ac:spMk id="13" creationId="{DB90EDA9-2517-46EC-B6D4-3918D04786C1}"/>
          </ac:spMkLst>
        </pc:spChg>
        <pc:spChg chg="add">
          <ac:chgData name="동혁 임" userId="879f4c796d7a5333" providerId="LiveId" clId="{0C13D58B-97DF-4565-AAEC-23B22FE47640}" dt="2020-06-02T03:03:53.526" v="24269" actId="26606"/>
          <ac:spMkLst>
            <pc:docMk/>
            <pc:sldMk cId="1556218630" sldId="315"/>
            <ac:spMk id="14" creationId="{5060D983-8B52-443A-8183-2A1DE05618B5}"/>
          </ac:spMkLst>
        </pc:spChg>
        <pc:spChg chg="add del">
          <ac:chgData name="동혁 임" userId="879f4c796d7a5333" providerId="LiveId" clId="{0C13D58B-97DF-4565-AAEC-23B22FE47640}" dt="2020-06-02T03:02:48.760" v="24147" actId="26606"/>
          <ac:spMkLst>
            <pc:docMk/>
            <pc:sldMk cId="1556218630" sldId="315"/>
            <ac:spMk id="15" creationId="{D449B1F2-532C-44C7-8AC7-28EA15EE02CB}"/>
          </ac:spMkLst>
        </pc:spChg>
        <pc:spChg chg="add del">
          <ac:chgData name="동혁 임" userId="879f4c796d7a5333" providerId="LiveId" clId="{0C13D58B-97DF-4565-AAEC-23B22FE47640}" dt="2020-06-02T03:02:48.760" v="24147" actId="26606"/>
          <ac:spMkLst>
            <pc:docMk/>
            <pc:sldMk cId="1556218630" sldId="315"/>
            <ac:spMk id="17" creationId="{EE7D3784-5CF9-4282-9B1C-523957852BF6}"/>
          </ac:spMkLst>
        </pc:spChg>
        <pc:spChg chg="add del">
          <ac:chgData name="동혁 임" userId="879f4c796d7a5333" providerId="LiveId" clId="{0C13D58B-97DF-4565-AAEC-23B22FE47640}" dt="2020-06-02T03:03:47.428" v="24268" actId="26606"/>
          <ac:spMkLst>
            <pc:docMk/>
            <pc:sldMk cId="1556218630" sldId="315"/>
            <ac:spMk id="19" creationId="{75C56826-D4E5-42ED-8529-079651CB3005}"/>
          </ac:spMkLst>
        </pc:spChg>
        <pc:spChg chg="add del">
          <ac:chgData name="동혁 임" userId="879f4c796d7a5333" providerId="LiveId" clId="{0C13D58B-97DF-4565-AAEC-23B22FE47640}" dt="2020-06-02T03:03:47.428" v="24268" actId="26606"/>
          <ac:spMkLst>
            <pc:docMk/>
            <pc:sldMk cId="1556218630" sldId="315"/>
            <ac:spMk id="20" creationId="{231BF440-39FA-4087-84CC-2EEC0BBDAF29}"/>
          </ac:spMkLst>
        </pc:spChg>
        <pc:spChg chg="add del">
          <ac:chgData name="동혁 임" userId="879f4c796d7a5333" providerId="LiveId" clId="{0C13D58B-97DF-4565-AAEC-23B22FE47640}" dt="2020-06-02T03:03:47.428" v="24268" actId="26606"/>
          <ac:spMkLst>
            <pc:docMk/>
            <pc:sldMk cId="1556218630" sldId="315"/>
            <ac:spMk id="21" creationId="{82095FCE-EF05-4443-B97A-85DEE3A5CA17}"/>
          </ac:spMkLst>
        </pc:spChg>
        <pc:spChg chg="add del">
          <ac:chgData name="동혁 임" userId="879f4c796d7a5333" providerId="LiveId" clId="{0C13D58B-97DF-4565-AAEC-23B22FE47640}" dt="2020-06-02T03:03:47.428" v="24268" actId="26606"/>
          <ac:spMkLst>
            <pc:docMk/>
            <pc:sldMk cId="1556218630" sldId="315"/>
            <ac:spMk id="22" creationId="{F04E4CBA-303B-48BD-8451-C2701CB0EEBF}"/>
          </ac:spMkLst>
        </pc:spChg>
        <pc:spChg chg="add del">
          <ac:chgData name="동혁 임" userId="879f4c796d7a5333" providerId="LiveId" clId="{0C13D58B-97DF-4565-AAEC-23B22FE47640}" dt="2020-06-02T03:03:47.428" v="24268" actId="26606"/>
          <ac:spMkLst>
            <pc:docMk/>
            <pc:sldMk cId="1556218630" sldId="315"/>
            <ac:spMk id="23" creationId="{CA00AE6B-AA30-4CF8-BA6F-339B780AD76C}"/>
          </ac:spMkLst>
        </pc:spChg>
        <pc:spChg chg="add del">
          <ac:chgData name="동혁 임" userId="879f4c796d7a5333" providerId="LiveId" clId="{0C13D58B-97DF-4565-AAEC-23B22FE47640}" dt="2020-06-02T03:03:47.428" v="24268" actId="26606"/>
          <ac:spMkLst>
            <pc:docMk/>
            <pc:sldMk cId="1556218630" sldId="315"/>
            <ac:spMk id="24" creationId="{F6CA58B3-AFCC-4A40-9882-50D5080879B0}"/>
          </ac:spMkLst>
        </pc:spChg>
        <pc:spChg chg="add del">
          <ac:chgData name="동혁 임" userId="879f4c796d7a5333" providerId="LiveId" clId="{0C13D58B-97DF-4565-AAEC-23B22FE47640}" dt="2020-06-02T03:03:16.473" v="24246" actId="26606"/>
          <ac:spMkLst>
            <pc:docMk/>
            <pc:sldMk cId="1556218630" sldId="315"/>
            <ac:spMk id="29" creationId="{DB90EDA9-2517-46EC-B6D4-3918D04786C1}"/>
          </ac:spMkLst>
        </pc:spChg>
        <pc:spChg chg="add del">
          <ac:chgData name="동혁 임" userId="879f4c796d7a5333" providerId="LiveId" clId="{0C13D58B-97DF-4565-AAEC-23B22FE47640}" dt="2020-06-02T03:03:16.473" v="24246" actId="26606"/>
          <ac:spMkLst>
            <pc:docMk/>
            <pc:sldMk cId="1556218630" sldId="315"/>
            <ac:spMk id="31" creationId="{D449B1F2-532C-44C7-8AC7-28EA15EE02CB}"/>
          </ac:spMkLst>
        </pc:spChg>
        <pc:spChg chg="add del">
          <ac:chgData name="동혁 임" userId="879f4c796d7a5333" providerId="LiveId" clId="{0C13D58B-97DF-4565-AAEC-23B22FE47640}" dt="2020-06-02T03:03:16.473" v="24246" actId="26606"/>
          <ac:spMkLst>
            <pc:docMk/>
            <pc:sldMk cId="1556218630" sldId="315"/>
            <ac:spMk id="33" creationId="{EE7D3784-5CF9-4282-9B1C-523957852BF6}"/>
          </ac:spMkLst>
        </pc:spChg>
        <pc:spChg chg="add del">
          <ac:chgData name="동혁 임" userId="879f4c796d7a5333" providerId="LiveId" clId="{0C13D58B-97DF-4565-AAEC-23B22FE47640}" dt="2020-06-02T03:03:17.113" v="24248" actId="26606"/>
          <ac:spMkLst>
            <pc:docMk/>
            <pc:sldMk cId="1556218630" sldId="315"/>
            <ac:spMk id="35" creationId="{FBEC5A7A-ADE4-48D9-B89C-2BA1C9110632}"/>
          </ac:spMkLst>
        </pc:spChg>
        <pc:spChg chg="add del">
          <ac:chgData name="동혁 임" userId="879f4c796d7a5333" providerId="LiveId" clId="{0C13D58B-97DF-4565-AAEC-23B22FE47640}" dt="2020-06-02T03:03:17.113" v="24248" actId="26606"/>
          <ac:spMkLst>
            <pc:docMk/>
            <pc:sldMk cId="1556218630" sldId="315"/>
            <ac:spMk id="36" creationId="{115719BB-48A7-4AF4-BB91-DC82E0DF727D}"/>
          </ac:spMkLst>
        </pc:spChg>
        <pc:spChg chg="add del">
          <ac:chgData name="동혁 임" userId="879f4c796d7a5333" providerId="LiveId" clId="{0C13D58B-97DF-4565-AAEC-23B22FE47640}" dt="2020-06-02T03:03:17.113" v="24248" actId="26606"/>
          <ac:spMkLst>
            <pc:docMk/>
            <pc:sldMk cId="1556218630" sldId="315"/>
            <ac:spMk id="37" creationId="{82095FCE-EF05-4443-B97A-85DEE3A5CA17}"/>
          </ac:spMkLst>
        </pc:spChg>
        <pc:spChg chg="add del">
          <ac:chgData name="동혁 임" userId="879f4c796d7a5333" providerId="LiveId" clId="{0C13D58B-97DF-4565-AAEC-23B22FE47640}" dt="2020-06-02T03:03:17.113" v="24248" actId="26606"/>
          <ac:spMkLst>
            <pc:docMk/>
            <pc:sldMk cId="1556218630" sldId="315"/>
            <ac:spMk id="38" creationId="{10973A55-5440-4A99-B526-B5812E46271E}"/>
          </ac:spMkLst>
        </pc:spChg>
        <pc:spChg chg="add del">
          <ac:chgData name="동혁 임" userId="879f4c796d7a5333" providerId="LiveId" clId="{0C13D58B-97DF-4565-AAEC-23B22FE47640}" dt="2020-06-02T03:03:17.113" v="24248" actId="26606"/>
          <ac:spMkLst>
            <pc:docMk/>
            <pc:sldMk cId="1556218630" sldId="315"/>
            <ac:spMk id="39" creationId="{A9682493-588A-4D52-98F6-FBBD80C07ECB}"/>
          </ac:spMkLst>
        </pc:spChg>
        <pc:spChg chg="add del">
          <ac:chgData name="동혁 임" userId="879f4c796d7a5333" providerId="LiveId" clId="{0C13D58B-97DF-4565-AAEC-23B22FE47640}" dt="2020-06-02T03:03:17.800" v="24250" actId="26606"/>
          <ac:spMkLst>
            <pc:docMk/>
            <pc:sldMk cId="1556218630" sldId="315"/>
            <ac:spMk id="41" creationId="{8F7AFB9A-7364-478C-B48B-8523CDD9AE8D}"/>
          </ac:spMkLst>
        </pc:spChg>
        <pc:spChg chg="add del">
          <ac:chgData name="동혁 임" userId="879f4c796d7a5333" providerId="LiveId" clId="{0C13D58B-97DF-4565-AAEC-23B22FE47640}" dt="2020-06-02T03:03:17.800" v="24250" actId="26606"/>
          <ac:spMkLst>
            <pc:docMk/>
            <pc:sldMk cId="1556218630" sldId="315"/>
            <ac:spMk id="42" creationId="{36678033-86B6-40E6-BE90-78D8ED4E3A31}"/>
          </ac:spMkLst>
        </pc:spChg>
        <pc:spChg chg="add del">
          <ac:chgData name="동혁 임" userId="879f4c796d7a5333" providerId="LiveId" clId="{0C13D58B-97DF-4565-AAEC-23B22FE47640}" dt="2020-06-02T03:03:17.800" v="24250" actId="26606"/>
          <ac:spMkLst>
            <pc:docMk/>
            <pc:sldMk cId="1556218630" sldId="315"/>
            <ac:spMk id="43" creationId="{D2542E1A-076E-4A34-BB67-2BF961754E0C}"/>
          </ac:spMkLst>
        </pc:spChg>
        <pc:spChg chg="add del">
          <ac:chgData name="동혁 임" userId="879f4c796d7a5333" providerId="LiveId" clId="{0C13D58B-97DF-4565-AAEC-23B22FE47640}" dt="2020-06-02T03:03:17.800" v="24250" actId="26606"/>
          <ac:spMkLst>
            <pc:docMk/>
            <pc:sldMk cId="1556218630" sldId="315"/>
            <ac:spMk id="44" creationId="{75C56826-D4E5-42ED-8529-079651CB3005}"/>
          </ac:spMkLst>
        </pc:spChg>
        <pc:spChg chg="add del">
          <ac:chgData name="동혁 임" userId="879f4c796d7a5333" providerId="LiveId" clId="{0C13D58B-97DF-4565-AAEC-23B22FE47640}" dt="2020-06-02T03:03:17.800" v="24250" actId="26606"/>
          <ac:spMkLst>
            <pc:docMk/>
            <pc:sldMk cId="1556218630" sldId="315"/>
            <ac:spMk id="45" creationId="{82095FCE-EF05-4443-B97A-85DEE3A5CA17}"/>
          </ac:spMkLst>
        </pc:spChg>
        <pc:spChg chg="add del">
          <ac:chgData name="동혁 임" userId="879f4c796d7a5333" providerId="LiveId" clId="{0C13D58B-97DF-4565-AAEC-23B22FE47640}" dt="2020-06-02T03:03:18.657" v="24252" actId="26606"/>
          <ac:spMkLst>
            <pc:docMk/>
            <pc:sldMk cId="1556218630" sldId="315"/>
            <ac:spMk id="47" creationId="{115719BB-48A7-4AF4-BB91-DC82E0DF727D}"/>
          </ac:spMkLst>
        </pc:spChg>
        <pc:spChg chg="add del">
          <ac:chgData name="동혁 임" userId="879f4c796d7a5333" providerId="LiveId" clId="{0C13D58B-97DF-4565-AAEC-23B22FE47640}" dt="2020-06-02T03:03:18.657" v="24252" actId="26606"/>
          <ac:spMkLst>
            <pc:docMk/>
            <pc:sldMk cId="1556218630" sldId="315"/>
            <ac:spMk id="48" creationId="{10973A55-5440-4A99-B526-B5812E46271E}"/>
          </ac:spMkLst>
        </pc:spChg>
        <pc:spChg chg="add del">
          <ac:chgData name="동혁 임" userId="879f4c796d7a5333" providerId="LiveId" clId="{0C13D58B-97DF-4565-AAEC-23B22FE47640}" dt="2020-06-02T03:03:18.657" v="24252" actId="26606"/>
          <ac:spMkLst>
            <pc:docMk/>
            <pc:sldMk cId="1556218630" sldId="315"/>
            <ac:spMk id="49" creationId="{A9682493-588A-4D52-98F6-FBBD80C07ECB}"/>
          </ac:spMkLst>
        </pc:spChg>
        <pc:spChg chg="add del">
          <ac:chgData name="동혁 임" userId="879f4c796d7a5333" providerId="LiveId" clId="{0C13D58B-97DF-4565-AAEC-23B22FE47640}" dt="2020-06-02T03:03:18.657" v="24252" actId="26606"/>
          <ac:spMkLst>
            <pc:docMk/>
            <pc:sldMk cId="1556218630" sldId="315"/>
            <ac:spMk id="50" creationId="{FBEC5A7A-ADE4-48D9-B89C-2BA1C9110632}"/>
          </ac:spMkLst>
        </pc:spChg>
        <pc:spChg chg="add del">
          <ac:chgData name="동혁 임" userId="879f4c796d7a5333" providerId="LiveId" clId="{0C13D58B-97DF-4565-AAEC-23B22FE47640}" dt="2020-06-02T03:03:18.657" v="24252" actId="26606"/>
          <ac:spMkLst>
            <pc:docMk/>
            <pc:sldMk cId="1556218630" sldId="315"/>
            <ac:spMk id="51" creationId="{82095FCE-EF05-4443-B97A-85DEE3A5CA17}"/>
          </ac:spMkLst>
        </pc:spChg>
        <pc:spChg chg="add del">
          <ac:chgData name="동혁 임" userId="879f4c796d7a5333" providerId="LiveId" clId="{0C13D58B-97DF-4565-AAEC-23B22FE47640}" dt="2020-06-02T03:03:44.221" v="24264" actId="26606"/>
          <ac:spMkLst>
            <pc:docMk/>
            <pc:sldMk cId="1556218630" sldId="315"/>
            <ac:spMk id="53" creationId="{8F7AFB9A-7364-478C-B48B-8523CDD9AE8D}"/>
          </ac:spMkLst>
        </pc:spChg>
        <pc:spChg chg="add del">
          <ac:chgData name="동혁 임" userId="879f4c796d7a5333" providerId="LiveId" clId="{0C13D58B-97DF-4565-AAEC-23B22FE47640}" dt="2020-06-02T03:03:44.221" v="24264" actId="26606"/>
          <ac:spMkLst>
            <pc:docMk/>
            <pc:sldMk cId="1556218630" sldId="315"/>
            <ac:spMk id="54" creationId="{36678033-86B6-40E6-BE90-78D8ED4E3A31}"/>
          </ac:spMkLst>
        </pc:spChg>
        <pc:spChg chg="add del">
          <ac:chgData name="동혁 임" userId="879f4c796d7a5333" providerId="LiveId" clId="{0C13D58B-97DF-4565-AAEC-23B22FE47640}" dt="2020-06-02T03:03:44.221" v="24264" actId="26606"/>
          <ac:spMkLst>
            <pc:docMk/>
            <pc:sldMk cId="1556218630" sldId="315"/>
            <ac:spMk id="55" creationId="{D2542E1A-076E-4A34-BB67-2BF961754E0C}"/>
          </ac:spMkLst>
        </pc:spChg>
        <pc:spChg chg="add del">
          <ac:chgData name="동혁 임" userId="879f4c796d7a5333" providerId="LiveId" clId="{0C13D58B-97DF-4565-AAEC-23B22FE47640}" dt="2020-06-02T03:03:44.221" v="24264" actId="26606"/>
          <ac:spMkLst>
            <pc:docMk/>
            <pc:sldMk cId="1556218630" sldId="315"/>
            <ac:spMk id="56" creationId="{75C56826-D4E5-42ED-8529-079651CB3005}"/>
          </ac:spMkLst>
        </pc:spChg>
        <pc:spChg chg="add del">
          <ac:chgData name="동혁 임" userId="879f4c796d7a5333" providerId="LiveId" clId="{0C13D58B-97DF-4565-AAEC-23B22FE47640}" dt="2020-06-02T03:03:44.221" v="24264" actId="26606"/>
          <ac:spMkLst>
            <pc:docMk/>
            <pc:sldMk cId="1556218630" sldId="315"/>
            <ac:spMk id="57" creationId="{82095FCE-EF05-4443-B97A-85DEE3A5CA17}"/>
          </ac:spMkLst>
        </pc:spChg>
        <pc:spChg chg="add del">
          <ac:chgData name="동혁 임" userId="879f4c796d7a5333" providerId="LiveId" clId="{0C13D58B-97DF-4565-AAEC-23B22FE47640}" dt="2020-06-02T03:03:42.011" v="24259" actId="26606"/>
          <ac:spMkLst>
            <pc:docMk/>
            <pc:sldMk cId="1556218630" sldId="315"/>
            <ac:spMk id="62" creationId="{F4F2FC05-7D27-410F-BDA9-ADF4831368C7}"/>
          </ac:spMkLst>
        </pc:spChg>
        <pc:spChg chg="add del">
          <ac:chgData name="동혁 임" userId="879f4c796d7a5333" providerId="LiveId" clId="{0C13D58B-97DF-4565-AAEC-23B22FE47640}" dt="2020-06-02T03:03:42.011" v="24259" actId="26606"/>
          <ac:spMkLst>
            <pc:docMk/>
            <pc:sldMk cId="1556218630" sldId="315"/>
            <ac:spMk id="64" creationId="{9080D120-BD54-46E1-BA37-82F5E8089E90}"/>
          </ac:spMkLst>
        </pc:spChg>
        <pc:spChg chg="add del">
          <ac:chgData name="동혁 임" userId="879f4c796d7a5333" providerId="LiveId" clId="{0C13D58B-97DF-4565-AAEC-23B22FE47640}" dt="2020-06-02T03:03:42.011" v="24259" actId="26606"/>
          <ac:spMkLst>
            <pc:docMk/>
            <pc:sldMk cId="1556218630" sldId="315"/>
            <ac:spMk id="66" creationId="{81D83946-74FA-498A-AC80-9926F041B5C5}"/>
          </ac:spMkLst>
        </pc:spChg>
        <pc:spChg chg="add del">
          <ac:chgData name="동혁 임" userId="879f4c796d7a5333" providerId="LiveId" clId="{0C13D58B-97DF-4565-AAEC-23B22FE47640}" dt="2020-06-02T03:03:42.011" v="24259" actId="26606"/>
          <ac:spMkLst>
            <pc:docMk/>
            <pc:sldMk cId="1556218630" sldId="315"/>
            <ac:spMk id="68" creationId="{5060D983-8B52-443A-8183-2A1DE05618B5}"/>
          </ac:spMkLst>
        </pc:spChg>
        <pc:picChg chg="add mod ord modCrop">
          <ac:chgData name="동혁 임" userId="879f4c796d7a5333" providerId="LiveId" clId="{0C13D58B-97DF-4565-AAEC-23B22FE47640}" dt="2020-06-02T03:04:04.324" v="24337" actId="18131"/>
          <ac:picMkLst>
            <pc:docMk/>
            <pc:sldMk cId="1556218630" sldId="315"/>
            <ac:picMk id="6" creationId="{F2936CDC-22AE-4A19-A965-9D4A00F5D323}"/>
          </ac:picMkLst>
        </pc:picChg>
        <pc:picChg chg="add mod ord modCrop">
          <ac:chgData name="동혁 임" userId="879f4c796d7a5333" providerId="LiveId" clId="{0C13D58B-97DF-4565-AAEC-23B22FE47640}" dt="2020-06-02T03:04:15.268" v="24357" actId="18131"/>
          <ac:picMkLst>
            <pc:docMk/>
            <pc:sldMk cId="1556218630" sldId="315"/>
            <ac:picMk id="8" creationId="{F980A309-3950-46BE-988E-FFB3BE9C2BC5}"/>
          </ac:picMkLst>
        </pc:picChg>
      </pc:sldChg>
      <pc:sldChg chg="addSp delSp modSp new mod setBg">
        <pc:chgData name="동혁 임" userId="879f4c796d7a5333" providerId="LiveId" clId="{0C13D58B-97DF-4565-AAEC-23B22FE47640}" dt="2020-06-02T03:06:10.343" v="24901" actId="2711"/>
        <pc:sldMkLst>
          <pc:docMk/>
          <pc:sldMk cId="107295589" sldId="316"/>
        </pc:sldMkLst>
        <pc:spChg chg="mod ord">
          <ac:chgData name="동혁 임" userId="879f4c796d7a5333" providerId="LiveId" clId="{0C13D58B-97DF-4565-AAEC-23B22FE47640}" dt="2020-06-02T03:06:10.343" v="24901" actId="2711"/>
          <ac:spMkLst>
            <pc:docMk/>
            <pc:sldMk cId="107295589" sldId="316"/>
            <ac:spMk id="2" creationId="{EF9EDCB1-3F0F-4952-BF5D-D5EC0A6CA83B}"/>
          </ac:spMkLst>
        </pc:spChg>
        <pc:spChg chg="del">
          <ac:chgData name="동혁 임" userId="879f4c796d7a5333" providerId="LiveId" clId="{0C13D58B-97DF-4565-AAEC-23B22FE47640}" dt="2020-06-02T03:04:32.075" v="24359" actId="931"/>
          <ac:spMkLst>
            <pc:docMk/>
            <pc:sldMk cId="107295589" sldId="316"/>
            <ac:spMk id="3" creationId="{50805E58-B0D8-43C0-8D0B-77AD16A67E5E}"/>
          </ac:spMkLst>
        </pc:spChg>
        <pc:spChg chg="mod">
          <ac:chgData name="동혁 임" userId="879f4c796d7a5333" providerId="LiveId" clId="{0C13D58B-97DF-4565-AAEC-23B22FE47640}" dt="2020-06-02T03:06:10.343" v="24901" actId="2711"/>
          <ac:spMkLst>
            <pc:docMk/>
            <pc:sldMk cId="107295589" sldId="316"/>
            <ac:spMk id="4" creationId="{7EB09E46-2D9F-4331-8FB2-3B9C719C81A9}"/>
          </ac:spMkLst>
        </pc:spChg>
        <pc:spChg chg="add">
          <ac:chgData name="동혁 임" userId="879f4c796d7a5333" providerId="LiveId" clId="{0C13D58B-97DF-4565-AAEC-23B22FE47640}" dt="2020-06-02T03:05:53.546" v="24797" actId="26606"/>
          <ac:spMkLst>
            <pc:docMk/>
            <pc:sldMk cId="107295589" sldId="316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6-02T03:05:53.546" v="24797" actId="26606"/>
          <ac:spMkLst>
            <pc:docMk/>
            <pc:sldMk cId="107295589" sldId="316"/>
            <ac:spMk id="13" creationId="{F97E7EA2-EDCD-47E9-81BC-415C606D1B58}"/>
          </ac:spMkLst>
        </pc:spChg>
        <pc:picChg chg="add mod modCrop">
          <ac:chgData name="동혁 임" userId="879f4c796d7a5333" providerId="LiveId" clId="{0C13D58B-97DF-4565-AAEC-23B22FE47640}" dt="2020-06-02T03:06:05.651" v="24900" actId="18131"/>
          <ac:picMkLst>
            <pc:docMk/>
            <pc:sldMk cId="107295589" sldId="316"/>
            <ac:picMk id="6" creationId="{D7F2302C-1F8D-41B9-8D6A-4B2EF461E1A0}"/>
          </ac:picMkLst>
        </pc:picChg>
      </pc:sldChg>
      <pc:sldChg chg="addSp delSp modSp new mod setBg">
        <pc:chgData name="동혁 임" userId="879f4c796d7a5333" providerId="LiveId" clId="{0C13D58B-97DF-4565-AAEC-23B22FE47640}" dt="2020-06-02T03:16:42.360" v="26658"/>
        <pc:sldMkLst>
          <pc:docMk/>
          <pc:sldMk cId="2862530097" sldId="317"/>
        </pc:sldMkLst>
        <pc:spChg chg="mod ord">
          <ac:chgData name="동혁 임" userId="879f4c796d7a5333" providerId="LiveId" clId="{0C13D58B-97DF-4565-AAEC-23B22FE47640}" dt="2020-06-02T03:16:42.360" v="26658"/>
          <ac:spMkLst>
            <pc:docMk/>
            <pc:sldMk cId="2862530097" sldId="317"/>
            <ac:spMk id="2" creationId="{4A6FA2C3-6D8E-4E55-AEA9-EEBF0A461E66}"/>
          </ac:spMkLst>
        </pc:spChg>
        <pc:spChg chg="add del">
          <ac:chgData name="동혁 임" userId="879f4c796d7a5333" providerId="LiveId" clId="{0C13D58B-97DF-4565-AAEC-23B22FE47640}" dt="2020-06-02T03:13:52.934" v="26285" actId="931"/>
          <ac:spMkLst>
            <pc:docMk/>
            <pc:sldMk cId="2862530097" sldId="317"/>
            <ac:spMk id="3" creationId="{A882178B-EC66-4541-B964-2DC87CF89736}"/>
          </ac:spMkLst>
        </pc:spChg>
        <pc:spChg chg="mod">
          <ac:chgData name="동혁 임" userId="879f4c796d7a5333" providerId="LiveId" clId="{0C13D58B-97DF-4565-AAEC-23B22FE47640}" dt="2020-06-02T03:14:13.332" v="26289" actId="2711"/>
          <ac:spMkLst>
            <pc:docMk/>
            <pc:sldMk cId="2862530097" sldId="317"/>
            <ac:spMk id="4" creationId="{A7709C63-E305-42C6-AC02-53A5DC0F9F60}"/>
          </ac:spMkLst>
        </pc:spChg>
        <pc:spChg chg="add">
          <ac:chgData name="동혁 임" userId="879f4c796d7a5333" providerId="LiveId" clId="{0C13D58B-97DF-4565-AAEC-23B22FE47640}" dt="2020-06-02T03:13:59.261" v="26288" actId="26606"/>
          <ac:spMkLst>
            <pc:docMk/>
            <pc:sldMk cId="2862530097" sldId="317"/>
            <ac:spMk id="13" creationId="{D1A4588A-55D5-49B8-BE41-54ACDCFF2C17}"/>
          </ac:spMkLst>
        </pc:spChg>
        <pc:spChg chg="add">
          <ac:chgData name="동혁 임" userId="879f4c796d7a5333" providerId="LiveId" clId="{0C13D58B-97DF-4565-AAEC-23B22FE47640}" dt="2020-06-02T03:13:59.261" v="26288" actId="26606"/>
          <ac:spMkLst>
            <pc:docMk/>
            <pc:sldMk cId="2862530097" sldId="317"/>
            <ac:spMk id="15" creationId="{F97E7EA2-EDCD-47E9-81BC-415C606D1B58}"/>
          </ac:spMkLst>
        </pc:spChg>
        <pc:picChg chg="add del mod">
          <ac:chgData name="동혁 임" userId="879f4c796d7a5333" providerId="LiveId" clId="{0C13D58B-97DF-4565-AAEC-23B22FE47640}" dt="2020-06-02T03:13:48.687" v="26284" actId="931"/>
          <ac:picMkLst>
            <pc:docMk/>
            <pc:sldMk cId="2862530097" sldId="317"/>
            <ac:picMk id="6" creationId="{FBC93380-2957-4FE2-92C9-3D40D51A6CA7}"/>
          </ac:picMkLst>
        </pc:picChg>
        <pc:picChg chg="add mod">
          <ac:chgData name="동혁 임" userId="879f4c796d7a5333" providerId="LiveId" clId="{0C13D58B-97DF-4565-AAEC-23B22FE47640}" dt="2020-06-02T03:13:59.261" v="26288" actId="26606"/>
          <ac:picMkLst>
            <pc:docMk/>
            <pc:sldMk cId="2862530097" sldId="317"/>
            <ac:picMk id="8" creationId="{B565B486-C900-4540-B09F-EF3A56E596FC}"/>
          </ac:picMkLst>
        </pc:picChg>
      </pc:sldChg>
      <pc:sldChg chg="addSp delSp modSp new mod setBg">
        <pc:chgData name="동혁 임" userId="879f4c796d7a5333" providerId="LiveId" clId="{0C13D58B-97DF-4565-AAEC-23B22FE47640}" dt="2020-06-02T03:16:44.576" v="26659"/>
        <pc:sldMkLst>
          <pc:docMk/>
          <pc:sldMk cId="2004922685" sldId="318"/>
        </pc:sldMkLst>
        <pc:spChg chg="mod ord">
          <ac:chgData name="동혁 임" userId="879f4c796d7a5333" providerId="LiveId" clId="{0C13D58B-97DF-4565-AAEC-23B22FE47640}" dt="2020-06-02T03:16:44.576" v="26659"/>
          <ac:spMkLst>
            <pc:docMk/>
            <pc:sldMk cId="2004922685" sldId="318"/>
            <ac:spMk id="2" creationId="{DF63B84A-D9E9-4369-A563-0E491B9B854D}"/>
          </ac:spMkLst>
        </pc:spChg>
        <pc:spChg chg="del">
          <ac:chgData name="동혁 임" userId="879f4c796d7a5333" providerId="LiveId" clId="{0C13D58B-97DF-4565-AAEC-23B22FE47640}" dt="2020-06-02T03:14:29.665" v="26290" actId="931"/>
          <ac:spMkLst>
            <pc:docMk/>
            <pc:sldMk cId="2004922685" sldId="318"/>
            <ac:spMk id="3" creationId="{F4357D9C-A45F-4DA5-8A74-E8E0394A5B90}"/>
          </ac:spMkLst>
        </pc:spChg>
        <pc:spChg chg="mod">
          <ac:chgData name="동혁 임" userId="879f4c796d7a5333" providerId="LiveId" clId="{0C13D58B-97DF-4565-AAEC-23B22FE47640}" dt="2020-06-02T03:15:58.637" v="26642" actId="2711"/>
          <ac:spMkLst>
            <pc:docMk/>
            <pc:sldMk cId="2004922685" sldId="318"/>
            <ac:spMk id="4" creationId="{ED049B30-C860-433F-B5C0-A829606ECE7F}"/>
          </ac:spMkLst>
        </pc:spChg>
        <pc:spChg chg="add">
          <ac:chgData name="동혁 임" userId="879f4c796d7a5333" providerId="LiveId" clId="{0C13D58B-97DF-4565-AAEC-23B22FE47640}" dt="2020-06-02T03:15:37.543" v="26593" actId="26606"/>
          <ac:spMkLst>
            <pc:docMk/>
            <pc:sldMk cId="2004922685" sldId="318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6-02T03:15:37.543" v="26593" actId="26606"/>
          <ac:spMkLst>
            <pc:docMk/>
            <pc:sldMk cId="2004922685" sldId="318"/>
            <ac:spMk id="13" creationId="{F97E7EA2-EDCD-47E9-81BC-415C606D1B58}"/>
          </ac:spMkLst>
        </pc:spChg>
        <pc:picChg chg="add mod modCrop">
          <ac:chgData name="동혁 임" userId="879f4c796d7a5333" providerId="LiveId" clId="{0C13D58B-97DF-4565-AAEC-23B22FE47640}" dt="2020-06-02T03:15:53.100" v="26641" actId="18131"/>
          <ac:picMkLst>
            <pc:docMk/>
            <pc:sldMk cId="2004922685" sldId="318"/>
            <ac:picMk id="6" creationId="{C54B7311-EFDF-417A-8790-55959AC1045C}"/>
          </ac:picMkLst>
        </pc:picChg>
      </pc:sldChg>
      <pc:sldChg chg="addSp modSp new mod setBg">
        <pc:chgData name="동혁 임" userId="879f4c796d7a5333" providerId="LiveId" clId="{0C13D58B-97DF-4565-AAEC-23B22FE47640}" dt="2020-06-02T03:10:09.091" v="25448" actId="2711"/>
        <pc:sldMkLst>
          <pc:docMk/>
          <pc:sldMk cId="2688570458" sldId="319"/>
        </pc:sldMkLst>
        <pc:spChg chg="mod">
          <ac:chgData name="동혁 임" userId="879f4c796d7a5333" providerId="LiveId" clId="{0C13D58B-97DF-4565-AAEC-23B22FE47640}" dt="2020-06-02T03:10:09.091" v="25448" actId="2711"/>
          <ac:spMkLst>
            <pc:docMk/>
            <pc:sldMk cId="2688570458" sldId="319"/>
            <ac:spMk id="2" creationId="{E3204A6A-6175-493B-A646-6654CEC448ED}"/>
          </ac:spMkLst>
        </pc:spChg>
        <pc:spChg chg="mod">
          <ac:chgData name="동혁 임" userId="879f4c796d7a5333" providerId="LiveId" clId="{0C13D58B-97DF-4565-AAEC-23B22FE47640}" dt="2020-06-02T03:10:09.091" v="25448" actId="2711"/>
          <ac:spMkLst>
            <pc:docMk/>
            <pc:sldMk cId="2688570458" sldId="319"/>
            <ac:spMk id="3" creationId="{F5BD8B93-7CC0-4732-812E-2B1F507E3C38}"/>
          </ac:spMkLst>
        </pc:spChg>
        <pc:spChg chg="add">
          <ac:chgData name="동혁 임" userId="879f4c796d7a5333" providerId="LiveId" clId="{0C13D58B-97DF-4565-AAEC-23B22FE47640}" dt="2020-06-02T03:10:05.120" v="25447" actId="26606"/>
          <ac:spMkLst>
            <pc:docMk/>
            <pc:sldMk cId="2688570458" sldId="319"/>
            <ac:spMk id="8" creationId="{1ACA2EA0-FFD3-42EC-9406-B595015ED96E}"/>
          </ac:spMkLst>
        </pc:spChg>
        <pc:spChg chg="add">
          <ac:chgData name="동혁 임" userId="879f4c796d7a5333" providerId="LiveId" clId="{0C13D58B-97DF-4565-AAEC-23B22FE47640}" dt="2020-06-02T03:10:05.120" v="25447" actId="26606"/>
          <ac:spMkLst>
            <pc:docMk/>
            <pc:sldMk cId="2688570458" sldId="319"/>
            <ac:spMk id="10" creationId="{D5288BCE-665C-472A-8C43-664BCFA31E43}"/>
          </ac:spMkLst>
        </pc:spChg>
        <pc:spChg chg="add">
          <ac:chgData name="동혁 임" userId="879f4c796d7a5333" providerId="LiveId" clId="{0C13D58B-97DF-4565-AAEC-23B22FE47640}" dt="2020-06-02T03:10:05.120" v="25447" actId="26606"/>
          <ac:spMkLst>
            <pc:docMk/>
            <pc:sldMk cId="2688570458" sldId="319"/>
            <ac:spMk id="12" creationId="{46C57131-53A7-4C1A-BEA8-25F06A06AD29}"/>
          </ac:spMkLst>
        </pc:spChg>
      </pc:sldChg>
      <pc:sldChg chg="addSp delSp modSp new mod setBg">
        <pc:chgData name="동혁 임" userId="879f4c796d7a5333" providerId="LiveId" clId="{0C13D58B-97DF-4565-AAEC-23B22FE47640}" dt="2020-06-02T03:12:39.303" v="25981" actId="20577"/>
        <pc:sldMkLst>
          <pc:docMk/>
          <pc:sldMk cId="1063062362" sldId="320"/>
        </pc:sldMkLst>
        <pc:spChg chg="mod">
          <ac:chgData name="동혁 임" userId="879f4c796d7a5333" providerId="LiveId" clId="{0C13D58B-97DF-4565-AAEC-23B22FE47640}" dt="2020-06-02T03:09:56.758" v="25446" actId="2711"/>
          <ac:spMkLst>
            <pc:docMk/>
            <pc:sldMk cId="1063062362" sldId="320"/>
            <ac:spMk id="2" creationId="{EE0F5FA1-7939-4FC7-85CF-9ED667508520}"/>
          </ac:spMkLst>
        </pc:spChg>
        <pc:spChg chg="mod">
          <ac:chgData name="동혁 임" userId="879f4c796d7a5333" providerId="LiveId" clId="{0C13D58B-97DF-4565-AAEC-23B22FE47640}" dt="2020-06-02T03:12:39.303" v="25981" actId="20577"/>
          <ac:spMkLst>
            <pc:docMk/>
            <pc:sldMk cId="1063062362" sldId="320"/>
            <ac:spMk id="3" creationId="{7059D702-C7B0-475A-91A3-78F8981B6125}"/>
          </ac:spMkLst>
        </pc:spChg>
        <pc:spChg chg="add del">
          <ac:chgData name="동혁 임" userId="879f4c796d7a5333" providerId="LiveId" clId="{0C13D58B-97DF-4565-AAEC-23B22FE47640}" dt="2020-06-02T03:09:52.173" v="25444" actId="26606"/>
          <ac:spMkLst>
            <pc:docMk/>
            <pc:sldMk cId="1063062362" sldId="320"/>
            <ac:spMk id="8" creationId="{B6D861F1-F386-4A7D-A4BF-3BEB82DEBA86}"/>
          </ac:spMkLst>
        </pc:spChg>
        <pc:spChg chg="add del">
          <ac:chgData name="동혁 임" userId="879f4c796d7a5333" providerId="LiveId" clId="{0C13D58B-97DF-4565-AAEC-23B22FE47640}" dt="2020-06-02T03:09:52.173" v="25444" actId="26606"/>
          <ac:spMkLst>
            <pc:docMk/>
            <pc:sldMk cId="1063062362" sldId="320"/>
            <ac:spMk id="10" creationId="{562DFC44-A40C-4573-9230-B3EDB3EC8EEB}"/>
          </ac:spMkLst>
        </pc:spChg>
        <pc:spChg chg="add del">
          <ac:chgData name="동혁 임" userId="879f4c796d7a5333" providerId="LiveId" clId="{0C13D58B-97DF-4565-AAEC-23B22FE47640}" dt="2020-06-02T03:09:52.173" v="25444" actId="26606"/>
          <ac:spMkLst>
            <pc:docMk/>
            <pc:sldMk cId="1063062362" sldId="320"/>
            <ac:spMk id="12" creationId="{15589D35-CF9F-4DE9-A792-8571A09E9BC9}"/>
          </ac:spMkLst>
        </pc:spChg>
        <pc:spChg chg="add">
          <ac:chgData name="동혁 임" userId="879f4c796d7a5333" providerId="LiveId" clId="{0C13D58B-97DF-4565-AAEC-23B22FE47640}" dt="2020-06-02T03:09:52.181" v="25445" actId="26606"/>
          <ac:spMkLst>
            <pc:docMk/>
            <pc:sldMk cId="1063062362" sldId="320"/>
            <ac:spMk id="14" creationId="{074B4F7D-14B2-478B-8BF5-01E4E0C5D263}"/>
          </ac:spMkLst>
        </pc:spChg>
        <pc:spChg chg="add">
          <ac:chgData name="동혁 임" userId="879f4c796d7a5333" providerId="LiveId" clId="{0C13D58B-97DF-4565-AAEC-23B22FE47640}" dt="2020-06-02T03:09:52.181" v="25445" actId="26606"/>
          <ac:spMkLst>
            <pc:docMk/>
            <pc:sldMk cId="1063062362" sldId="320"/>
            <ac:spMk id="15" creationId="{DAF1966E-FD40-4A4A-B61B-C4DF7FA05F06}"/>
          </ac:spMkLst>
        </pc:spChg>
        <pc:spChg chg="add">
          <ac:chgData name="동혁 임" userId="879f4c796d7a5333" providerId="LiveId" clId="{0C13D58B-97DF-4565-AAEC-23B22FE47640}" dt="2020-06-02T03:09:52.181" v="25445" actId="26606"/>
          <ac:spMkLst>
            <pc:docMk/>
            <pc:sldMk cId="1063062362" sldId="320"/>
            <ac:spMk id="16" creationId="{047BFA19-D45E-416B-A404-7AF2F3F27017}"/>
          </ac:spMkLst>
        </pc:spChg>
        <pc:spChg chg="add">
          <ac:chgData name="동혁 임" userId="879f4c796d7a5333" providerId="LiveId" clId="{0C13D58B-97DF-4565-AAEC-23B22FE47640}" dt="2020-06-02T03:09:52.181" v="25445" actId="26606"/>
          <ac:spMkLst>
            <pc:docMk/>
            <pc:sldMk cId="1063062362" sldId="320"/>
            <ac:spMk id="17" creationId="{8E0105E7-23DB-4CF2-8258-FF47C7620F6E}"/>
          </ac:spMkLst>
        </pc:spChg>
      </pc:sldChg>
      <pc:sldChg chg="addSp delSp modSp new mod setBg">
        <pc:chgData name="동혁 임" userId="879f4c796d7a5333" providerId="LiveId" clId="{0C13D58B-97DF-4565-AAEC-23B22FE47640}" dt="2020-06-02T03:18:31.071" v="27013" actId="18131"/>
        <pc:sldMkLst>
          <pc:docMk/>
          <pc:sldMk cId="793176682" sldId="321"/>
        </pc:sldMkLst>
        <pc:spChg chg="mod ord">
          <ac:chgData name="동혁 임" userId="879f4c796d7a5333" providerId="LiveId" clId="{0C13D58B-97DF-4565-AAEC-23B22FE47640}" dt="2020-06-02T03:18:21.514" v="26972" actId="2711"/>
          <ac:spMkLst>
            <pc:docMk/>
            <pc:sldMk cId="793176682" sldId="321"/>
            <ac:spMk id="2" creationId="{E30C88DB-2E75-4D03-B007-04E5BD2D7B7A}"/>
          </ac:spMkLst>
        </pc:spChg>
        <pc:spChg chg="del">
          <ac:chgData name="동혁 임" userId="879f4c796d7a5333" providerId="LiveId" clId="{0C13D58B-97DF-4565-AAEC-23B22FE47640}" dt="2020-06-02T03:18:13.409" v="26968" actId="931"/>
          <ac:spMkLst>
            <pc:docMk/>
            <pc:sldMk cId="793176682" sldId="321"/>
            <ac:spMk id="3" creationId="{82EDF454-52CE-4524-9B38-D51BA7FA3757}"/>
          </ac:spMkLst>
        </pc:spChg>
        <pc:spChg chg="mod">
          <ac:chgData name="동혁 임" userId="879f4c796d7a5333" providerId="LiveId" clId="{0C13D58B-97DF-4565-AAEC-23B22FE47640}" dt="2020-06-02T03:18:21.514" v="26972" actId="2711"/>
          <ac:spMkLst>
            <pc:docMk/>
            <pc:sldMk cId="793176682" sldId="321"/>
            <ac:spMk id="4" creationId="{D7566091-2435-49E9-8BF4-0E4A8736C1C8}"/>
          </ac:spMkLst>
        </pc:spChg>
        <pc:spChg chg="add">
          <ac:chgData name="동혁 임" userId="879f4c796d7a5333" providerId="LiveId" clId="{0C13D58B-97DF-4565-AAEC-23B22FE47640}" dt="2020-06-02T03:18:15.166" v="26971" actId="26606"/>
          <ac:spMkLst>
            <pc:docMk/>
            <pc:sldMk cId="793176682" sldId="321"/>
            <ac:spMk id="11" creationId="{D1A4588A-55D5-49B8-BE41-54ACDCFF2C17}"/>
          </ac:spMkLst>
        </pc:spChg>
        <pc:spChg chg="add">
          <ac:chgData name="동혁 임" userId="879f4c796d7a5333" providerId="LiveId" clId="{0C13D58B-97DF-4565-AAEC-23B22FE47640}" dt="2020-06-02T03:18:15.166" v="26971" actId="26606"/>
          <ac:spMkLst>
            <pc:docMk/>
            <pc:sldMk cId="793176682" sldId="321"/>
            <ac:spMk id="13" creationId="{F97E7EA2-EDCD-47E9-81BC-415C606D1B58}"/>
          </ac:spMkLst>
        </pc:spChg>
        <pc:picChg chg="add mod modCrop">
          <ac:chgData name="동혁 임" userId="879f4c796d7a5333" providerId="LiveId" clId="{0C13D58B-97DF-4565-AAEC-23B22FE47640}" dt="2020-06-02T03:18:31.071" v="27013" actId="18131"/>
          <ac:picMkLst>
            <pc:docMk/>
            <pc:sldMk cId="793176682" sldId="321"/>
            <ac:picMk id="6" creationId="{017B44B6-DA8B-4823-B21F-8BFFF7056CF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svg"/><Relationship Id="rId1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7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3DA50F-E011-494A-B999-AD6E8C59780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51489FA-842E-4FA5-89AC-85B6733E34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임동혁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84CC9EE8-9513-45E3-91A2-D1C4D92CFA79}" type="parTrans" cxnId="{96B18387-5E0C-43F2-B64B-F4EDDEA00300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B310C11F-0500-4ADD-8842-297572B652EC}" type="sibTrans" cxnId="{96B18387-5E0C-43F2-B64B-F4EDDEA00300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38E56D9-0653-4502-BDC1-E0D27CCDE923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팀장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75FA87CE-BD53-4648-85B5-E3A60F7C388B}" type="parTrans" cxnId="{F56EA9B4-2919-4712-9259-4E929B8F38A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F58608B-37FF-446C-B41E-9A082F7F0067}" type="sibTrans" cxnId="{F56EA9B4-2919-4712-9259-4E929B8F38A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3B15DF8C-4A5C-4E3F-8DDC-CF5F17EF7D1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박동호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3813197-FD95-4217-A8EA-2A95D5122729}" type="parTrans" cxnId="{6F36E000-10D0-41CD-94D1-BE4D10424D34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F1D90F6F-1FB1-4466-BA57-F9D39F1156B2}" type="sibTrans" cxnId="{6F36E000-10D0-41CD-94D1-BE4D10424D34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24C8170C-5B4A-440E-80CC-4942A39D2076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altLang="ko-KR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>
            <a:lnSpc>
              <a:spcPct val="100000"/>
            </a:lnSpc>
          </a:pPr>
          <a:r>
            <a:rPr lang="ko-KR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개발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C5541C6C-E27A-47CA-9F8D-22ABE8113961}" type="parTrans" cxnId="{FB4A419A-4290-4252-ACAB-F356020605F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20CA7D58-B053-4C2A-8C35-3ED2F177C8B2}" type="sibTrans" cxnId="{FB4A419A-4290-4252-ACAB-F356020605F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D2BC53D-C82E-4350-A95E-90A20ADCCB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홍준호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E208FDD7-6FC4-4B6F-85BE-096B1A39581D}" type="parTrans" cxnId="{CA4ED506-462F-4675-9E30-A5CD16604B3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5C270543-52DF-4AA6-B5A7-1E402229518B}" type="sibTrans" cxnId="{CA4ED506-462F-4675-9E30-A5CD16604B3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CB5F424-ADD0-4FC0-B459-9F02A8824A70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altLang="ko-KR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>
            <a:lnSpc>
              <a:spcPct val="100000"/>
            </a:lnSpc>
          </a:pP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개발</a:t>
          </a:r>
          <a:endParaRPr lang="en-US" altLang="ko-KR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>
            <a:lnSpc>
              <a:spcPct val="100000"/>
            </a:lnSpc>
          </a:pPr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웹 개발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01657366-F6E3-4CD5-851B-3C7ED62AD637}" type="parTrans" cxnId="{E2CD25F8-D1A8-4897-A2CD-EDC7AD2B1F42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267A7ED-7094-46EA-AE41-22C1574A2108}" type="sibTrans" cxnId="{E2CD25F8-D1A8-4897-A2CD-EDC7AD2B1F42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46E4C9D6-E0F1-47BA-8C7C-BD1D29E61412}">
      <dgm:prSet/>
      <dgm:spPr/>
      <dgm:t>
        <a:bodyPr/>
        <a:lstStyle/>
        <a:p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프로젝트 문서화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4087119-008A-438E-A4CF-594F85EAE686}" type="parTrans" cxnId="{02235137-2667-45FB-B16E-CBA5235CD4DA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053FE035-CA5E-4BAA-ABDE-0A8713AB299C}" type="sibTrans" cxnId="{02235137-2667-45FB-B16E-CBA5235CD4DA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B438C7E5-4B86-48F1-B031-1F92D1D2E7B2}">
      <dgm:prSet/>
      <dgm:spPr/>
      <dgm:t>
        <a:bodyPr/>
        <a:lstStyle/>
        <a:p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프로젝트 및 개발 플랫폼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(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개발 환경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, 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클라우드 컴퓨팅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, 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웹 등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)</a:t>
          </a:r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설계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및 설치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0FB2D62F-07D6-46FF-A128-CE5485C51773}" type="parTrans" cxnId="{A5EB6BB1-24B0-4427-B286-99A1686DCBF2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D90CB49F-DB0C-4ACB-9D26-1E34214E59E7}" type="sibTrans" cxnId="{A5EB6BB1-24B0-4427-B286-99A1686DCBF2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AF68694-406E-4201-9A7B-D69B0CA98732}">
      <dgm:prSet/>
      <dgm:spPr/>
      <dgm:t>
        <a:bodyPr/>
        <a:lstStyle/>
        <a:p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및 </a:t>
          </a: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b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</a:b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프로그램 </a:t>
          </a:r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개발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A18D9ED-59CA-425C-AB16-4D609174A508}" type="parTrans" cxnId="{676A0835-B1DC-4DC3-9A73-20F6E2724762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CA4C170-2A94-492E-86EC-1F79E219327B}" type="sibTrans" cxnId="{676A0835-B1DC-4DC3-9A73-20F6E2724762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BC54089A-C19E-475E-B8A9-053F85A18743}">
      <dgm:prSet/>
      <dgm:spPr/>
      <dgm:t>
        <a:bodyPr/>
        <a:lstStyle/>
        <a:p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DD060560-451F-4C90-92B5-0F4DAF0FF086}" type="parTrans" cxnId="{1FF3DDD2-E6FF-4D12-B481-7EFAA536AB54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B06F92E-8BFD-4CAC-80F8-1ABD0C1D5481}" type="sibTrans" cxnId="{1FF3DDD2-E6FF-4D12-B481-7EFAA536AB54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D4AFC64-38C3-4189-A24C-68E8FA02591F}">
      <dgm:prSet/>
      <dgm:spPr/>
      <dgm:t>
        <a:bodyPr/>
        <a:lstStyle/>
        <a:p>
          <a:pPr>
            <a:lnSpc>
              <a:spcPct val="100000"/>
            </a:lnSpc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FAD5572-0687-4683-B14F-B5B393099F41}" type="parTrans" cxnId="{3FEE823B-8842-41DF-B615-0E321EF45C6B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F3F04710-5412-447D-A6F8-9CF15AD7B41B}" type="sibTrans" cxnId="{3FEE823B-8842-41DF-B615-0E321EF45C6B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FFA9400A-1055-4F54-820D-C890CB6FB4AF}">
      <dgm:prSet/>
      <dgm:spPr/>
      <dgm:t>
        <a:bodyPr/>
        <a:lstStyle/>
        <a:p>
          <a:pPr>
            <a:lnSpc>
              <a:spcPct val="100000"/>
            </a:lnSpc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2D31E873-1B1C-4BD1-B976-C7209E38EF1B}" type="parTrans" cxnId="{E762A53A-9407-4F5F-8AE6-3BB484D386B7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5DA06516-5B7E-4549-AA32-58AF4213A092}" type="sibTrans" cxnId="{E762A53A-9407-4F5F-8AE6-3BB484D386B7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1442248-CDDB-4499-9B94-0924DC20DA5B}">
      <dgm:prSet/>
      <dgm:spPr/>
      <dgm:t>
        <a:bodyPr/>
        <a:lstStyle/>
        <a:p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수집 및 </a:t>
          </a: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FA90A72-833A-43CE-9B18-5C5DDD7E7600}" type="parTrans" cxnId="{E07CCB16-0018-402B-B512-AF8F83E804E2}">
      <dgm:prSet/>
      <dgm:spPr/>
      <dgm:t>
        <a:bodyPr/>
        <a:lstStyle/>
        <a:p>
          <a:pPr latinLnBrk="1"/>
          <a:endParaRPr lang="ko-KR" altLang="en-US"/>
        </a:p>
      </dgm:t>
    </dgm:pt>
    <dgm:pt modelId="{2C1A0B92-1B84-46BE-9268-16C33D90AC7B}" type="sibTrans" cxnId="{E07CCB16-0018-402B-B512-AF8F83E804E2}">
      <dgm:prSet/>
      <dgm:spPr/>
      <dgm:t>
        <a:bodyPr/>
        <a:lstStyle/>
        <a:p>
          <a:pPr latinLnBrk="1"/>
          <a:endParaRPr lang="ko-KR" altLang="en-US"/>
        </a:p>
      </dgm:t>
    </dgm:pt>
    <dgm:pt modelId="{2295F463-9CB7-4EB4-A6BC-0BF2DFAEDF2A}" type="pres">
      <dgm:prSet presAssocID="{5C3DA50F-E011-494A-B999-AD6E8C597803}" presName="root" presStyleCnt="0">
        <dgm:presLayoutVars>
          <dgm:dir/>
          <dgm:resizeHandles val="exact"/>
        </dgm:presLayoutVars>
      </dgm:prSet>
      <dgm:spPr/>
    </dgm:pt>
    <dgm:pt modelId="{1426D28B-9DE3-4709-B1E5-9E68316A2CE1}" type="pres">
      <dgm:prSet presAssocID="{251489FA-842E-4FA5-89AC-85B6733E3407}" presName="compNode" presStyleCnt="0"/>
      <dgm:spPr/>
    </dgm:pt>
    <dgm:pt modelId="{490A3CC6-C009-4A8B-85C1-13212C5BEA43}" type="pres">
      <dgm:prSet presAssocID="{251489FA-842E-4FA5-89AC-85B6733E340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5BAC4CC-A544-40F2-8FD2-4CA5CB0BB213}" type="pres">
      <dgm:prSet presAssocID="{251489FA-842E-4FA5-89AC-85B6733E3407}" presName="iconSpace" presStyleCnt="0"/>
      <dgm:spPr/>
    </dgm:pt>
    <dgm:pt modelId="{F7D979BB-D647-4C28-A7CF-06F0A3353C80}" type="pres">
      <dgm:prSet presAssocID="{251489FA-842E-4FA5-89AC-85B6733E3407}" presName="parTx" presStyleLbl="revTx" presStyleIdx="0" presStyleCnt="6">
        <dgm:presLayoutVars>
          <dgm:chMax val="0"/>
          <dgm:chPref val="0"/>
        </dgm:presLayoutVars>
      </dgm:prSet>
      <dgm:spPr/>
    </dgm:pt>
    <dgm:pt modelId="{96C1AC57-86C8-4993-AB60-2B4EE61723CF}" type="pres">
      <dgm:prSet presAssocID="{251489FA-842E-4FA5-89AC-85B6733E3407}" presName="txSpace" presStyleCnt="0"/>
      <dgm:spPr/>
    </dgm:pt>
    <dgm:pt modelId="{03AB5558-D548-4A30-A70D-355899314E45}" type="pres">
      <dgm:prSet presAssocID="{251489FA-842E-4FA5-89AC-85B6733E3407}" presName="desTx" presStyleLbl="revTx" presStyleIdx="1" presStyleCnt="6">
        <dgm:presLayoutVars/>
      </dgm:prSet>
      <dgm:spPr/>
    </dgm:pt>
    <dgm:pt modelId="{8160653E-A0DE-447F-8205-C2610AE320BC}" type="pres">
      <dgm:prSet presAssocID="{B310C11F-0500-4ADD-8842-297572B652EC}" presName="sibTrans" presStyleCnt="0"/>
      <dgm:spPr/>
    </dgm:pt>
    <dgm:pt modelId="{4AAE878D-4D4C-41A8-B2DB-24023286BEC6}" type="pres">
      <dgm:prSet presAssocID="{3B15DF8C-4A5C-4E3F-8DDC-CF5F17EF7D19}" presName="compNode" presStyleCnt="0"/>
      <dgm:spPr/>
    </dgm:pt>
    <dgm:pt modelId="{C6733A41-33EF-4D44-BEEF-E017C4858372}" type="pres">
      <dgm:prSet presAssocID="{3B15DF8C-4A5C-4E3F-8DDC-CF5F17EF7D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29E5CE8-E3E3-4E11-A68A-FF4B9FB8A58B}" type="pres">
      <dgm:prSet presAssocID="{3B15DF8C-4A5C-4E3F-8DDC-CF5F17EF7D19}" presName="iconSpace" presStyleCnt="0"/>
      <dgm:spPr/>
    </dgm:pt>
    <dgm:pt modelId="{80500117-BD13-4AA3-8266-BC3325F008D7}" type="pres">
      <dgm:prSet presAssocID="{3B15DF8C-4A5C-4E3F-8DDC-CF5F17EF7D19}" presName="parTx" presStyleLbl="revTx" presStyleIdx="2" presStyleCnt="6">
        <dgm:presLayoutVars>
          <dgm:chMax val="0"/>
          <dgm:chPref val="0"/>
        </dgm:presLayoutVars>
      </dgm:prSet>
      <dgm:spPr/>
    </dgm:pt>
    <dgm:pt modelId="{AD509B4D-D03E-445D-961C-7E469DDA4327}" type="pres">
      <dgm:prSet presAssocID="{3B15DF8C-4A5C-4E3F-8DDC-CF5F17EF7D19}" presName="txSpace" presStyleCnt="0"/>
      <dgm:spPr/>
    </dgm:pt>
    <dgm:pt modelId="{59468190-99C6-4E3B-B174-1E0254002346}" type="pres">
      <dgm:prSet presAssocID="{3B15DF8C-4A5C-4E3F-8DDC-CF5F17EF7D19}" presName="desTx" presStyleLbl="revTx" presStyleIdx="3" presStyleCnt="6">
        <dgm:presLayoutVars/>
      </dgm:prSet>
      <dgm:spPr/>
    </dgm:pt>
    <dgm:pt modelId="{7F568299-CDE9-4A56-93CF-BFD987793E5A}" type="pres">
      <dgm:prSet presAssocID="{F1D90F6F-1FB1-4466-BA57-F9D39F1156B2}" presName="sibTrans" presStyleCnt="0"/>
      <dgm:spPr/>
    </dgm:pt>
    <dgm:pt modelId="{DF83428F-9849-4A77-82E4-F18731EB70D7}" type="pres">
      <dgm:prSet presAssocID="{9D2BC53D-C82E-4350-A95E-90A20ADCCB61}" presName="compNode" presStyleCnt="0"/>
      <dgm:spPr/>
    </dgm:pt>
    <dgm:pt modelId="{B2DF2737-171A-459A-94C2-557D6A3085F9}" type="pres">
      <dgm:prSet presAssocID="{9D2BC53D-C82E-4350-A95E-90A20ADCCB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E038EF1-9CE1-468F-ACEB-2C25F7151C82}" type="pres">
      <dgm:prSet presAssocID="{9D2BC53D-C82E-4350-A95E-90A20ADCCB61}" presName="iconSpace" presStyleCnt="0"/>
      <dgm:spPr/>
    </dgm:pt>
    <dgm:pt modelId="{936FACDE-5F67-4AB7-A6B1-48AE381CCA9F}" type="pres">
      <dgm:prSet presAssocID="{9D2BC53D-C82E-4350-A95E-90A20ADCCB61}" presName="parTx" presStyleLbl="revTx" presStyleIdx="4" presStyleCnt="6">
        <dgm:presLayoutVars>
          <dgm:chMax val="0"/>
          <dgm:chPref val="0"/>
        </dgm:presLayoutVars>
      </dgm:prSet>
      <dgm:spPr/>
    </dgm:pt>
    <dgm:pt modelId="{63BFC11B-572B-4040-8D86-06798C04BC00}" type="pres">
      <dgm:prSet presAssocID="{9D2BC53D-C82E-4350-A95E-90A20ADCCB61}" presName="txSpace" presStyleCnt="0"/>
      <dgm:spPr/>
    </dgm:pt>
    <dgm:pt modelId="{50F2EF22-A8F5-44C8-94E3-BC879549DB92}" type="pres">
      <dgm:prSet presAssocID="{9D2BC53D-C82E-4350-A95E-90A20ADCCB61}" presName="desTx" presStyleLbl="revTx" presStyleIdx="5" presStyleCnt="6">
        <dgm:presLayoutVars/>
      </dgm:prSet>
      <dgm:spPr/>
    </dgm:pt>
  </dgm:ptLst>
  <dgm:cxnLst>
    <dgm:cxn modelId="{6F36E000-10D0-41CD-94D1-BE4D10424D34}" srcId="{5C3DA50F-E011-494A-B999-AD6E8C597803}" destId="{3B15DF8C-4A5C-4E3F-8DDC-CF5F17EF7D19}" srcOrd="1" destOrd="0" parTransId="{13813197-FD95-4217-A8EA-2A95D5122729}" sibTransId="{F1D90F6F-1FB1-4466-BA57-F9D39F1156B2}"/>
    <dgm:cxn modelId="{CA4ED506-462F-4675-9E30-A5CD16604B37}" srcId="{5C3DA50F-E011-494A-B999-AD6E8C597803}" destId="{9D2BC53D-C82E-4350-A95E-90A20ADCCB61}" srcOrd="2" destOrd="0" parTransId="{E208FDD7-6FC4-4B6F-85BE-096B1A39581D}" sibTransId="{5C270543-52DF-4AA6-B5A7-1E402229518B}"/>
    <dgm:cxn modelId="{83AB8F12-F98C-4C69-9093-DFC9657DA17A}" type="presOf" srcId="{251489FA-842E-4FA5-89AC-85B6733E3407}" destId="{F7D979BB-D647-4C28-A7CF-06F0A3353C80}" srcOrd="0" destOrd="0" presId="urn:microsoft.com/office/officeart/2018/5/layout/CenteredIconLabelDescriptionList"/>
    <dgm:cxn modelId="{E07CCB16-0018-402B-B512-AF8F83E804E2}" srcId="{138E56D9-0653-4502-BDC1-E0D27CCDE923}" destId="{91442248-CDDB-4499-9B94-0924DC20DA5B}" srcOrd="2" destOrd="0" parTransId="{AFA90A72-833A-43CE-9B18-5C5DDD7E7600}" sibTransId="{2C1A0B92-1B84-46BE-9268-16C33D90AC7B}"/>
    <dgm:cxn modelId="{A995AA1F-9EBA-40D9-8A6C-8C839A315D91}" type="presOf" srcId="{BC54089A-C19E-475E-B8A9-053F85A18743}" destId="{03AB5558-D548-4A30-A70D-355899314E45}" srcOrd="0" destOrd="5" presId="urn:microsoft.com/office/officeart/2018/5/layout/CenteredIconLabelDescriptionList"/>
    <dgm:cxn modelId="{7C43342A-E908-4A43-8FC5-D9446F16C4D6}" type="presOf" srcId="{24C8170C-5B4A-440E-80CC-4942A39D2076}" destId="{59468190-99C6-4E3B-B174-1E0254002346}" srcOrd="0" destOrd="0" presId="urn:microsoft.com/office/officeart/2018/5/layout/CenteredIconLabelDescriptionList"/>
    <dgm:cxn modelId="{3F02052B-5060-4887-8039-6634B8F70A19}" type="presOf" srcId="{3B15DF8C-4A5C-4E3F-8DDC-CF5F17EF7D19}" destId="{80500117-BD13-4AA3-8266-BC3325F008D7}" srcOrd="0" destOrd="0" presId="urn:microsoft.com/office/officeart/2018/5/layout/CenteredIconLabelDescriptionList"/>
    <dgm:cxn modelId="{6ED63B2C-A54B-466D-B2C9-8FA1EA745922}" type="presOf" srcId="{9D2BC53D-C82E-4350-A95E-90A20ADCCB61}" destId="{936FACDE-5F67-4AB7-A6B1-48AE381CCA9F}" srcOrd="0" destOrd="0" presId="urn:microsoft.com/office/officeart/2018/5/layout/CenteredIconLabelDescriptionList"/>
    <dgm:cxn modelId="{676A0835-B1DC-4DC3-9A73-20F6E2724762}" srcId="{138E56D9-0653-4502-BDC1-E0D27CCDE923}" destId="{AAF68694-406E-4201-9A7B-D69B0CA98732}" srcOrd="3" destOrd="0" parTransId="{9A18D9ED-59CA-425C-AB16-4D609174A508}" sibTransId="{1CA4C170-2A94-492E-86EC-1F79E219327B}"/>
    <dgm:cxn modelId="{02235137-2667-45FB-B16E-CBA5235CD4DA}" srcId="{138E56D9-0653-4502-BDC1-E0D27CCDE923}" destId="{46E4C9D6-E0F1-47BA-8C7C-BD1D29E61412}" srcOrd="1" destOrd="0" parTransId="{A4087119-008A-438E-A4CF-594F85EAE686}" sibTransId="{053FE035-CA5E-4BAA-ABDE-0A8713AB299C}"/>
    <dgm:cxn modelId="{E762A53A-9407-4F5F-8AE6-3BB484D386B7}" srcId="{9D2BC53D-C82E-4350-A95E-90A20ADCCB61}" destId="{FFA9400A-1055-4F54-820D-C890CB6FB4AF}" srcOrd="1" destOrd="0" parTransId="{2D31E873-1B1C-4BD1-B976-C7209E38EF1B}" sibTransId="{5DA06516-5B7E-4549-AA32-58AF4213A092}"/>
    <dgm:cxn modelId="{3FEE823B-8842-41DF-B615-0E321EF45C6B}" srcId="{3B15DF8C-4A5C-4E3F-8DDC-CF5F17EF7D19}" destId="{1D4AFC64-38C3-4189-A24C-68E8FA02591F}" srcOrd="1" destOrd="0" parTransId="{9FAD5572-0687-4683-B14F-B5B393099F41}" sibTransId="{F3F04710-5412-447D-A6F8-9CF15AD7B41B}"/>
    <dgm:cxn modelId="{34AD6660-F746-47CC-AA9D-D83B1B12456F}" type="presOf" srcId="{FFA9400A-1055-4F54-820D-C890CB6FB4AF}" destId="{50F2EF22-A8F5-44C8-94E3-BC879549DB92}" srcOrd="0" destOrd="1" presId="urn:microsoft.com/office/officeart/2018/5/layout/CenteredIconLabelDescriptionList"/>
    <dgm:cxn modelId="{CA321E69-F2D1-4ACB-8EC4-2530BE74165B}" type="presOf" srcId="{138E56D9-0653-4502-BDC1-E0D27CCDE923}" destId="{03AB5558-D548-4A30-A70D-355899314E45}" srcOrd="0" destOrd="0" presId="urn:microsoft.com/office/officeart/2018/5/layout/CenteredIconLabelDescriptionList"/>
    <dgm:cxn modelId="{771EB34B-90A0-4956-B0A7-FD67FACAC9CF}" type="presOf" srcId="{1D4AFC64-38C3-4189-A24C-68E8FA02591F}" destId="{59468190-99C6-4E3B-B174-1E0254002346}" srcOrd="0" destOrd="1" presId="urn:microsoft.com/office/officeart/2018/5/layout/CenteredIconLabelDescriptionList"/>
    <dgm:cxn modelId="{AF64F251-04EB-45BF-B11E-3672DE307DE6}" type="presOf" srcId="{B438C7E5-4B86-48F1-B031-1F92D1D2E7B2}" destId="{03AB5558-D548-4A30-A70D-355899314E45}" srcOrd="0" destOrd="1" presId="urn:microsoft.com/office/officeart/2018/5/layout/CenteredIconLabelDescriptionList"/>
    <dgm:cxn modelId="{076F2854-D387-4292-8C22-C684D1C7CB84}" type="presOf" srcId="{ACB5F424-ADD0-4FC0-B459-9F02A8824A70}" destId="{50F2EF22-A8F5-44C8-94E3-BC879549DB92}" srcOrd="0" destOrd="0" presId="urn:microsoft.com/office/officeart/2018/5/layout/CenteredIconLabelDescriptionList"/>
    <dgm:cxn modelId="{45EB1856-6502-40C4-8D63-C92F4DAAD871}" type="presOf" srcId="{46E4C9D6-E0F1-47BA-8C7C-BD1D29E61412}" destId="{03AB5558-D548-4A30-A70D-355899314E45}" srcOrd="0" destOrd="2" presId="urn:microsoft.com/office/officeart/2018/5/layout/CenteredIconLabelDescriptionList"/>
    <dgm:cxn modelId="{96B18387-5E0C-43F2-B64B-F4EDDEA00300}" srcId="{5C3DA50F-E011-494A-B999-AD6E8C597803}" destId="{251489FA-842E-4FA5-89AC-85B6733E3407}" srcOrd="0" destOrd="0" parTransId="{84CC9EE8-9513-45E3-91A2-D1C4D92CFA79}" sibTransId="{B310C11F-0500-4ADD-8842-297572B652EC}"/>
    <dgm:cxn modelId="{FB4A419A-4290-4252-ACAB-F356020605F7}" srcId="{3B15DF8C-4A5C-4E3F-8DDC-CF5F17EF7D19}" destId="{24C8170C-5B4A-440E-80CC-4942A39D2076}" srcOrd="0" destOrd="0" parTransId="{C5541C6C-E27A-47CA-9F8D-22ABE8113961}" sibTransId="{20CA7D58-B053-4C2A-8C35-3ED2F177C8B2}"/>
    <dgm:cxn modelId="{A5EB6BB1-24B0-4427-B286-99A1686DCBF2}" srcId="{138E56D9-0653-4502-BDC1-E0D27CCDE923}" destId="{B438C7E5-4B86-48F1-B031-1F92D1D2E7B2}" srcOrd="0" destOrd="0" parTransId="{0FB2D62F-07D6-46FF-A128-CE5485C51773}" sibTransId="{D90CB49F-DB0C-4ACB-9D26-1E34214E59E7}"/>
    <dgm:cxn modelId="{F56EA9B4-2919-4712-9259-4E929B8F38A7}" srcId="{251489FA-842E-4FA5-89AC-85B6733E3407}" destId="{138E56D9-0653-4502-BDC1-E0D27CCDE923}" srcOrd="0" destOrd="0" parTransId="{75FA87CE-BD53-4648-85B5-E3A60F7C388B}" sibTransId="{AF58608B-37FF-446C-B41E-9A082F7F0067}"/>
    <dgm:cxn modelId="{F5D7A1C3-DE84-437C-AB8C-2109619D1CFD}" type="presOf" srcId="{5C3DA50F-E011-494A-B999-AD6E8C597803}" destId="{2295F463-9CB7-4EB4-A6BC-0BF2DFAEDF2A}" srcOrd="0" destOrd="0" presId="urn:microsoft.com/office/officeart/2018/5/layout/CenteredIconLabelDescriptionList"/>
    <dgm:cxn modelId="{1FF3DDD2-E6FF-4D12-B481-7EFAA536AB54}" srcId="{138E56D9-0653-4502-BDC1-E0D27CCDE923}" destId="{BC54089A-C19E-475E-B8A9-053F85A18743}" srcOrd="4" destOrd="0" parTransId="{DD060560-451F-4C90-92B5-0F4DAF0FF086}" sibTransId="{1B06F92E-8BFD-4CAC-80F8-1ABD0C1D5481}"/>
    <dgm:cxn modelId="{E2CD25F8-D1A8-4897-A2CD-EDC7AD2B1F42}" srcId="{9D2BC53D-C82E-4350-A95E-90A20ADCCB61}" destId="{ACB5F424-ADD0-4FC0-B459-9F02A8824A70}" srcOrd="0" destOrd="0" parTransId="{01657366-F6E3-4CD5-851B-3C7ED62AD637}" sibTransId="{9267A7ED-7094-46EA-AE41-22C1574A2108}"/>
    <dgm:cxn modelId="{0D6ABAFC-1656-4DEB-87D0-8956E3F6826F}" type="presOf" srcId="{AAF68694-406E-4201-9A7B-D69B0CA98732}" destId="{03AB5558-D548-4A30-A70D-355899314E45}" srcOrd="0" destOrd="4" presId="urn:microsoft.com/office/officeart/2018/5/layout/CenteredIconLabelDescriptionList"/>
    <dgm:cxn modelId="{5497ECFF-AED5-4FC4-AB1D-7531B218B492}" type="presOf" srcId="{91442248-CDDB-4499-9B94-0924DC20DA5B}" destId="{03AB5558-D548-4A30-A70D-355899314E45}" srcOrd="0" destOrd="3" presId="urn:microsoft.com/office/officeart/2018/5/layout/CenteredIconLabelDescriptionList"/>
    <dgm:cxn modelId="{66825C13-CED3-4BFB-8E4E-746581B3C921}" type="presParOf" srcId="{2295F463-9CB7-4EB4-A6BC-0BF2DFAEDF2A}" destId="{1426D28B-9DE3-4709-B1E5-9E68316A2CE1}" srcOrd="0" destOrd="0" presId="urn:microsoft.com/office/officeart/2018/5/layout/CenteredIconLabelDescriptionList"/>
    <dgm:cxn modelId="{BEE43AF7-8F05-4DCA-BFC0-CDD6F6C6D3FC}" type="presParOf" srcId="{1426D28B-9DE3-4709-B1E5-9E68316A2CE1}" destId="{490A3CC6-C009-4A8B-85C1-13212C5BEA43}" srcOrd="0" destOrd="0" presId="urn:microsoft.com/office/officeart/2018/5/layout/CenteredIconLabelDescriptionList"/>
    <dgm:cxn modelId="{744E38DC-E0ED-4FAD-831A-2A869E402FC2}" type="presParOf" srcId="{1426D28B-9DE3-4709-B1E5-9E68316A2CE1}" destId="{05BAC4CC-A544-40F2-8FD2-4CA5CB0BB213}" srcOrd="1" destOrd="0" presId="urn:microsoft.com/office/officeart/2018/5/layout/CenteredIconLabelDescriptionList"/>
    <dgm:cxn modelId="{C0F6E200-EF4C-41AD-82DE-9D600BACC3EE}" type="presParOf" srcId="{1426D28B-9DE3-4709-B1E5-9E68316A2CE1}" destId="{F7D979BB-D647-4C28-A7CF-06F0A3353C80}" srcOrd="2" destOrd="0" presId="urn:microsoft.com/office/officeart/2018/5/layout/CenteredIconLabelDescriptionList"/>
    <dgm:cxn modelId="{ACFF17C6-CE35-4C3F-871A-82A601DFDD10}" type="presParOf" srcId="{1426D28B-9DE3-4709-B1E5-9E68316A2CE1}" destId="{96C1AC57-86C8-4993-AB60-2B4EE61723CF}" srcOrd="3" destOrd="0" presId="urn:microsoft.com/office/officeart/2018/5/layout/CenteredIconLabelDescriptionList"/>
    <dgm:cxn modelId="{20C68748-7CB8-466D-B3E2-A2B938B3C805}" type="presParOf" srcId="{1426D28B-9DE3-4709-B1E5-9E68316A2CE1}" destId="{03AB5558-D548-4A30-A70D-355899314E45}" srcOrd="4" destOrd="0" presId="urn:microsoft.com/office/officeart/2018/5/layout/CenteredIconLabelDescriptionList"/>
    <dgm:cxn modelId="{588B7273-C5F1-4099-806F-2C6517D1AA2C}" type="presParOf" srcId="{2295F463-9CB7-4EB4-A6BC-0BF2DFAEDF2A}" destId="{8160653E-A0DE-447F-8205-C2610AE320BC}" srcOrd="1" destOrd="0" presId="urn:microsoft.com/office/officeart/2018/5/layout/CenteredIconLabelDescriptionList"/>
    <dgm:cxn modelId="{FA8D176E-CC89-4B44-A645-95C46EF9C687}" type="presParOf" srcId="{2295F463-9CB7-4EB4-A6BC-0BF2DFAEDF2A}" destId="{4AAE878D-4D4C-41A8-B2DB-24023286BEC6}" srcOrd="2" destOrd="0" presId="urn:microsoft.com/office/officeart/2018/5/layout/CenteredIconLabelDescriptionList"/>
    <dgm:cxn modelId="{609849EF-45B1-4489-B57E-2D13C3D9C147}" type="presParOf" srcId="{4AAE878D-4D4C-41A8-B2DB-24023286BEC6}" destId="{C6733A41-33EF-4D44-BEEF-E017C4858372}" srcOrd="0" destOrd="0" presId="urn:microsoft.com/office/officeart/2018/5/layout/CenteredIconLabelDescriptionList"/>
    <dgm:cxn modelId="{6705D862-F883-4047-B53E-F74922C981DF}" type="presParOf" srcId="{4AAE878D-4D4C-41A8-B2DB-24023286BEC6}" destId="{529E5CE8-E3E3-4E11-A68A-FF4B9FB8A58B}" srcOrd="1" destOrd="0" presId="urn:microsoft.com/office/officeart/2018/5/layout/CenteredIconLabelDescriptionList"/>
    <dgm:cxn modelId="{1F71E2AD-0063-4EDF-8685-3C87ED97BF6E}" type="presParOf" srcId="{4AAE878D-4D4C-41A8-B2DB-24023286BEC6}" destId="{80500117-BD13-4AA3-8266-BC3325F008D7}" srcOrd="2" destOrd="0" presId="urn:microsoft.com/office/officeart/2018/5/layout/CenteredIconLabelDescriptionList"/>
    <dgm:cxn modelId="{8F4C3AE3-B5C6-429B-9122-48DE4B4A9C35}" type="presParOf" srcId="{4AAE878D-4D4C-41A8-B2DB-24023286BEC6}" destId="{AD509B4D-D03E-445D-961C-7E469DDA4327}" srcOrd="3" destOrd="0" presId="urn:microsoft.com/office/officeart/2018/5/layout/CenteredIconLabelDescriptionList"/>
    <dgm:cxn modelId="{E49D719F-F59A-4191-9E39-387B782D5D46}" type="presParOf" srcId="{4AAE878D-4D4C-41A8-B2DB-24023286BEC6}" destId="{59468190-99C6-4E3B-B174-1E0254002346}" srcOrd="4" destOrd="0" presId="urn:microsoft.com/office/officeart/2018/5/layout/CenteredIconLabelDescriptionList"/>
    <dgm:cxn modelId="{7CF71775-0A90-4C3C-81F3-E03AF01EB4F7}" type="presParOf" srcId="{2295F463-9CB7-4EB4-A6BC-0BF2DFAEDF2A}" destId="{7F568299-CDE9-4A56-93CF-BFD987793E5A}" srcOrd="3" destOrd="0" presId="urn:microsoft.com/office/officeart/2018/5/layout/CenteredIconLabelDescriptionList"/>
    <dgm:cxn modelId="{83521298-1847-4CB1-9A44-BAE81561148E}" type="presParOf" srcId="{2295F463-9CB7-4EB4-A6BC-0BF2DFAEDF2A}" destId="{DF83428F-9849-4A77-82E4-F18731EB70D7}" srcOrd="4" destOrd="0" presId="urn:microsoft.com/office/officeart/2018/5/layout/CenteredIconLabelDescriptionList"/>
    <dgm:cxn modelId="{B96C9DD0-885F-49AC-9927-7A25C0F15331}" type="presParOf" srcId="{DF83428F-9849-4A77-82E4-F18731EB70D7}" destId="{B2DF2737-171A-459A-94C2-557D6A3085F9}" srcOrd="0" destOrd="0" presId="urn:microsoft.com/office/officeart/2018/5/layout/CenteredIconLabelDescriptionList"/>
    <dgm:cxn modelId="{D7E6E485-CEEA-4D8C-9ECA-25F88273266D}" type="presParOf" srcId="{DF83428F-9849-4A77-82E4-F18731EB70D7}" destId="{7E038EF1-9CE1-468F-ACEB-2C25F7151C82}" srcOrd="1" destOrd="0" presId="urn:microsoft.com/office/officeart/2018/5/layout/CenteredIconLabelDescriptionList"/>
    <dgm:cxn modelId="{B2C06104-A64E-4EBF-8156-810D245D7DB5}" type="presParOf" srcId="{DF83428F-9849-4A77-82E4-F18731EB70D7}" destId="{936FACDE-5F67-4AB7-A6B1-48AE381CCA9F}" srcOrd="2" destOrd="0" presId="urn:microsoft.com/office/officeart/2018/5/layout/CenteredIconLabelDescriptionList"/>
    <dgm:cxn modelId="{4E220A53-561C-4F21-ABE8-C0286036B482}" type="presParOf" srcId="{DF83428F-9849-4A77-82E4-F18731EB70D7}" destId="{63BFC11B-572B-4040-8D86-06798C04BC00}" srcOrd="3" destOrd="0" presId="urn:microsoft.com/office/officeart/2018/5/layout/CenteredIconLabelDescriptionList"/>
    <dgm:cxn modelId="{9F46B1BE-6D59-41B6-968B-5C30E27F5025}" type="presParOf" srcId="{DF83428F-9849-4A77-82E4-F18731EB70D7}" destId="{50F2EF22-A8F5-44C8-94E3-BC879549DB9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A3CC6-C009-4A8B-85C1-13212C5BEA43}">
      <dsp:nvSpPr>
        <dsp:cNvPr id="0" name=""/>
        <dsp:cNvSpPr/>
      </dsp:nvSpPr>
      <dsp:spPr>
        <a:xfrm>
          <a:off x="1024625" y="0"/>
          <a:ext cx="1097489" cy="10780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979BB-D647-4C28-A7CF-06F0A3353C80}">
      <dsp:nvSpPr>
        <dsp:cNvPr id="0" name=""/>
        <dsp:cNvSpPr/>
      </dsp:nvSpPr>
      <dsp:spPr>
        <a:xfrm>
          <a:off x="5527" y="1262098"/>
          <a:ext cx="3135684" cy="46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2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임동혁</a:t>
          </a:r>
          <a:endParaRPr lang="en-US" sz="2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5527" y="1262098"/>
        <a:ext cx="3135684" cy="462019"/>
      </dsp:txXfrm>
    </dsp:sp>
    <dsp:sp modelId="{03AB5558-D548-4A30-A70D-355899314E45}">
      <dsp:nvSpPr>
        <dsp:cNvPr id="0" name=""/>
        <dsp:cNvSpPr/>
      </dsp:nvSpPr>
      <dsp:spPr>
        <a:xfrm>
          <a:off x="5527" y="1809723"/>
          <a:ext cx="3135684" cy="254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팀장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프로젝트 및 개발 플랫폼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(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개발 환경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, 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클라우드 컴퓨팅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, 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웹 등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)</a:t>
          </a: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설계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및 설치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프로젝트 문서화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수집 및 </a:t>
          </a: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및 </a:t>
          </a: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b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</a:b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프로그램 </a:t>
          </a: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개발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5527" y="1809723"/>
        <a:ext cx="3135684" cy="2547800"/>
      </dsp:txXfrm>
    </dsp:sp>
    <dsp:sp modelId="{C6733A41-33EF-4D44-BEEF-E017C4858372}">
      <dsp:nvSpPr>
        <dsp:cNvPr id="0" name=""/>
        <dsp:cNvSpPr/>
      </dsp:nvSpPr>
      <dsp:spPr>
        <a:xfrm>
          <a:off x="4709055" y="0"/>
          <a:ext cx="1097489" cy="10780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00117-BD13-4AA3-8266-BC3325F008D7}">
      <dsp:nvSpPr>
        <dsp:cNvPr id="0" name=""/>
        <dsp:cNvSpPr/>
      </dsp:nvSpPr>
      <dsp:spPr>
        <a:xfrm>
          <a:off x="3689957" y="1262098"/>
          <a:ext cx="3135684" cy="46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2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박동호</a:t>
          </a:r>
          <a:endParaRPr lang="en-US" sz="2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3689957" y="1262098"/>
        <a:ext cx="3135684" cy="462019"/>
      </dsp:txXfrm>
    </dsp:sp>
    <dsp:sp modelId="{59468190-99C6-4E3B-B174-1E0254002346}">
      <dsp:nvSpPr>
        <dsp:cNvPr id="0" name=""/>
        <dsp:cNvSpPr/>
      </dsp:nvSpPr>
      <dsp:spPr>
        <a:xfrm>
          <a:off x="3689957" y="1809723"/>
          <a:ext cx="3135684" cy="254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altLang="ko-KR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개발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 sz="1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3689957" y="1809723"/>
        <a:ext cx="3135684" cy="2547800"/>
      </dsp:txXfrm>
    </dsp:sp>
    <dsp:sp modelId="{B2DF2737-171A-459A-94C2-557D6A3085F9}">
      <dsp:nvSpPr>
        <dsp:cNvPr id="0" name=""/>
        <dsp:cNvSpPr/>
      </dsp:nvSpPr>
      <dsp:spPr>
        <a:xfrm>
          <a:off x="8393484" y="0"/>
          <a:ext cx="1097489" cy="10780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FACDE-5F67-4AB7-A6B1-48AE381CCA9F}">
      <dsp:nvSpPr>
        <dsp:cNvPr id="0" name=""/>
        <dsp:cNvSpPr/>
      </dsp:nvSpPr>
      <dsp:spPr>
        <a:xfrm>
          <a:off x="7374387" y="1262098"/>
          <a:ext cx="3135684" cy="46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2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홍준호</a:t>
          </a:r>
          <a:endParaRPr lang="en-US" sz="2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7374387" y="1262098"/>
        <a:ext cx="3135684" cy="462019"/>
      </dsp:txXfrm>
    </dsp:sp>
    <dsp:sp modelId="{50F2EF22-A8F5-44C8-94E3-BC879549DB92}">
      <dsp:nvSpPr>
        <dsp:cNvPr id="0" name=""/>
        <dsp:cNvSpPr/>
      </dsp:nvSpPr>
      <dsp:spPr>
        <a:xfrm>
          <a:off x="7374387" y="1809723"/>
          <a:ext cx="3135684" cy="254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altLang="ko-KR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개발</a:t>
          </a:r>
          <a:endParaRPr lang="en-US" altLang="ko-KR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웹 개발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 sz="1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7374387" y="1809723"/>
        <a:ext cx="3135684" cy="2547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92042-2E79-4307-8236-8A5CD33CF669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C3E9A-BF4D-4D71-8254-2C13403648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53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C3E9A-BF4D-4D71-8254-2C1340364885}" type="slidenum">
              <a:rPr lang="ko-KR" altLang="en-US" smtClean="0"/>
              <a:t>167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155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C3E9A-BF4D-4D71-8254-2C1340364885}" type="slidenum">
              <a:rPr lang="ko-KR" altLang="en-US" smtClean="0"/>
              <a:t>170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92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7FE7C-B5FE-47D2-85B4-2DF9421AD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CDD44C-9DB8-416C-B7A3-7075CDEF6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CD30FB-F0CB-4168-9D40-6CECFB55F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DC12FB-B2A2-4814-89D0-14BF9D8D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C7E266-1AC9-4E63-A134-20A5C761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13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ECE3C-040E-45F9-9745-5BE816BC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4C21A3-8521-44F7-BEF1-9914D44A4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EBC85C-AD0F-4882-BB33-96E0774C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0C36A0-4DAB-4A3A-9BD7-8D2665440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6B200-C6F2-4038-8EDB-9369AF3A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41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8C184-AD7E-48F6-AE68-B825E6C6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978D62-5AA4-4735-93C6-64142BDC7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A80B8-D307-44D0-BE15-C6754CF5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AFD0A5-0845-4475-8E62-7B2EABC1B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F4473B-CB15-4F7A-8FB9-2672975D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536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D8DC-975D-42EC-A548-C610B256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392B9-C038-458B-98F1-0D6BA2EF4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E0F90D-45CC-4946-98C0-D230E571C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11978D-8DF6-4B0F-A8C2-D7D03DE5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996D98-DA73-4B16-B303-02E183D1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9CF893-D75A-4EE6-930D-967246CB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21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42D499-D0FF-40F0-A0FF-F935222F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35D85B-4993-4ED3-A329-209422726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EB445F-82F7-46F0-9BBF-AFC18A5FA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7D67EE-AA2C-4386-8DAE-BA2B8A4C0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FAEC2C-7E65-4EA9-9BCD-A0AF2DF08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DB0C1D-82EF-43C9-B048-F2AD3635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8B3F4B-DF14-461B-BAD9-F34AACE5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0734793-CEBB-470A-9FDA-371C9B83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48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F5693-01DD-40A5-832B-935E45B6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044998-54E5-46D9-B836-3D4A6184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B776A2-C5FA-4794-8F18-9556B268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3B9E25-EC7F-40E6-87C4-B924A2A8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23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2536A6-5C32-43B0-84AC-4A50082D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09A697-BDA7-4696-90EA-F4787E19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A153A6-A6CF-4A2A-83AC-43DB7CBD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31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98258-947B-49BC-AED2-CD49A4D6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DD1791-286D-4E14-89D3-434AAD05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79D933-1942-47BC-A100-829EB6363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4546F2-858C-4050-B633-AFF2FBF0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604192-6DC7-46BA-A0B2-D9A367650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D67B5D-7C7F-44CE-A3E4-21B9BD2AC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291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AEF8C-797C-4411-885B-B5BC250F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3A60AB-7EA4-4083-9CBB-544D7C130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C9350-87FA-4C0B-BB8D-C523DACEF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672499-654B-46C6-87FA-62EF7236C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8878BB-B0F1-4F12-8D27-29069BBB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A34A6E-8774-4698-B00A-EDE85D88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84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3F69D-DBDB-4811-9F06-EDD252622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6E4C56-B023-4076-903C-61A207A4E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F14BE-29AB-457B-A0E6-2E801E9B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18F78-C463-4BF0-8E34-5C1528DA4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BC14CE-D0F3-4369-AFD2-B84FE63C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08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19B1FD-1553-4101-8BF0-9EE25A3613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B495BE-6F0D-4ADC-86A3-FB3B897ED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21FE80-A949-4833-885D-A9FEE0E4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3C6726-6D7B-4420-8143-00C52945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72E3E6-88B0-48C7-B110-9FF517F6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38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FF9FDB4-6C66-49D6-A135-0617C7E72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ECE66F-C423-4A8F-B2C2-4D9F5E3C9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FC7D86-2994-4BA0-B29D-73BF37A74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D9A0F-29BF-455F-84E1-814F1E436516}" type="datetimeFigureOut">
              <a:rPr lang="ko-KR" altLang="en-US" smtClean="0"/>
              <a:t>2020-07-02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ADED3-1391-4AB7-9B58-5977BC6EC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BA2B48-A906-4301-8E0E-DA5B85FC3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C2215-79FB-4A82-8956-E1F0C31655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9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2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virtualbox.org/" TargetMode="External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centos.org/" TargetMode="External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4.pn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3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anaconda.com/" TargetMode="Externa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6.pn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4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atasets.imdbws.com/" TargetMode="External"/><Relationship Id="rId4" Type="http://schemas.openxmlformats.org/officeDocument/2006/relationships/hyperlink" Target="https://grouplens.org/datasets/movielens/" TargetMode="Externa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3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2.png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4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4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4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4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4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4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4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4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44164749/how-does-keras-handle-multilabel-classification" TargetMode="External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4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4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4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4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80">
            <a:extLst>
              <a:ext uri="{FF2B5EF4-FFF2-40B4-BE49-F238E27FC236}">
                <a16:creationId xmlns:a16="http://schemas.microsoft.com/office/drawing/2014/main" id="{0E2F58BF-12E5-4B5A-AD25-4DAAA2742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088992-6B49-4629-9CCD-F3EB1F920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4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endParaRPr lang="ko-KR" altLang="en-US" sz="48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CDA21F-FF33-45C7-A2A9-F92B056E9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개인 맞춤 영화 추천 시스템</a:t>
            </a:r>
          </a:p>
        </p:txBody>
      </p:sp>
      <p:sp>
        <p:nvSpPr>
          <p:cNvPr id="92" name="Rectangle 8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Rectangle 8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474D4225-71EC-4F60-AD3D-5BAC7E7C0D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149" t="-2917" r="-20149" b="-2917"/>
          <a:stretch/>
        </p:blipFill>
        <p:spPr>
          <a:xfrm>
            <a:off x="4868487" y="10"/>
            <a:ext cx="732351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83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08D317-7CBD-4897-BD1F-959436D2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DF0CA0-08C5-4DFF-AE34-3444A308F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64" y="834888"/>
            <a:ext cx="4314645" cy="1268958"/>
          </a:xfrm>
        </p:spPr>
        <p:txBody>
          <a:bodyPr anchor="b">
            <a:normAutofit/>
          </a:bodyPr>
          <a:lstStyle/>
          <a:p>
            <a:r>
              <a:rPr lang="ko-KR" altLang="en-US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프로젝트 요약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8BE09-4DED-4FB2-B177-DFAE943C55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760"/>
          <a:stretch/>
        </p:blipFill>
        <p:spPr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F3CA65-EA00-46B4-9616-39E6853F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6172" y="2240371"/>
            <a:ext cx="42062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F007C-5FC4-4CB4-93DB-16B6E39A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63" y="2557587"/>
            <a:ext cx="4314645" cy="3717317"/>
          </a:xfrm>
        </p:spPr>
        <p:txBody>
          <a:bodyPr anchor="t">
            <a:normAutofit/>
          </a:bodyPr>
          <a:lstStyle/>
          <a:p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다른 사람의 평가가 아닌 사용자 개인의</a:t>
            </a:r>
            <a:b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</a:b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평점만을 이용한 영화 추천 시스템 개발</a:t>
            </a:r>
            <a:endParaRPr lang="en-US" altLang="ko-KR" sz="18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생태계 중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HDFS, Hive, Sqoop, Hue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등을 사용하여 대용량의 데이터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사용자 평점 데이터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2,800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 건 등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)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분산 저장</a:t>
            </a:r>
            <a:endParaRPr lang="en-US" altLang="ko-KR" sz="18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부족한 인력과 짧은 기간에도 불구하고 정확도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0.86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수준의 머신 러닝 모델 생성에 성공</a:t>
            </a:r>
          </a:p>
        </p:txBody>
      </p:sp>
    </p:spTree>
    <p:extLst>
      <p:ext uri="{BB962C8B-B14F-4D97-AF65-F5344CB8AC3E}">
        <p14:creationId xmlns:p14="http://schemas.microsoft.com/office/powerpoint/2010/main" val="341877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D3794B9-AEED-4845-92C7-49485D2A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목차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6D9D2E-4A73-4A08-8A7B-1E5BAE61B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4 ~ 9 :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프로젝트 소개</a:t>
            </a:r>
            <a:endParaRPr lang="en-US" altLang="ko-KR" sz="20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10 ~ 163 :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구축 과정</a:t>
            </a:r>
            <a:endParaRPr lang="en-US" altLang="ko-KR" sz="20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vl="1"/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11 ~ 51 : Microsoft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개발 환경 구성하기</a:t>
            </a:r>
            <a:endParaRPr lang="en-US" altLang="ko-KR" sz="20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vl="1"/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52 ~ 62 : RDBMS(MySQL)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설치하기</a:t>
            </a:r>
            <a:endParaRPr lang="en-US" altLang="ko-KR" sz="20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vl="1"/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63 ~ 81 : NGINX + NodeJS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설치하기</a:t>
            </a:r>
            <a:endParaRPr lang="en-US" altLang="ko-KR" sz="20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vl="1"/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82 ~ 119 : Hadoop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클러스터 구성하기</a:t>
            </a:r>
            <a:endParaRPr lang="en-US" altLang="ko-KR" sz="20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vl="2"/>
            <a:r>
              <a:rPr lang="en-US" altLang="ko-KR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84 ~ 109 : Apache Ambari</a:t>
            </a:r>
            <a:r>
              <a:rPr lang="ko-KR" altLang="en-US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구성하기</a:t>
            </a:r>
            <a:endPara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vl="2"/>
            <a:r>
              <a:rPr lang="en-US" altLang="ko-KR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110 ~ 119 : Cloudera</a:t>
            </a:r>
            <a:r>
              <a:rPr lang="ko-KR" altLang="en-US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구성하기</a:t>
            </a:r>
            <a:endPara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164 ~ 183 :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전처리</a:t>
            </a:r>
            <a:endParaRPr lang="en-US" altLang="ko-KR" sz="20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184 ~ 208 :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</p:spTree>
    <p:extLst>
      <p:ext uri="{BB962C8B-B14F-4D97-AF65-F5344CB8AC3E}">
        <p14:creationId xmlns:p14="http://schemas.microsoft.com/office/powerpoint/2010/main" val="105229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A6A695-0FB3-45A8-9993-0BA438DCA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7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r>
              <a:rPr lang="ko-KR" altLang="en-US" sz="7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</a:t>
            </a:r>
            <a:r>
              <a:rPr lang="en-US" altLang="ko-KR" sz="7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?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44C958-477B-47F5-9106-5C728F296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chemeClr val="tx1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461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4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2CA57B-D100-40B4-AA43-D00C1C56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기존 추천 시스템의 문제점</a:t>
            </a: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56418714-C005-4C4D-ABA9-B1378FC183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1" r="16049"/>
          <a:stretch/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C2FAB8-FC77-4465-BA5B-7CE8A3F5A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타인의 평점에 영향을 받을 수 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유명하지 않은 영화는 추천 받지 못할 수 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평점 기반 추천은 잘못된 추천이 나올 수도 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A829D003-D35E-44F4-B1BE-F00390534C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" r="1283" b="1"/>
          <a:stretch/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0345FEB5-A1DC-4BF9-BC3C-C030AF0F87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" r="1313" b="1"/>
          <a:stretch/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3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CAAD5F-3195-4E8B-9DD2-666E22EA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ko-KR" sz="40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r>
              <a:rPr lang="ko-KR" altLang="en-US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    목표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60727B-1A4F-4B75-805D-115FE78B5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진짜 내 취향의 영화를 찾아주는 추천 시스템</a:t>
            </a:r>
          </a:p>
        </p:txBody>
      </p:sp>
    </p:spTree>
    <p:extLst>
      <p:ext uri="{BB962C8B-B14F-4D97-AF65-F5344CB8AC3E}">
        <p14:creationId xmlns:p14="http://schemas.microsoft.com/office/powerpoint/2010/main" val="76698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6AB9CD7-D469-4882-A734-F3253D95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ko-KR" sz="40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r>
              <a:rPr lang="ko-KR" altLang="en-US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    해결 방안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7BC1B-C93B-4487-986E-FBA768D31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타인의 리뷰를 배제한 이용자 개인의 평가만으로 영화를 추천하는 시스템 개발</a:t>
            </a:r>
          </a:p>
        </p:txBody>
      </p:sp>
    </p:spTree>
    <p:extLst>
      <p:ext uri="{BB962C8B-B14F-4D97-AF65-F5344CB8AC3E}">
        <p14:creationId xmlns:p14="http://schemas.microsoft.com/office/powerpoint/2010/main" val="876443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DDE3054-7688-403A-8800-8FA4F1B54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6CF4BC-510E-4286-A5FC-7C5A5326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r>
              <a:rPr lang="ko-KR" altLang="en-US" sz="28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</a:t>
            </a:r>
            <a:r>
              <a:rPr lang="en-US" altLang="ko-KR" sz="28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?</a:t>
            </a:r>
          </a:p>
        </p:txBody>
      </p:sp>
      <p:pic>
        <p:nvPicPr>
          <p:cNvPr id="6" name="내용 개체 틀 5" descr="그리기, 테이블이(가) 표시된 사진&#10;&#10;자동 생성된 설명">
            <a:extLst>
              <a:ext uri="{FF2B5EF4-FFF2-40B4-BE49-F238E27FC236}">
                <a16:creationId xmlns:a16="http://schemas.microsoft.com/office/drawing/2014/main" id="{768E1E09-5B7E-4E0B-9C15-7F89E4F0C0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1" b="-3"/>
          <a:stretch/>
        </p:blipFill>
        <p:spPr>
          <a:xfrm>
            <a:off x="554415" y="365760"/>
            <a:ext cx="3584448" cy="3639935"/>
          </a:xfrm>
          <a:prstGeom prst="rect">
            <a:avLst/>
          </a:prstGeom>
        </p:spPr>
      </p:pic>
      <p:pic>
        <p:nvPicPr>
          <p:cNvPr id="10" name="그림 9" descr="그리기, 테이블, 거울이(가) 표시된 사진&#10;&#10;자동 생성된 설명">
            <a:extLst>
              <a:ext uri="{FF2B5EF4-FFF2-40B4-BE49-F238E27FC236}">
                <a16:creationId xmlns:a16="http://schemas.microsoft.com/office/drawing/2014/main" id="{222A2298-C3B0-43F7-9B53-D19AE08EE4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974" t="-17395" r="-32974" b="-17395"/>
          <a:stretch/>
        </p:blipFill>
        <p:spPr>
          <a:xfrm>
            <a:off x="4345915" y="365759"/>
            <a:ext cx="3584448" cy="3639312"/>
          </a:xfrm>
          <a:prstGeom prst="rect">
            <a:avLst/>
          </a:prstGeom>
        </p:spPr>
      </p:pic>
      <p:pic>
        <p:nvPicPr>
          <p:cNvPr id="8" name="그림 7" descr="부채이(가) 표시된 사진&#10;&#10;자동 생성된 설명">
            <a:extLst>
              <a:ext uri="{FF2B5EF4-FFF2-40B4-BE49-F238E27FC236}">
                <a16:creationId xmlns:a16="http://schemas.microsoft.com/office/drawing/2014/main" id="{4BB9EAD4-4BC9-4F57-A4EC-C04DB29EC6C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0" t="-17395" r="-800" b="-17395"/>
          <a:stretch/>
        </p:blipFill>
        <p:spPr>
          <a:xfrm>
            <a:off x="8137415" y="365759"/>
            <a:ext cx="3584448" cy="36393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993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4366D3-B5BF-4974-80D9-A40CAC3B1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지혜의 상징인 부엉이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올빼미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)</a:t>
            </a:r>
          </a:p>
          <a:p>
            <a:pPr marL="0" indent="0" algn="ctr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+</a:t>
            </a:r>
          </a:p>
          <a:p>
            <a:pPr marL="0" indent="0" algn="ctr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영화 필름 릴</a:t>
            </a:r>
            <a:endParaRPr lang="en-US" altLang="ko-KR" sz="18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CABFBE8-4848-447F-AF60-9A52361BD0E0}"/>
              </a:ext>
            </a:extLst>
          </p:cNvPr>
          <p:cNvSpPr/>
          <p:nvPr/>
        </p:nvSpPr>
        <p:spPr>
          <a:xfrm>
            <a:off x="3949032" y="1832971"/>
            <a:ext cx="580862" cy="553155"/>
          </a:xfrm>
          <a:prstGeom prst="rightArrow">
            <a:avLst>
              <a:gd name="adj1" fmla="val 36642"/>
              <a:gd name="adj2" fmla="val 5167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6932EA59-222D-47C9-B894-55B4795E28B2}"/>
              </a:ext>
            </a:extLst>
          </p:cNvPr>
          <p:cNvSpPr/>
          <p:nvPr/>
        </p:nvSpPr>
        <p:spPr>
          <a:xfrm rot="10800000">
            <a:off x="7343649" y="1832971"/>
            <a:ext cx="580862" cy="553155"/>
          </a:xfrm>
          <a:prstGeom prst="rightArrow">
            <a:avLst>
              <a:gd name="adj1" fmla="val 36642"/>
              <a:gd name="adj2" fmla="val 5167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90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2C16D84-DA2B-4A94-B1F9-715A25B6E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altLang="ko-KR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Team 3quad </a:t>
            </a:r>
            <a:r>
              <a:rPr lang="ko-KR" altLang="en-US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구성 및 역할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7E2D0525-4215-4147-BF3E-23BCD44D0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93496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0195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DAF6D84-8072-4A15-B1DE-F210AAB03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및 구축과정 소개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14DC7B-2708-4633-8702-9B2BAF3C6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0518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108D317-7CBD-4897-BD1F-959436D2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A9CF3B-7D1A-41A0-8339-2463484F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64" y="834888"/>
            <a:ext cx="4314645" cy="126895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Microsoft Azure</a:t>
            </a:r>
            <a:r>
              <a:rPr lang="ko-KR" altLang="en-US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선택한 이유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02D7B3B-C102-483C-B7CF-AB88C916C7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" r="2075"/>
          <a:stretch/>
        </p:blipFill>
        <p:spPr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F3CA65-EA00-46B4-9616-39E6853F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6172" y="2240371"/>
            <a:ext cx="42062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C65C4E-412E-4846-BDFF-971484668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55563" y="2557587"/>
            <a:ext cx="4314645" cy="37173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클라우드 인프라 시장 점유율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2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위</a:t>
            </a:r>
            <a:endParaRPr lang="en-US" altLang="ko-KR" sz="18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이전의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AWS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이용 경험이 좋지 않았다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Google Cloud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불편함이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8" name="그림 7" descr="시계, 그리기이(가) 표시된 사진&#10;&#10;자동 생성된 설명">
            <a:extLst>
              <a:ext uri="{FF2B5EF4-FFF2-40B4-BE49-F238E27FC236}">
                <a16:creationId xmlns:a16="http://schemas.microsoft.com/office/drawing/2014/main" id="{A7D6598A-F198-4F82-8A2E-8F2093806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563" y="4437944"/>
            <a:ext cx="4389906" cy="126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9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6DCD66-7F3F-4639-8EFF-D53E1C14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클라우드 컴퓨팅 플랫폼 만들기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2B4EC6-F54C-4E1B-ADEC-0FAC3AFF5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2800">
                <a:solidFill>
                  <a:srgbClr val="FFFFFF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클라우드 컴퓨팅 플랫폼 구축 과정 소개</a:t>
            </a:r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3295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05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C47E168-2721-41D2-B23F-67B62C2DF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" t="1" r="1913" b="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68" name="Rectangle 107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47D2741-80F0-48D3-9F21-2393C94B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>
            <a:normAutofit/>
          </a:bodyPr>
          <a:lstStyle/>
          <a:p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모든 서비스</a:t>
            </a:r>
          </a:p>
        </p:txBody>
      </p:sp>
      <p:sp>
        <p:nvSpPr>
          <p:cNvPr id="169" name="Rectangle 109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0" name="Rectangle 111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6416DA-6B93-4832-84FB-F0847F3CDD2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938532" y="2359152"/>
            <a:ext cx="3404594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모든 서비스를 찾아볼 수 있는 화면으로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이곳에서 필요한 서비스를 찾아갈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이용하려면 먼저 구독 프로필을 생성한 후 리소스들을 묶어서 관리하는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리소스 그룹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생성하여야 하는데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해당 부분을 생략하였다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endParaRPr lang="ko-KR" altLang="en-US" sz="17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1715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DBC98CE-744D-440E-91E5-456CE13F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1A6D5FD-6335-4402-BDF7-76B79F515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6182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0BD6E4-2171-40EB-AE8C-C68C57973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6096FF-B885-4A7D-BBD4-F24839960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네트워크는 말 그대로 가상 </a:t>
            </a:r>
            <a:r>
              <a:rPr lang="ko-KR" altLang="en-US" sz="22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머신들이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사용하는 네트워크이다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물리 서버에서는 여러 대의 서버가 서로 연결이 되어있지만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클라우드에서는 그것들이 사용자마다 사용자의 의도대로 분리되어야 하기 때문에 가상 네트워크를 생성하여 사용하는 것이다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네트워크를 만드는 작업은 가상 머신 생성 과정에서도 진행할 수 있지만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설정을 세부적으로 조정하기 위해서는 개별적으로 생성하여야 한다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043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58">
            <a:extLst>
              <a:ext uri="{FF2B5EF4-FFF2-40B4-BE49-F238E27FC236}">
                <a16:creationId xmlns:a16="http://schemas.microsoft.com/office/drawing/2014/main" id="{6D731904-7733-45B0-902C-289497204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8" name="Rectangle 60">
            <a:extLst>
              <a:ext uri="{FF2B5EF4-FFF2-40B4-BE49-F238E27FC236}">
                <a16:creationId xmlns:a16="http://schemas.microsoft.com/office/drawing/2014/main" id="{504E6397-35D7-4AEC-9DA9-B7F6B12B8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3074928-E5CF-43B4-9203-C35C80793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40602"/>
            <a:ext cx="353872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52E69B-6317-43A1-9DBA-77520EB09E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" r="66551" b="49990"/>
          <a:stretch/>
        </p:blipFill>
        <p:spPr>
          <a:xfrm>
            <a:off x="7152000" y="0"/>
            <a:ext cx="5040000" cy="3995919"/>
          </a:xfrm>
          <a:prstGeom prst="rect">
            <a:avLst/>
          </a:prstGeom>
        </p:spPr>
      </p:pic>
      <p:pic>
        <p:nvPicPr>
          <p:cNvPr id="24" name="내용 개체 틀 23">
            <a:extLst>
              <a:ext uri="{FF2B5EF4-FFF2-40B4-BE49-F238E27FC236}">
                <a16:creationId xmlns:a16="http://schemas.microsoft.com/office/drawing/2014/main" id="{8C2B92BA-DD07-4DAE-B763-130EBF2036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3" b="2"/>
          <a:stretch/>
        </p:blipFill>
        <p:spPr>
          <a:xfrm>
            <a:off x="6" y="1287"/>
            <a:ext cx="7117118" cy="3995918"/>
          </a:xfrm>
          <a:prstGeom prst="rect">
            <a:avLst/>
          </a:prstGeom>
        </p:spPr>
      </p:pic>
      <p:sp>
        <p:nvSpPr>
          <p:cNvPr id="69" name="Rectangle 62">
            <a:extLst>
              <a:ext uri="{FF2B5EF4-FFF2-40B4-BE49-F238E27FC236}">
                <a16:creationId xmlns:a16="http://schemas.microsoft.com/office/drawing/2014/main" id="{62C5A04F-2AEB-4631-8314-A8B812E1E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Rectangle 64">
            <a:extLst>
              <a:ext uri="{FF2B5EF4-FFF2-40B4-BE49-F238E27FC236}">
                <a16:creationId xmlns:a16="http://schemas.microsoft.com/office/drawing/2014/main" id="{4B2B1C70-BF3F-41BD-871B-63D8F911F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2A8BFF-D6AB-4EDA-9581-5A391082B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240" y="4440602"/>
            <a:ext cx="600760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모든 서비스 화면에서 스크롤하거나 검색창을 이용하여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찾는다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클릭하면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화면으로 이동된다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화면에서는 사용중인 추가하거나 관리할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555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E0C28A69-9B26-45AC-AFF7-719A7A50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DE90FB-227F-460D-839B-B1E3F5CFD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654" y="991443"/>
            <a:ext cx="464629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56213B0-8585-4E6E-AEA6-47E8057C17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41" b="-1"/>
          <a:stretch/>
        </p:blipFill>
        <p:spPr>
          <a:xfrm>
            <a:off x="20" y="-1"/>
            <a:ext cx="6688434" cy="6858000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7200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4B0C9E-BC72-4D6B-92DE-6CE400DD5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5654" y="2684095"/>
            <a:ext cx="4646295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만들기의 첫 단계인 기본 사항 입력 화면이다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화면에서는 사용중인 구독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리소스 그룹을 선택한 후 가상 네트워크의 이름과 생성할 지역을 선택할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앞으로 생성할 리소스들과 같은 지역을 선택해야 다른 리소스들과 연결할 수 있으니 주의하여야 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7519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288D663-7E34-47E4-AD44-724F11A327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" b="32728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3AE642-2390-4283-B856-404340302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13EFB0-3155-4386-9ABC-E6DB312DA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네트워크에서 이용할 내부 </a:t>
            </a:r>
            <a:r>
              <a:rPr lang="en-US" altLang="ko-KR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범위를 설정하는 화면이다</a:t>
            </a:r>
            <a:r>
              <a:rPr lang="en-US" altLang="ko-KR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내부 </a:t>
            </a:r>
            <a:r>
              <a:rPr lang="en-US" altLang="ko-KR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범위를 결정한 후 서브넷을 생성하여 관리할 수 있으며</a:t>
            </a:r>
            <a:r>
              <a:rPr lang="en-US" altLang="ko-KR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Azure</a:t>
            </a:r>
            <a:r>
              <a:rPr lang="ko-KR" altLang="en-US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다른 서비스들을 이용할 때 같은 서브넷을 이용할 수 있도록 선택할 수 있다</a:t>
            </a:r>
            <a:r>
              <a:rPr lang="en-US" altLang="ko-KR" sz="2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endParaRPr lang="en-US" altLang="ko-KR" sz="24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0869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0C28A69-9B26-45AC-AFF7-719A7A50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593F1E5-75C5-4527-9FBC-99330B6BE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654" y="991443"/>
            <a:ext cx="464629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708FC33-DDD0-482E-B6E4-61FD3F277E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41" b="-1"/>
          <a:stretch/>
        </p:blipFill>
        <p:spPr>
          <a:xfrm>
            <a:off x="20" y="-1"/>
            <a:ext cx="6688434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7200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AD3530-D46A-4845-B16E-5DFAE1558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5654" y="2684095"/>
            <a:ext cx="4646295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네트워크의 보안 기능 사용 여부를 결정할 수 있는 화면이다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제공하는 기본적인 네트워크 보안 기능을 사용할지 설정할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3274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0C28A69-9B26-45AC-AFF7-719A7A50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9AA7AD-8526-409D-8EB3-7DE58F66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654" y="991443"/>
            <a:ext cx="464629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D070F84-62B4-47CF-A23C-29CFB734E0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41" b="-1"/>
          <a:stretch/>
        </p:blipFill>
        <p:spPr>
          <a:xfrm>
            <a:off x="20" y="-1"/>
            <a:ext cx="6688434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7200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16F898-310B-4B7F-9832-02434C382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5654" y="2684095"/>
            <a:ext cx="4646295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리소스의 태그를 입력하는 화면이다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에서는 리소스를 생성할 때마다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Key: Value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구조의 태그를 부여할 수 있도록 하는데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이것을 이용하여 리소스를 관리할 수도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390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E0C28A69-9B26-45AC-AFF7-719A7A50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F706D7-BAA4-4EF0-9E1E-9E801086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654" y="991443"/>
            <a:ext cx="464629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6159279-7870-40F3-8F62-8B92DBBA18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41" b="-1"/>
          <a:stretch/>
        </p:blipFill>
        <p:spPr>
          <a:xfrm>
            <a:off x="20" y="-1"/>
            <a:ext cx="6688434" cy="685800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7200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31C0F0-37EC-40A6-80DC-5C4856220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5654" y="2684095"/>
            <a:ext cx="4646295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최종적으로 생성할 리소스의 입력사항들을 검토하고 생성을 결정할 수 있는 검토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+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만들기 화면이다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자동화 템플릿을 다운로드하여 추후 리소스를 반복 생성할 때 활용할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3192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43">
            <a:extLst>
              <a:ext uri="{FF2B5EF4-FFF2-40B4-BE49-F238E27FC236}">
                <a16:creationId xmlns:a16="http://schemas.microsoft.com/office/drawing/2014/main" id="{3CE5203E-F2D1-469A-A50E-9C665421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035B7C7-6898-40FD-A400-72B341F039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" r="12954" b="-1"/>
          <a:stretch/>
        </p:blipFill>
        <p:spPr>
          <a:xfrm>
            <a:off x="409602" y="10"/>
            <a:ext cx="5457817" cy="3337549"/>
          </a:xfrm>
          <a:prstGeom prst="rect">
            <a:avLst/>
          </a:prstGeom>
        </p:spPr>
      </p:pic>
      <p:pic>
        <p:nvPicPr>
          <p:cNvPr id="5" name="그림 4" descr="스크린샷, 모니터, 검은색, 화면이(가) 표시된 사진&#10;&#10;자동 생성된 설명">
            <a:extLst>
              <a:ext uri="{FF2B5EF4-FFF2-40B4-BE49-F238E27FC236}">
                <a16:creationId xmlns:a16="http://schemas.microsoft.com/office/drawing/2014/main" id="{2B9FE4DF-B860-42DC-B999-F325514DF8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" r="12954" b="-1"/>
          <a:stretch/>
        </p:blipFill>
        <p:spPr>
          <a:xfrm>
            <a:off x="409593" y="3520439"/>
            <a:ext cx="5457817" cy="3337561"/>
          </a:xfrm>
          <a:prstGeom prst="rect">
            <a:avLst/>
          </a:prstGeom>
        </p:spPr>
      </p:pic>
      <p:sp useBgFill="1">
        <p:nvSpPr>
          <p:cNvPr id="53" name="Rectangle 45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4590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82D22F6-BAF4-469C-A8F0-1C0D1D6F3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215" y="978408"/>
            <a:ext cx="460705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9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네트워크 만들기</a:t>
            </a:r>
          </a:p>
        </p:txBody>
      </p:sp>
      <p:sp>
        <p:nvSpPr>
          <p:cNvPr id="54" name="Rectangle 47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0582" y="118561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5" name="Rectangle 49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2473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CBE086-DF45-4ED1-A134-FC034C64F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6263" y="2368296"/>
            <a:ext cx="4607052" cy="35021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검토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+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만들기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화면에서 만들기를 클릭하면 배포가 진행된다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배포가 완료되어야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리소스를 사용할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578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7BFD0F-B779-48C0-8961-7CE9B6FC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보안 그룹 만들기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D8DAC9-1FEB-4EA7-B656-EB36038EA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0372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6D731904-7733-45B0-902C-289497204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04E6397-35D7-4AEC-9DA9-B7F6B12B8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861E4D-EB7E-4EC2-95D7-F4D811E9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40602"/>
            <a:ext cx="353872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보안 그룹 만들기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564DFD5-9620-40D7-9491-1B06DABC6A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7292622" cy="39461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8E164E-4AAC-4439-BAAF-51F0FAEC19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75" b="33258"/>
          <a:stretch/>
        </p:blipFill>
        <p:spPr>
          <a:xfrm>
            <a:off x="7365463" y="-1"/>
            <a:ext cx="4824000" cy="392400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62C5A04F-2AEB-4631-8314-A8B812E1E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B2B1C70-BF3F-41BD-871B-63D8F911F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05E7F-EE98-4C09-ACEE-A74B1FADB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240" y="4440602"/>
            <a:ext cx="600760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Microsoft Azure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에서는 네트워크 보안 그룹을 통하여 같은 네트워크 내 가상 </a:t>
            </a:r>
            <a:r>
              <a:rPr lang="ko-KR" altLang="en-US" sz="1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방화벽 정책을 일괄 관리할 수 있으며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 허용 규칙을 만들어주지 않으면 외부와 통신할 수 없다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생성 과정은 이전의 가상 네트워크 만들기와 거의 유사하지만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보안 그룹 만들기는 기본 사항 입력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태그 입력 후 바로 만들기로 들어가며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검토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+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만들기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배포 진행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배포 완료의 과정은 동일하다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038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AB93912-7F46-46D0-BB99-A59456E66D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95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62E0DC-D0C3-4D2C-BE5B-E1624AE4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보안 그룹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21910C-0E37-4BBE-BB9A-A3B2F3482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생성된 네트워크 보안 그룹을 선택하면 다음과 같은 화면이 나온다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화면에서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인바운드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보안 규칙 메뉴와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아웃바운드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보안 규칙 메뉴를 선택하여 보안 규칙을 생성할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1436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B6278CC-6421-4E95-B9CF-226AFE9934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95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7DD808-C94F-43BA-9F56-04FC02B0E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보안 그룹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C48510-8A8C-485D-922C-C2BDE805E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72670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인바운드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보안 규칙 메뉴에서는 외부에서 내부로 들어오는 통신에 대한 보안 규칙을 정할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화면에서 사용할 규칙 선택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규칙의 우선순위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이름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설명을 입력하고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추가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클릭하면 끝난다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처음 추가를 클릭하면 나오는 양식은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고급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설정인데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상단의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기본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클릭하여</a:t>
            </a:r>
            <a:b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</a:b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화면을 변경하면 사전에 정의된 규칙을 추가할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현재 단계에서는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통신만 허용해줄 것이기 때문에 사전 정의 규칙을 이용하여 그림과 같이 설정하였다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8902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8A59EC2-7142-43E1-B4D7-0978D7B5EC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95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7DD808-C94F-43BA-9F56-04FC02B0E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보안 그룹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C48510-8A8C-485D-922C-C2BDE805E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latinLnBrk="0">
              <a:buNone/>
            </a:pPr>
            <a:r>
              <a:rPr lang="ko-KR" altLang="en-US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보안 규칙이 정상적으로 잘 추가되었다</a:t>
            </a:r>
            <a:r>
              <a:rPr lang="en-US" altLang="ko-KR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2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아웃바운드</a:t>
            </a:r>
            <a:r>
              <a:rPr lang="en-US" altLang="ko-KR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보안 규칙은 내부에서 외부로 나가는 통신에 대한 보안 규칙을 설정한다</a:t>
            </a:r>
            <a:r>
              <a:rPr lang="en-US" altLang="ko-KR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설정하는 방식은 </a:t>
            </a:r>
            <a:r>
              <a:rPr lang="ko-KR" altLang="en-US" sz="2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인바운드</a:t>
            </a:r>
            <a:r>
              <a:rPr lang="en-US" altLang="ko-KR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보안 규칙과 동일하기 때문에 생략하였다</a:t>
            </a:r>
            <a:r>
              <a:rPr lang="en-US" altLang="ko-KR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2890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B5AD43-56FC-4716-BBF4-A80B5CC90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인터페이스 만들기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2B908F-8CCD-40E6-8AF9-21581D14F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7286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731904-7733-45B0-902C-289497204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04E6397-35D7-4AEC-9DA9-B7F6B12B8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945A27-B97E-4B5D-85AE-16E95099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40602"/>
            <a:ext cx="353872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인터페이스 만들기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5AF0972-C492-45D0-A14F-3B8F55B9F3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386905" cy="39972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D017885-22A6-4A50-90B8-B90F965999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r="56180" b="32032"/>
          <a:stretch/>
        </p:blipFill>
        <p:spPr>
          <a:xfrm>
            <a:off x="7469199" y="-1"/>
            <a:ext cx="4716000" cy="3996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2C5A04F-2AEB-4631-8314-A8B812E1E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2B1C70-BF3F-41BD-871B-63D8F911F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F76A4E-EA2C-44E9-81F7-F8C2947DE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240" y="4440602"/>
            <a:ext cx="600760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인터페이스는 컴퓨터의 </a:t>
            </a:r>
            <a:r>
              <a:rPr lang="ko-KR" altLang="en-US" sz="15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랜카드와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동일한 역할을 한다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에서는 가상 </a:t>
            </a:r>
            <a:r>
              <a:rPr lang="ko-KR" altLang="en-US" sz="15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머신을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생성할 때 네트워크를 사용하기로 설정하면 네트워크 인터페이스를 자동으로 생성해준다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그러나 </a:t>
            </a:r>
            <a:r>
              <a:rPr lang="ko-KR" altLang="en-US" sz="15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서브넷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내에서 어떤 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사용할지 지정하고 싶다면 네트워크 인터페이스를 별도로 생성하여 연결하여야 한다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0336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E0C28A69-9B26-45AC-AFF7-719A7A50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57ED76-024C-4AE7-AB71-38CD0400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654" y="991443"/>
            <a:ext cx="464629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인터페이스 만들기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1BD9FF8-59A8-425E-AB58-55B7064749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80" b="1"/>
          <a:stretch/>
        </p:blipFill>
        <p:spPr>
          <a:xfrm>
            <a:off x="20" y="-1"/>
            <a:ext cx="6688434" cy="685800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7200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EE33ED-5F38-4EC9-B614-C788E23C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5654" y="2684095"/>
            <a:ext cx="4646295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화면은 기본 사항을 입력하는 화면이다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내부 네트워크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고정하려면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프라이빗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IP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 할당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정적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선택하면 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화면에서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보안 그룹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미리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지정해두었지만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보안 그룹을 서브넷과 연결해두면 해당 부분은 생략할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태그 입력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검토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+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배포 등은 다른 서비스와 동일하다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5357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5BF5176-1E0E-4EE2-A1E9-D1662C96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만들기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4A0FFCE-4C23-4D25-96E7-E8E45C1A6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0080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C9FD1E-FA51-4970-B851-8E11B6A9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만들기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DF329BA-362E-4D95-A10F-B6B95F7525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6841067" cy="377522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0D04CF-00FC-4748-AC86-067EC217C7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" t="-1" r="51831" b="35708"/>
          <a:stretch/>
        </p:blipFill>
        <p:spPr>
          <a:xfrm>
            <a:off x="6993555" y="4436"/>
            <a:ext cx="5184000" cy="378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4626F8-BFA2-4FB7-9CA4-09CEC4E8E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106" y="4329321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</a:t>
            </a:r>
            <a:r>
              <a:rPr lang="ko-KR" altLang="en-US" sz="13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머신은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말 그대로 가상의 컴퓨터와 동일하다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생성이 아니라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사전에 </a:t>
            </a:r>
            <a:r>
              <a:rPr lang="ko-KR" altLang="en-US" sz="13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만들어놓은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서버를 사용할 수도 있지만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원하는 대로 사양을 정할 수 </a:t>
            </a:r>
            <a:r>
              <a:rPr lang="ko-KR" altLang="en-US" sz="13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없을뿐더러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가격이 많이 상승한다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예를 들어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 Database for MySQL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경우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1 </a:t>
            </a:r>
            <a:r>
              <a:rPr lang="en-US" altLang="ko-KR" sz="13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vCore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5GB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스토리지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7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일 백업 보존 가능 </a:t>
            </a:r>
            <a:r>
              <a:rPr lang="ko-KR" altLang="en-US" sz="13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머신이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월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3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만원 정도를 요구하며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Hadoop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클러스터를 바로 사용할 수 있게 해주는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HDInsight Cluster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최소 코어 수 제한이 있다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8940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ACE188-B48E-4E4A-8E37-B9C0F861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만들기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D0EFBE7-6B19-4666-A992-899D3C19D4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 r="24476"/>
          <a:stretch/>
        </p:blipFill>
        <p:spPr>
          <a:xfrm>
            <a:off x="554416" y="-13760"/>
            <a:ext cx="5400000" cy="3885924"/>
          </a:xfrm>
          <a:prstGeom prst="rect">
            <a:avLst/>
          </a:prstGeo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CF0FD23E-48DD-42F8-B772-14B5FBBF9D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73"/>
          <a:stretch/>
        </p:blipFill>
        <p:spPr>
          <a:xfrm>
            <a:off x="6301592" y="0"/>
            <a:ext cx="5400000" cy="3885924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E456FA-27F2-4404-AC33-077730B88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106" y="4329321"/>
            <a:ext cx="6106742" cy="1645920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 latinLnBrk="0">
              <a:buNone/>
            </a:pP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이름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암호 등을 기본 사항을 입력할 수 있는 화면이다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화면에서는 가상 </a:t>
            </a:r>
            <a:r>
              <a:rPr lang="ko-KR" altLang="en-US" sz="20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사양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운영체제 등을 선택할 수 있다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공개 키 또는 암호를 입력하여 사용자 계정을 생성하고 기본적인 </a:t>
            </a:r>
            <a:r>
              <a:rPr lang="ko-KR" altLang="en-US" sz="20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인바운드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포트 규칙을 선택할 수 있다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181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6E30049-44C6-45C7-8079-475F50AB8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만들기</a:t>
            </a:r>
          </a:p>
        </p:txBody>
      </p:sp>
      <p:pic>
        <p:nvPicPr>
          <p:cNvPr id="6" name="내용 개체 틀 5" descr="그리기이(가) 표시된 사진&#10;&#10;자동 생성된 설명">
            <a:extLst>
              <a:ext uri="{FF2B5EF4-FFF2-40B4-BE49-F238E27FC236}">
                <a16:creationId xmlns:a16="http://schemas.microsoft.com/office/drawing/2014/main" id="{2ED57BB4-12CF-44F7-97E2-6460C16D10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2" b="493"/>
          <a:stretch/>
        </p:blipFill>
        <p:spPr>
          <a:xfrm>
            <a:off x="20" y="10"/>
            <a:ext cx="12191980" cy="39944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520052-0C10-454F-B4A0-E003C7A04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5826" y="4495466"/>
            <a:ext cx="6061022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이번 프로젝트의 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머신에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사용한 운영체제는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7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Linux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수많은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배포판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중 하나인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Red Hat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계열 운영체제로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Red Hat Enterprise Linux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커뮤니티 버전격으로 만들어져서 안정적이고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비슷한 속도로 업데이트가 제공된다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67075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0C28A69-9B26-45AC-AFF7-719A7A50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E5EF81-D796-44C5-B5D6-B2739050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654" y="991443"/>
            <a:ext cx="464629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만들기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D3ADEB6-DA67-41EB-8B00-4AFA3C5AAD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80" b="1"/>
          <a:stretch/>
        </p:blipFill>
        <p:spPr>
          <a:xfrm>
            <a:off x="20" y="-1"/>
            <a:ext cx="6688434" cy="685800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7200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1A59EA-D52E-4CAE-A04C-CC30F711E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5654" y="2684095"/>
            <a:ext cx="4646295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머신이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사용할 네트워크 환경을 선택하는 화면이다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네트워크 인터페이스를 제외한 사항들을 기존에 생성한 항목으로 선택하였다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관리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고급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태그 설정 등은 기본값으로 두고 진행하였기 때문에 과정을 생략하였다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9936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E0C28A69-9B26-45AC-AFF7-719A7A50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2C06D0C-8153-4E66-9D6C-7B98054B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654" y="991443"/>
            <a:ext cx="4646295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만들기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201854F3-5E52-42E9-BB57-2F1E6E47F1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8" t="1" r="25958" b="1"/>
          <a:stretch/>
        </p:blipFill>
        <p:spPr>
          <a:xfrm>
            <a:off x="20" y="-1"/>
            <a:ext cx="6688434" cy="68580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7200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BF1C50-118C-4AE9-B31E-DA8BFF06F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5654" y="2684095"/>
            <a:ext cx="4646295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배포가 완료되면 생성된 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머신이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바로 켜진다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3799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43">
            <a:extLst>
              <a:ext uri="{FF2B5EF4-FFF2-40B4-BE49-F238E27FC236}">
                <a16:creationId xmlns:a16="http://schemas.microsoft.com/office/drawing/2014/main" id="{3CE5203E-F2D1-469A-A50E-9C665421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그림 9" descr="모니터, 스크린샷, 검은색, 화면이(가) 표시된 사진&#10;&#10;자동 생성된 설명">
            <a:extLst>
              <a:ext uri="{FF2B5EF4-FFF2-40B4-BE49-F238E27FC236}">
                <a16:creationId xmlns:a16="http://schemas.microsoft.com/office/drawing/2014/main" id="{A64C08F2-B734-4662-9656-13529C6AC1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9" r="-80"/>
          <a:stretch/>
        </p:blipFill>
        <p:spPr>
          <a:xfrm>
            <a:off x="409602" y="10"/>
            <a:ext cx="5457817" cy="3337549"/>
          </a:xfrm>
          <a:prstGeom prst="rect">
            <a:avLst/>
          </a:prstGeom>
        </p:spPr>
      </p:pic>
      <p:pic>
        <p:nvPicPr>
          <p:cNvPr id="8" name="내용 개체 틀 7" descr="스크린샷, 모니터, 검은색, 화면이(가) 표시된 사진&#10;&#10;자동 생성된 설명">
            <a:extLst>
              <a:ext uri="{FF2B5EF4-FFF2-40B4-BE49-F238E27FC236}">
                <a16:creationId xmlns:a16="http://schemas.microsoft.com/office/drawing/2014/main" id="{25ABF0F3-1C64-44F8-AC11-5467BF658C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9" r="-538" b="-1"/>
          <a:stretch/>
        </p:blipFill>
        <p:spPr>
          <a:xfrm>
            <a:off x="409593" y="3520439"/>
            <a:ext cx="5457817" cy="3337561"/>
          </a:xfrm>
          <a:prstGeom prst="rect">
            <a:avLst/>
          </a:prstGeom>
        </p:spPr>
      </p:pic>
      <p:sp useBgFill="1">
        <p:nvSpPr>
          <p:cNvPr id="53" name="Rectangle 45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4590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CEEE19-1354-4346-BA1D-E6B64FBA3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215" y="978408"/>
            <a:ext cx="460705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9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만들기</a:t>
            </a:r>
          </a:p>
        </p:txBody>
      </p:sp>
      <p:sp>
        <p:nvSpPr>
          <p:cNvPr id="54" name="Rectangle 47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0582" y="118561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5" name="Rectangle 49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2473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BDCC4C-08C9-4B73-8566-E8C9D1D9F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6263" y="2368296"/>
            <a:ext cx="4607052" cy="35021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경우 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머신을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생성하면 네트워크 인터페이스를 자동으로 생성해준다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그러나 여기에서는 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원활한 관리를 위해 기존에 생성해둔 네트워크 인터페이스에 연결하고자 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켜져있는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머신을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끈 후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네트워킹 메뉴로 진입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인터페이스 연결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누른 후 미리 만들어준 네트워크 인터페이스를 선택하고 확인을 누른다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연결이 완료되면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인터페이스 분리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클릭하고 기존에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연결되있던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인터페이스를 선택하고 확인을 누른다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62078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582AAA3-B35F-4040-B812-20F4F511F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외부 </a:t>
            </a:r>
            <a:r>
              <a:rPr lang="en-US" altLang="ko-KR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 연결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1620B3-CA8E-42C2-8614-8CC63E361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7037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모니터, 검은색, 스크린샷, 화면이(가) 표시된 사진&#10;&#10;자동 생성된 설명">
            <a:extLst>
              <a:ext uri="{FF2B5EF4-FFF2-40B4-BE49-F238E27FC236}">
                <a16:creationId xmlns:a16="http://schemas.microsoft.com/office/drawing/2014/main" id="{933462CE-D013-41AB-A1BD-36B60F6F0E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42" b="-113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713DB59-9628-4F47-852E-BD979097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외부 </a:t>
            </a:r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 연결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F452DB-D941-4CDF-8B0B-A2534BE97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서버에 도메인을 할당하는 등 외부와 연결하려 외부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주소를 할당하여야 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Azure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에서는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공용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라고 부른다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732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모니터, 실내, 스크린샷, 검은색이(가) 표시된 사진&#10;&#10;자동 생성된 설명">
            <a:extLst>
              <a:ext uri="{FF2B5EF4-FFF2-40B4-BE49-F238E27FC236}">
                <a16:creationId xmlns:a16="http://schemas.microsoft.com/office/drawing/2014/main" id="{8A02CF67-1093-41CC-B716-B9D464B0DC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4CF7C9-8895-443E-B3C8-143807DD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외부 </a:t>
            </a:r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 연결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B7854A-6846-47D5-A8CA-6EDBE5F4D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공용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 화면</a:t>
            </a:r>
            <a:endParaRPr lang="en-US" altLang="ko-KR" sz="17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공용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주소를 생성하고 관리할 수 있는 화면이다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49109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5FFFDF-F133-41A2-BCEF-115F5B7A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외부 </a:t>
            </a:r>
            <a:r>
              <a:rPr lang="en-US" altLang="ko-KR" sz="3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3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 연결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65A60C-60E4-490A-A999-A2965C38E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공용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 만들기 화면</a:t>
            </a:r>
            <a:endParaRPr lang="en-US" altLang="ko-KR" sz="18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IPv4, IPv6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</a:t>
            </a:r>
            <a:r>
              <a:rPr lang="ko-KR" altLang="en-US" sz="180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만들건지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또는 둘 다 만들 것인지 선택한 후 이름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할당 방식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할당 시간 등 기본 정보를 입력하면 된다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사진에는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동적 할당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하였으나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서버의 기능을 고려하여 이후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정적 할당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변경하였다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만들기를 누르면 배포가 진행되며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배포가 완료되면 공용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주소가 할당된다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그러나 할당만 되었을 뿐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연결되지는 않은 상태이다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6" name="내용 개체 틀 5" descr="스크린샷, 모니터, 화면, 컴퓨터이(가) 표시된 사진&#10;&#10;자동 생성된 설명">
            <a:extLst>
              <a:ext uri="{FF2B5EF4-FFF2-40B4-BE49-F238E27FC236}">
                <a16:creationId xmlns:a16="http://schemas.microsoft.com/office/drawing/2014/main" id="{6A0135E5-E732-4136-8738-EEC90CB6EC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59" b="-1"/>
          <a:stretch/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73030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모니터, 화면, 검은색이(가) 표시된 사진&#10;&#10;자동 생성된 설명">
            <a:extLst>
              <a:ext uri="{FF2B5EF4-FFF2-40B4-BE49-F238E27FC236}">
                <a16:creationId xmlns:a16="http://schemas.microsoft.com/office/drawing/2014/main" id="{87BCF951-9E3B-4FEE-B3CB-4F88E312F8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82B4DF-DB32-4866-A1F6-A82F6207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외부 </a:t>
            </a:r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 연결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974C40-0F7E-4B12-8A7F-304FFC6D8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생성이 완료된 후 목록에서 이름을 선택하면 할당 받은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주소를 관리할 수 있는 화면이 나타난다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화면에서 연결을 클릭한 후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리소스 종류는 네트워크 인터페이스를 선택한다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생성해둔 네트워크 인터페이스의 드롭다운 목록이 나타나면 연결할 항목을 선택하고 확인을 누르면 연결된다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0958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모니터, 스크린샷, 화면, 검은색이(가) 표시된 사진&#10;&#10;자동 생성된 설명">
            <a:extLst>
              <a:ext uri="{FF2B5EF4-FFF2-40B4-BE49-F238E27FC236}">
                <a16:creationId xmlns:a16="http://schemas.microsoft.com/office/drawing/2014/main" id="{01BC899F-7BDC-4F7B-A5D9-2DD51A757D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8" t="-1" r="56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AB00B13-30AB-4D0F-AB3F-80CAD53EC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472717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외부 </a:t>
            </a:r>
            <a:r>
              <a:rPr lang="en-US" altLang="ko-KR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 연결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5D705B-2709-4173-92DC-E8B5AC73E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latinLnBrk="0">
              <a:buNone/>
            </a:pPr>
            <a:r>
              <a:rPr lang="ko-KR" altLang="en-US" sz="17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연결이 완료되면 해당 네트워크 인터페이스가 연결된 가상 머신 화면에서 공용 </a:t>
            </a:r>
            <a:r>
              <a:rPr lang="en-US" altLang="ko-KR" sz="17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7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주소가 확인된다</a:t>
            </a:r>
            <a:r>
              <a:rPr lang="en-US" altLang="ko-KR" sz="17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51598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3CB305-73C1-4417-A390-78FCB69B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연결하기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DF33F-9FAC-44A6-ACA2-10B368291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00811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A52B99F1-B2DC-437E-A8A1-A57F2F29F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9E910A-39C9-41FA-B2BA-4B5626CE9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1092857"/>
            <a:ext cx="3669704" cy="4389120"/>
          </a:xfrm>
        </p:spPr>
        <p:txBody>
          <a:bodyPr>
            <a:normAutofit/>
          </a:bodyPr>
          <a:lstStyle/>
          <a:p>
            <a:r>
              <a:rPr lang="en-US" altLang="ko-KR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</a:t>
            </a:r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연결하기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93537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DECCA-B849-4F80-8F87-3DED789DD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679" y="1092857"/>
            <a:ext cx="5670087" cy="4389120"/>
          </a:xfrm>
        </p:spPr>
        <p:txBody>
          <a:bodyPr anchor="ctr">
            <a:normAutofit/>
          </a:bodyPr>
          <a:lstStyle/>
          <a:p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환경을 사용하기 위하여 가상 </a:t>
            </a:r>
            <a:r>
              <a:rPr lang="ko-KR" altLang="en-US" sz="200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       운영체제를 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Linux CentOS 7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선택하였다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Linux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환경에서는 원격 </a:t>
            </a:r>
            <a:r>
              <a:rPr lang="ko-KR" altLang="en-US" sz="200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접속시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프로토콜을 사용하여 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CLI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환경에서 컴퓨터를 제어할 수 있는데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이 기능을 사용하려면 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서버와 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클라이언트가 필요한데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</a:t>
            </a:r>
            <a:r>
              <a:rPr lang="ko-KR" altLang="en-US" sz="200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머신에는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서버가 미리 설정된 상태이다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클라이언트는 본인이 이용하기 편한 클라이언트를 사용하면 되는데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대표적으로 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PuTTY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   </a:t>
            </a:r>
            <a:r>
              <a:rPr lang="en-US" altLang="ko-KR" sz="200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Bitvise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사의 프로그램이 있다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</a:t>
            </a:r>
            <a:r>
              <a:rPr lang="en-US" altLang="ko-KR" sz="200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Bitvise</a:t>
            </a:r>
            <a:r>
              <a:rPr lang="ko-KR" altLang="en-US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사의 프로그램을 사용하였다</a:t>
            </a:r>
            <a:r>
              <a:rPr lang="en-US" altLang="ko-KR" sz="2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endParaRPr lang="ko-KR" altLang="en-US" sz="20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32598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내용 개체 틀 7" descr="모니터, 스크린샷, 검은색, 컴퓨터이(가) 표시된 사진&#10;&#10;자동 생성된 설명">
            <a:extLst>
              <a:ext uri="{FF2B5EF4-FFF2-40B4-BE49-F238E27FC236}">
                <a16:creationId xmlns:a16="http://schemas.microsoft.com/office/drawing/2014/main" id="{A9E3425E-7952-4896-97C9-E7DFFD3AF7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7" b="15516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27D58B-13FB-48FB-8955-B421CCED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FC6FB8-F0BC-4A82-A261-AF845F857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클라이언트 설치 후 가상 머신에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연결된 공용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주소를 통하여 접속한다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아이디와 접속에 필요한 암호 키는 가상 머신 생성 과정에서 입력해준 것을 사용한다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60550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모니터, 스크린샷, 검은색, 화면이(가) 표시된 사진&#10;&#10;자동 생성된 설명">
            <a:extLst>
              <a:ext uri="{FF2B5EF4-FFF2-40B4-BE49-F238E27FC236}">
                <a16:creationId xmlns:a16="http://schemas.microsoft.com/office/drawing/2014/main" id="{63260909-CB26-4458-B4F3-074AA8B8CF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7" b="1698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7EE435-0962-49B5-B9B5-C2B832E6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32FEB8-07DF-488F-8744-9AE68C16B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서버와 통신에 성공하면 서버가 보낸 키가 올바른지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확인하는 과정이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과정에서 서버가 보낸 키를 저장하면 다음 연결시부터는 이 화면이 뜨지 않는다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84992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모니터, 스크린샷, 검은색, 실내이(가) 표시된 사진&#10;&#10;자동 생성된 설명">
            <a:extLst>
              <a:ext uri="{FF2B5EF4-FFF2-40B4-BE49-F238E27FC236}">
                <a16:creationId xmlns:a16="http://schemas.microsoft.com/office/drawing/2014/main" id="{C4341BA5-C357-4C51-AE26-99E29DF19C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" r="5695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4F41CC-EBBF-4927-A1D7-B32874F5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472717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4000"/>
              <a:t>SSH </a:t>
            </a:r>
            <a:r>
              <a:rPr lang="ko-KR" altLang="en-US" sz="4000"/>
              <a:t>연결하기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2BC77B-1279-4E51-9B91-36D40E58A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latinLnBrk="0">
              <a:buNone/>
            </a:pPr>
            <a:r>
              <a:rPr lang="ko-KR" altLang="en-US" sz="1700">
                <a:solidFill>
                  <a:schemeClr val="bg1"/>
                </a:solidFill>
              </a:rPr>
              <a:t>연결에 성공하면 터미널</a:t>
            </a:r>
            <a:r>
              <a:rPr lang="en-US" altLang="ko-KR" sz="1700">
                <a:solidFill>
                  <a:schemeClr val="bg1"/>
                </a:solidFill>
              </a:rPr>
              <a:t>, SFTP </a:t>
            </a:r>
            <a:r>
              <a:rPr lang="ko-KR" altLang="en-US" sz="1700">
                <a:solidFill>
                  <a:schemeClr val="bg1"/>
                </a:solidFill>
              </a:rPr>
              <a:t>등을 연결할 수 있는 버튼이 나타난다</a:t>
            </a:r>
            <a:r>
              <a:rPr lang="en-US" altLang="ko-KR" sz="170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06158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모니터, 화면, 컴퓨터이(가) 표시된 사진&#10;&#10;자동 생성된 설명">
            <a:extLst>
              <a:ext uri="{FF2B5EF4-FFF2-40B4-BE49-F238E27FC236}">
                <a16:creationId xmlns:a16="http://schemas.microsoft.com/office/drawing/2014/main" id="{5D90AEC9-552B-4893-A199-8C24DAB25D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" b="2706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CF4CE02-FFDD-41AA-8871-705192DC5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1E73DC-EB61-4DF3-A42C-9DF6BB47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연결이 완료되었으므로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정상적으로 연결이 되었는지 확인하기 위해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터미널을 열고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버전을 확인하는 명령어를 입력해보았다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생성 과정에서 선택한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7.7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버전으로 정상적으로 출력되었다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24076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12">
            <a:extLst>
              <a:ext uri="{FF2B5EF4-FFF2-40B4-BE49-F238E27FC236}">
                <a16:creationId xmlns:a16="http://schemas.microsoft.com/office/drawing/2014/main" id="{F4F2FC05-7D27-410F-BDA9-ADF48313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4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EFE14D3-506E-4BC2-9E74-ACBD2BEAB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78408"/>
            <a:ext cx="460705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9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9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연결하기</a:t>
            </a: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D46763-1512-4D57-9F88-B13B2470F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6" y="2368296"/>
            <a:ext cx="4607052" cy="3502152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미리 설치된 프로그램들은 버전이 오래 되었을 수 있다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터미널을 통해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yum update’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입력하여 업데이트를 진행해준다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6" name="내용 개체 틀 5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F2936CDC-22AE-4A19-A965-9D4A00F5D3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7" r="3" b="19113"/>
          <a:stretch/>
        </p:blipFill>
        <p:spPr>
          <a:xfrm>
            <a:off x="6324599" y="10"/>
            <a:ext cx="5457817" cy="3337549"/>
          </a:xfrm>
          <a:prstGeom prst="rect">
            <a:avLst/>
          </a:prstGeom>
        </p:spPr>
      </p:pic>
      <p:pic>
        <p:nvPicPr>
          <p:cNvPr id="8" name="그림 7" descr="검은색, 모니터, 앉아있는, 테이블이(가) 표시된 사진&#10;&#10;자동 생성된 설명">
            <a:extLst>
              <a:ext uri="{FF2B5EF4-FFF2-40B4-BE49-F238E27FC236}">
                <a16:creationId xmlns:a16="http://schemas.microsoft.com/office/drawing/2014/main" id="{F980A309-3950-46BE-988E-FFB3BE9C2B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13" r="3" b="-107"/>
          <a:stretch/>
        </p:blipFill>
        <p:spPr>
          <a:xfrm>
            <a:off x="6324590" y="3520439"/>
            <a:ext cx="5457817" cy="33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186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앉아있는, 검은색, 테이블이(가) 표시된 사진&#10;&#10;자동 생성된 설명">
            <a:extLst>
              <a:ext uri="{FF2B5EF4-FFF2-40B4-BE49-F238E27FC236}">
                <a16:creationId xmlns:a16="http://schemas.microsoft.com/office/drawing/2014/main" id="{D7F2302C-1F8D-41B9-8D6A-4B2EF461E1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94" r="4" b="-2836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F9EDCB1-3F0F-4952-BF5D-D5EC0A6CA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B09E46-2D9F-4331-8FB2-3B9C719C8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업데이트가 완료되면 내역이 출력되면서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‘Complete!’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메시지가 나온다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업데이트가 완료되었다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정상적인 적용을 위해 가상 머신을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재시작 시켜주었다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2955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204A6A-6175-493B-A646-6654CEC4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BD8B93-7CC0-4732-812E-2B1F507E3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5704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0F5FA1-7939-4FC7-85CF-9ED667508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59D702-C7B0-475A-91A3-78F8981B6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관계형 데이터베이스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(RDB)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관리하는 시스템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(MS)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데이터들의 관계를 테이블 형태로 저장하고 관리한다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대표적으로 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Oracle, MySQL, MariaDB 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등이 있다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Linux 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운영체제에는 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MariaDB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 기본 설치되는 경우가 많지만 여기서는 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선택하였다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 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 제공하는 저장소에 포함 되어있지 않아서 별도로 저장소를 추가해주어야 하는데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MySQL 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홈페이지에서 이 저장소를 설치하는 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RPM 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패키지를 다운로드할 수 있다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endParaRPr lang="ko-KR" altLang="en-US" sz="22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30623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내용 개체 틀 7" descr="스크린샷, 앉아있는, 테이블, 검은색이(가) 표시된 사진&#10;&#10;자동 생성된 설명">
            <a:extLst>
              <a:ext uri="{FF2B5EF4-FFF2-40B4-BE49-F238E27FC236}">
                <a16:creationId xmlns:a16="http://schemas.microsoft.com/office/drawing/2014/main" id="{B565B486-C900-4540-B09F-EF3A56E596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9" b="4667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6FA2C3-6D8E-4E55-AEA9-EEBF0A46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709C63-E305-42C6-AC02-53A5DC0F9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먼저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홈페이지에서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RPM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패키지 주소를 얻어온다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 후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wget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이용하여 다운로드한다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또는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yum localinstall’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명령어에 주소를 입력하면 자동으로 설치까지 완료된다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25300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앉아있는, 거리, 전화이(가) 표시된 사진&#10;&#10;자동 생성된 설명">
            <a:extLst>
              <a:ext uri="{FF2B5EF4-FFF2-40B4-BE49-F238E27FC236}">
                <a16:creationId xmlns:a16="http://schemas.microsoft.com/office/drawing/2014/main" id="{C54B7311-EFDF-417A-8790-55959AC104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50" r="4" b="1320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F63B84A-D9E9-4369-A563-0E491B9B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49B30-C860-433F-B5C0-A829606EC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rpm –Uvh’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명령어에 방금 전에 다운로드한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RPM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패키지 파일명을 입력하면 저장소 설치가 진행된다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파일명이 길지만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Tab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키를 눌러 자동 완성을 이용할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49226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검은색, 모니터, 화면, 물이(가) 표시된 사진&#10;&#10;자동 생성된 설명">
            <a:extLst>
              <a:ext uri="{FF2B5EF4-FFF2-40B4-BE49-F238E27FC236}">
                <a16:creationId xmlns:a16="http://schemas.microsoft.com/office/drawing/2014/main" id="{017B44B6-DA8B-4823-B21F-8BFFF7056C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15" r="4" b="11642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0C88DB-2E75-4D03-B007-04E5BD2D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566091-2435-49E9-8BF4-0E4A8736C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yum repolist all’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통하여 설치된 모든 저장소 목록을 불러올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‘grep’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명령어로 입력한 검색어를 가진 부분만 출력할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31766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2">
            <a:extLst>
              <a:ext uri="{FF2B5EF4-FFF2-40B4-BE49-F238E27FC236}">
                <a16:creationId xmlns:a16="http://schemas.microsoft.com/office/drawing/2014/main" id="{6D731904-7733-45B0-902C-289497204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504E6397-35D7-4AEC-9DA9-B7F6B12B8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EAC367-ACC1-43BD-B944-486B3558C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40602"/>
            <a:ext cx="353872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RDBMS </a:t>
            </a:r>
            <a:r>
              <a:rPr lang="ko-KR" alt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설치</a:t>
            </a:r>
          </a:p>
        </p:txBody>
      </p:sp>
      <p:pic>
        <p:nvPicPr>
          <p:cNvPr id="6" name="내용 개체 틀 5" descr="검은색, 화면, 물이(가) 표시된 사진&#10;&#10;자동 생성된 설명">
            <a:extLst>
              <a:ext uri="{FF2B5EF4-FFF2-40B4-BE49-F238E27FC236}">
                <a16:creationId xmlns:a16="http://schemas.microsoft.com/office/drawing/2014/main" id="{A43FFB48-8663-4634-AEFC-4D13EDBC51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7"/>
          <a:stretch/>
        </p:blipFill>
        <p:spPr>
          <a:xfrm>
            <a:off x="6" y="10"/>
            <a:ext cx="4884383" cy="3995918"/>
          </a:xfrm>
          <a:prstGeom prst="rect">
            <a:avLst/>
          </a:prstGeom>
        </p:spPr>
      </p:pic>
      <p:pic>
        <p:nvPicPr>
          <p:cNvPr id="8" name="그림 7" descr="검은색, 앉아있는, 목재의, 거리이(가) 표시된 사진&#10;&#10;자동 생성된 설명">
            <a:extLst>
              <a:ext uri="{FF2B5EF4-FFF2-40B4-BE49-F238E27FC236}">
                <a16:creationId xmlns:a16="http://schemas.microsoft.com/office/drawing/2014/main" id="{E513BD02-A5F3-486A-B45B-D606961D93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27" r="-3" b="14162"/>
          <a:stretch/>
        </p:blipFill>
        <p:spPr>
          <a:xfrm>
            <a:off x="5074877" y="10"/>
            <a:ext cx="7117118" cy="3995918"/>
          </a:xfrm>
          <a:prstGeom prst="rect">
            <a:avLst/>
          </a:prstGeom>
        </p:spPr>
      </p:pic>
      <p:sp>
        <p:nvSpPr>
          <p:cNvPr id="28" name="Rectangle 16">
            <a:extLst>
              <a:ext uri="{FF2B5EF4-FFF2-40B4-BE49-F238E27FC236}">
                <a16:creationId xmlns:a16="http://schemas.microsoft.com/office/drawing/2014/main" id="{62C5A04F-2AEB-4631-8314-A8B812E1E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4B2B1C70-BF3F-41BD-871B-63D8F911F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456E2E-C6EB-492A-879E-FE6B0524F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240" y="4440602"/>
            <a:ext cx="600760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1800"/>
              <a:t>‘sudo yum install mysql-community-server’ </a:t>
            </a:r>
            <a:r>
              <a:rPr lang="ko-KR" altLang="en-US" sz="1800"/>
              <a:t>명령어를 입력하면 현재 최신 버전의 </a:t>
            </a:r>
            <a:r>
              <a:rPr lang="en-US" altLang="ko-KR" sz="1800"/>
              <a:t>MySQL </a:t>
            </a:r>
            <a:r>
              <a:rPr lang="ko-KR" altLang="en-US" sz="1800"/>
              <a:t>서버</a:t>
            </a:r>
            <a:r>
              <a:rPr lang="en-US" altLang="ko-KR" sz="1800"/>
              <a:t> </a:t>
            </a:r>
            <a:r>
              <a:rPr lang="ko-KR" altLang="en-US" sz="1800"/>
              <a:t>커뮤니티 에디션을 설치할 수 있다</a:t>
            </a:r>
            <a:r>
              <a:rPr lang="en-US" altLang="ko-KR" sz="1800"/>
              <a:t>.</a:t>
            </a:r>
          </a:p>
          <a:p>
            <a:pPr latinLnBrk="0"/>
            <a:r>
              <a:rPr lang="ko-KR" altLang="en-US" sz="1800"/>
              <a:t>명령어를 입력하면 </a:t>
            </a:r>
            <a:r>
              <a:rPr lang="en-US" altLang="ko-KR" sz="1800"/>
              <a:t>YUM </a:t>
            </a:r>
            <a:r>
              <a:rPr lang="ko-KR" altLang="en-US" sz="1800"/>
              <a:t>프로그램이 자동으로 필요한 파일</a:t>
            </a:r>
            <a:r>
              <a:rPr lang="en-US" altLang="ko-KR" sz="1800"/>
              <a:t>, </a:t>
            </a:r>
            <a:r>
              <a:rPr lang="ko-KR" altLang="en-US" sz="1800"/>
              <a:t>교체할 파일 등을 찾아서 보여준다</a:t>
            </a:r>
            <a:r>
              <a:rPr lang="en-US" altLang="ko-KR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94616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검은색, 모니터, 앉아있는, 테이블이(가) 표시된 사진&#10;&#10;자동 생성된 설명">
            <a:extLst>
              <a:ext uri="{FF2B5EF4-FFF2-40B4-BE49-F238E27FC236}">
                <a16:creationId xmlns:a16="http://schemas.microsoft.com/office/drawing/2014/main" id="{4D956FC3-B807-4AD9-8870-D8358A41F9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94" r="4" b="-2836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8A3E34-C4CA-4F38-9702-7EA16F38E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6CA47-09BB-4B99-A79A-002B4DB99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설치를 할 것인지 묻는 단계에서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‘y’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선택하면 설치가 진행된다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단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처음 이용하는 저장소가 있을 경우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GPG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키를 확인하는 과정이 나타난다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GPG </a:t>
            </a:r>
            <a:r>
              <a:rPr lang="ko-KR" altLang="en-US" sz="170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키란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GNU Privacy Guard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약자로 프로그램을 암호화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/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복호화 </a:t>
            </a:r>
            <a:r>
              <a:rPr lang="ko-KR" altLang="en-US" sz="170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하는데에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사용한다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프로그램이 중간에 오염되지 않았는지 확인할 수 있는 일종의 전자서명이다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93325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검은색, 컴퓨터이(가) 표시된 사진&#10;&#10;자동 생성된 설명">
            <a:extLst>
              <a:ext uri="{FF2B5EF4-FFF2-40B4-BE49-F238E27FC236}">
                <a16:creationId xmlns:a16="http://schemas.microsoft.com/office/drawing/2014/main" id="{0E27EA98-A162-4512-B8E3-50FF6ED320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94" r="4" b="-2836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B06852-78CA-4608-B3DD-8969BF65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14578A-5A9E-4917-8983-4D54F9E56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설치가 완료되었다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systemctl start mysqld.service’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입력하여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서버를 실행해준다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20907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모니터, 전화이(가) 표시된 사진&#10;&#10;자동 생성된 설명">
            <a:extLst>
              <a:ext uri="{FF2B5EF4-FFF2-40B4-BE49-F238E27FC236}">
                <a16:creationId xmlns:a16="http://schemas.microsoft.com/office/drawing/2014/main" id="{B2A1218E-02A9-4377-87A2-5A9142A2B4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81" r="4" b="107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259DB3A-DD1F-4C76-8D1D-C4B402D4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38FBE4-E097-4DF2-9A60-4D57C43F4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systemctl status mysqld.service’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입력하여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서버가 정상적으로 실행중인지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확인한다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sudo service mysqld statu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입력하였는데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이는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6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까지 사용하던 명령어로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7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에서는 호환성을 위해 제공한다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07454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8C24D1A4-D684-47E6-BEDE-5E64AE9CCD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3" b="5155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EACE40-B506-4711-8B5D-4CF28E0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644EF6-EA6B-4D03-88D0-FB1035738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서버가 처음 실행될 경우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임의로 최고 관리자 계정인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‘root’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계정의 암호를 생성해준다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암호는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 로그 파일에 기록되는데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이것을 확인하기 위해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grep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이용하였다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35362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AB27104A-1B49-457E-81BA-2FD1AA77FC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51" b="-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21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580A98-50BA-4180-9ACC-64065009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4B92C3-502E-42AA-B76E-980576C04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앞에서 확인한 암호를 이용하여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서버에 로그인한 후 비밀번호를 변경하였다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설치는 완료되었고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필요한 설정은 설정 파일을 통하여 변경할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15670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5774059-3A78-483A-9D59-C9453A2AE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240321-A370-4C8D-95D7-CD29DC27D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2800" kern="1200">
                <a:solidFill>
                  <a:srgbClr val="FFFFFF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</a:t>
            </a:r>
            <a:r>
              <a:rPr lang="ko-KR" altLang="en-US" sz="2800" kern="1200">
                <a:solidFill>
                  <a:srgbClr val="FFFFFF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7677629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CAFC55-5242-44DB-908D-6D1F55DE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AE54B3-4A6F-4DDF-BEC4-5B588AC74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</a:t>
            </a:r>
            <a:r>
              <a:rPr lang="en-US" altLang="ko-KR" sz="22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HTTPd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Microsoft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IIS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같은 웹 서버 중 하나로 가볍고 높은 성능을 목표로 제작되었다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이번 프로젝트에서는 비용 문제로 인해 가상 </a:t>
            </a:r>
            <a:r>
              <a:rPr lang="ko-KR" altLang="en-US" sz="22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성능을 낮출 수 밖에 없어서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사용하게 되었다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47274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내용 개체 틀 12" descr="스크린샷이(가) 표시된 사진&#10;&#10;자동 생성된 설명">
            <a:extLst>
              <a:ext uri="{FF2B5EF4-FFF2-40B4-BE49-F238E27FC236}">
                <a16:creationId xmlns:a16="http://schemas.microsoft.com/office/drawing/2014/main" id="{3129F1E3-1B09-47FF-BDEF-A7A13B52FA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6385" r="8" b="45318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4A714CD5-05F6-4D7B-9405-AC0B5850F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711ADA6-E1EC-4EC9-8E70-5D13197AD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YUM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저장소를 추가해줘야하기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때문에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yum-utils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설치한 후 추가를 시도하였다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yum-utils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이미 설치된 상태라 설치할 필요가 없었기 때문에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편집기를 통해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저장소 파일을 생성해주었다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87156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C7B352FC-1F44-4AB9-A2BD-FBF231C6B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A77D6DCF-0A59-43BC-9DC1-4364DEB903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43"/>
          <a:stretch/>
        </p:blipFill>
        <p:spPr>
          <a:xfrm>
            <a:off x="-2" y="-1"/>
            <a:ext cx="12192001" cy="6858000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4716089"/>
            <a:ext cx="6288261" cy="1573149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7C60F1-EE38-4633-BA7B-A89FD94B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210" y="4909985"/>
            <a:ext cx="3212386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EDCF4F-FF15-4DCF-9015-DAE1A3026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0734" y="4909984"/>
            <a:ext cx="2228641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그림과 같이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저장소 파일을 작성해준 후 저장하면 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5175711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24364" y="5493516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10911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8">
            <a:extLst>
              <a:ext uri="{FF2B5EF4-FFF2-40B4-BE49-F238E27FC236}">
                <a16:creationId xmlns:a16="http://schemas.microsoft.com/office/drawing/2014/main" id="{DB90EDA9-2517-46EC-B6D4-3918D047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80F2D63-B6AF-49E1-B19D-E7628675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49B1F2-532C-44C7-8AC7-28EA15EE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99684292-5A3E-4DD0-8929-19E822F54F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63"/>
          <a:stretch/>
        </p:blipFill>
        <p:spPr>
          <a:xfrm>
            <a:off x="7684008" y="10"/>
            <a:ext cx="4507992" cy="293457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E7D3784-5CF9-4282-9B1C-52395785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A48B4C-CC35-4B86-A35A-C02A0037A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YUM Config Manager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통해 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Mainline 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버전 저장소를 다시 한번 활성화시켰다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YUM Config Manager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 저장소 파일의 내용을 검증해준다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8" name="그림 7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DF4CFC49-A020-4570-9A1F-ABBB61CCBD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19"/>
          <a:stretch/>
        </p:blipFill>
        <p:spPr>
          <a:xfrm>
            <a:off x="7684008" y="3172968"/>
            <a:ext cx="4507992" cy="368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227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16">
            <a:extLst>
              <a:ext uri="{FF2B5EF4-FFF2-40B4-BE49-F238E27FC236}">
                <a16:creationId xmlns:a16="http://schemas.microsoft.com/office/drawing/2014/main" id="{24DDD7F0-1FEB-4A1A-9A93-698DF8466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2F5610-40BF-46BE-9716-A83E8BFA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612" y="1144769"/>
            <a:ext cx="3724217" cy="28964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CDBE1D-D402-47C8-9549-F5710B88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8611" y="4403174"/>
            <a:ext cx="3724218" cy="161848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21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</a:t>
            </a:r>
            <a:r>
              <a:rPr lang="en-US" altLang="ko-KR" sz="21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yum install nginx’ </a:t>
            </a:r>
            <a:r>
              <a:rPr lang="ko-KR" altLang="en-US" sz="21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입력하여 설치를 시도하면 설치 과정이 진행된다</a:t>
            </a:r>
            <a:r>
              <a:rPr lang="en-US" altLang="ko-KR" sz="21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10" name="그림 9" descr="스크린샷, 검은색, 전화이(가) 표시된 사진&#10;&#10;자동 생성된 설명">
            <a:extLst>
              <a:ext uri="{FF2B5EF4-FFF2-40B4-BE49-F238E27FC236}">
                <a16:creationId xmlns:a16="http://schemas.microsoft.com/office/drawing/2014/main" id="{F025AE36-8DC0-4376-A7D8-29AB321BB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05770"/>
            <a:ext cx="3939064" cy="2987516"/>
          </a:xfrm>
          <a:prstGeom prst="rect">
            <a:avLst/>
          </a:prstGeom>
        </p:spPr>
      </p:pic>
      <p:pic>
        <p:nvPicPr>
          <p:cNvPr id="6" name="내용 개체 틀 5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CAE3F7E0-0ACE-4327-A7D2-265E0881FC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714"/>
            <a:ext cx="3939064" cy="2987516"/>
          </a:xfrm>
          <a:prstGeom prst="rect">
            <a:avLst/>
          </a:prstGeom>
        </p:spPr>
      </p:pic>
      <p:sp>
        <p:nvSpPr>
          <p:cNvPr id="40" name="Rectangle 18">
            <a:extLst>
              <a:ext uri="{FF2B5EF4-FFF2-40B4-BE49-F238E27FC236}">
                <a16:creationId xmlns:a16="http://schemas.microsoft.com/office/drawing/2014/main" id="{114A821F-8663-46BA-8CC0-D4C44F63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4376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그림 11" descr="스크린샷이(가) 표시된 사진&#10;&#10;자동 생성된 설명">
            <a:extLst>
              <a:ext uri="{FF2B5EF4-FFF2-40B4-BE49-F238E27FC236}">
                <a16:creationId xmlns:a16="http://schemas.microsoft.com/office/drawing/2014/main" id="{89A93D4E-7FFF-484E-8386-8B6539734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490" y="3605770"/>
            <a:ext cx="3939064" cy="2987516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636C5908-484C-497D-87E4-D90ADDB3C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490" y="264714"/>
            <a:ext cx="3939064" cy="2987516"/>
          </a:xfrm>
          <a:prstGeom prst="rect">
            <a:avLst/>
          </a:prstGeom>
        </p:spPr>
      </p:pic>
      <p:sp>
        <p:nvSpPr>
          <p:cNvPr id="41" name="Rectangle 20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8611" y="4177748"/>
            <a:ext cx="370685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1278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4">
            <a:extLst>
              <a:ext uri="{FF2B5EF4-FFF2-40B4-BE49-F238E27FC236}">
                <a16:creationId xmlns:a16="http://schemas.microsoft.com/office/drawing/2014/main" id="{71A784BF-09DB-448D-99FC-B49DFC660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6">
            <a:extLst>
              <a:ext uri="{FF2B5EF4-FFF2-40B4-BE49-F238E27FC236}">
                <a16:creationId xmlns:a16="http://schemas.microsoft.com/office/drawing/2014/main" id="{917859B3-4C91-478D-929D-BB6433F9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CEC3E0-7E7D-4F45-A0A2-A4738449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5052"/>
            <a:ext cx="309372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2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E745C2EF-314B-4BBC-A4B9-A930867625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" r="25041" b="-2"/>
          <a:stretch/>
        </p:blipFill>
        <p:spPr>
          <a:xfrm>
            <a:off x="8260100" y="-13417"/>
            <a:ext cx="3931900" cy="4005072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4F28F470-BA10-472F-9A5D-BF5C99FDFC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r="25041" b="-2"/>
          <a:stretch/>
        </p:blipFill>
        <p:spPr>
          <a:xfrm>
            <a:off x="4130040" y="6"/>
            <a:ext cx="3931920" cy="4005071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E6FF729-45F9-40E2-8068-40828A2ED9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6" r="15467"/>
          <a:stretch/>
        </p:blipFill>
        <p:spPr>
          <a:xfrm>
            <a:off x="0" y="0"/>
            <a:ext cx="3931920" cy="4005072"/>
          </a:xfrm>
          <a:prstGeom prst="rect">
            <a:avLst/>
          </a:prstGeom>
        </p:spPr>
      </p:pic>
      <p:sp>
        <p:nvSpPr>
          <p:cNvPr id="14" name="Rectangle 18">
            <a:extLst>
              <a:ext uri="{FF2B5EF4-FFF2-40B4-BE49-F238E27FC236}">
                <a16:creationId xmlns:a16="http://schemas.microsoft.com/office/drawing/2014/main" id="{6283FBD2-A663-469F-855C-06D86E3C1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1279FC-7441-4E55-B082-2774E6316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520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5F1966-6A27-4ABE-BCCA-932353A87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0266" y="4435052"/>
            <a:ext cx="710418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설치된 이후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편집기를 통하여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설정을 편집해준다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간단한 테스트만 진행하기 위해 도메인 연결만 해주었다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39283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6CB6E19-12F5-4EA6-BB56-39DCB7BB19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4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DD95773-1810-4DB4-9404-5509D41C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DA169E-809F-4DE4-AAB2-B2907ECD5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nginx’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통해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실행해준다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 파일이 이상이 있을 경우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오류가 출력된다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37238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18F5F883-15CF-4BC8-BA88-31B81B60C2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7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C0261D-3043-498A-8821-A9C78798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DC0093-8A0F-43A0-A110-493F10755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정상적으로 설치되었다면 웹 브라우저에 설정 파일에서 연결해준 도메인을 입력하여 접속할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또한 별도로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HTML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파일을 작성하지 않았기 때문에 기본 페이지가 출력된다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63517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A12E94-1148-4D50-A66C-5FA26086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6E72B6-0558-4470-92CF-F0157068C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2800" kern="1200">
                <a:solidFill>
                  <a:srgbClr val="FFFFFF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 </a:t>
            </a:r>
            <a:r>
              <a:rPr lang="ko-KR" altLang="en-US" sz="2800" kern="1200">
                <a:solidFill>
                  <a:srgbClr val="FFFFFF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10403490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D442CE-3368-4DBB-94CD-D43AA5DD6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2744E-D7E3-4463-B3DC-586122704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최근 인기를 얻고 있는 웹 어플리케이션 서버로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NGINX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달리 동적 컨텐츠를 처리할 수 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JavaScript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처리하는 플랫폼이다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22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npm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Yarn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과 같은 다양한 패키지 매니저를 통해 패키지를 관리할 수 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NodeJS, </a:t>
            </a:r>
            <a:r>
              <a:rPr lang="en-US" altLang="ko-KR" sz="22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npm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Yarn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모두 설치한다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40420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2">
            <a:extLst>
              <a:ext uri="{FF2B5EF4-FFF2-40B4-BE49-F238E27FC236}">
                <a16:creationId xmlns:a16="http://schemas.microsoft.com/office/drawing/2014/main" id="{6D731904-7733-45B0-902C-289497204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14">
            <a:extLst>
              <a:ext uri="{FF2B5EF4-FFF2-40B4-BE49-F238E27FC236}">
                <a16:creationId xmlns:a16="http://schemas.microsoft.com/office/drawing/2014/main" id="{504E6397-35D7-4AEC-9DA9-B7F6B12B8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EF40BD-C275-4094-8265-473870D9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40602"/>
            <a:ext cx="353872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32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649EE3-A4D8-44CC-ABF6-478617B24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9778" y="-1"/>
            <a:ext cx="5252085" cy="3983355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D8021F5-63B8-4850-A398-53C3EFC603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416" y="-13118"/>
            <a:ext cx="5252085" cy="3983355"/>
          </a:xfrm>
          <a:prstGeom prst="rect">
            <a:avLst/>
          </a:prstGeom>
        </p:spPr>
      </p:pic>
      <p:sp>
        <p:nvSpPr>
          <p:cNvPr id="31" name="Rectangle 16">
            <a:extLst>
              <a:ext uri="{FF2B5EF4-FFF2-40B4-BE49-F238E27FC236}">
                <a16:creationId xmlns:a16="http://schemas.microsoft.com/office/drawing/2014/main" id="{62C5A04F-2AEB-4631-8314-A8B812E1E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4B2B1C70-BF3F-41BD-871B-63D8F911F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C52420-8814-478C-A1B2-15A5F0FC5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240" y="4440602"/>
            <a:ext cx="6007608" cy="1645920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latinLnBrk="0"/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공식 홈페이지에서 제공하는 바이너리 버전 외에 </a:t>
            </a:r>
            <a:r>
              <a:rPr lang="en-US" altLang="ko-KR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Nodesource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외부 개발팀을 통해 제공하는 패키지 버전도 존재한다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</a:t>
            </a:r>
            <a:r>
              <a:rPr lang="en-US" altLang="ko-KR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Nodesource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통해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설치할 것이다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curl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통해 설치 스크립트를 다운로드한 후 실행해주면 자동으로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YUM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저장소를 추가해준다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73026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0726FC6C-857F-4532-986A-D2894C78E4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55440" r="8" b="-373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BE573D-B6D1-4255-A471-25740895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35F6C9-5DBE-4920-A9BF-883A03351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설치가 다 된 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Yarn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패키지 매니저를 설치한다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Yarn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curl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통해 저장소 파일을 다운로드 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6998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0">
            <a:extLst>
              <a:ext uri="{FF2B5EF4-FFF2-40B4-BE49-F238E27FC236}">
                <a16:creationId xmlns:a16="http://schemas.microsoft.com/office/drawing/2014/main" id="{DB90EDA9-2517-46EC-B6D4-3918D047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AFF46F-CBC1-4AC0-87F3-D519E74F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NGINX + NodeJS </a:t>
            </a:r>
            <a:r>
              <a:rPr lang="ko-KR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설치</a:t>
            </a:r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D449B1F2-532C-44C7-8AC7-28EA15EE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4" name="내용 개체 틀 23" descr="스크린샷이(가) 표시된 사진&#10;&#10;자동 생성된 설명">
            <a:extLst>
              <a:ext uri="{FF2B5EF4-FFF2-40B4-BE49-F238E27FC236}">
                <a16:creationId xmlns:a16="http://schemas.microsoft.com/office/drawing/2014/main" id="{DE5013C5-6F13-499D-9236-6ED411BD65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24" r="-7" b="4639"/>
          <a:stretch/>
        </p:blipFill>
        <p:spPr>
          <a:xfrm>
            <a:off x="7684008" y="10"/>
            <a:ext cx="4507992" cy="2934576"/>
          </a:xfrm>
          <a:prstGeom prst="rect">
            <a:avLst/>
          </a:prstGeom>
        </p:spPr>
      </p:pic>
      <p:sp>
        <p:nvSpPr>
          <p:cNvPr id="41" name="Rectangle 34">
            <a:extLst>
              <a:ext uri="{FF2B5EF4-FFF2-40B4-BE49-F238E27FC236}">
                <a16:creationId xmlns:a16="http://schemas.microsoft.com/office/drawing/2014/main" id="{EE7D3784-5CF9-4282-9B1C-52395785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EE2B1D-9729-4339-97B0-E037C81EF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2200" dirty="0"/>
              <a:t>필요한 개발 도구와 </a:t>
            </a:r>
            <a:r>
              <a:rPr lang="en-US" altLang="ko-KR" sz="2200" dirty="0"/>
              <a:t>Yarn</a:t>
            </a:r>
            <a:r>
              <a:rPr lang="ko-KR" altLang="en-US" sz="2200" dirty="0"/>
              <a:t>을 설치한다</a:t>
            </a:r>
            <a:r>
              <a:rPr lang="en-US" altLang="ko-KR" sz="2200" dirty="0"/>
              <a:t>.</a:t>
            </a:r>
          </a:p>
          <a:p>
            <a:pPr latinLnBrk="0"/>
            <a:r>
              <a:rPr lang="en-US" altLang="ko-KR" sz="2200" dirty="0"/>
              <a:t>Yarn</a:t>
            </a:r>
            <a:r>
              <a:rPr lang="ko-KR" altLang="en-US" sz="2200" dirty="0"/>
              <a:t>을 설치하는 과정에서 </a:t>
            </a:r>
            <a:r>
              <a:rPr lang="en-US" altLang="ko-KR" sz="2200" dirty="0"/>
              <a:t>NodeJS</a:t>
            </a:r>
            <a:r>
              <a:rPr lang="ko-KR" altLang="en-US" sz="2200" dirty="0"/>
              <a:t>가 필요하여 자동으로 설치된다</a:t>
            </a:r>
            <a:r>
              <a:rPr lang="en-US" altLang="ko-KR" sz="2200" dirty="0"/>
              <a:t>.</a:t>
            </a:r>
          </a:p>
          <a:p>
            <a:pPr latinLnBrk="0"/>
            <a:r>
              <a:rPr lang="ko-KR" altLang="en-US" sz="2200" dirty="0"/>
              <a:t>설치 과정은 다른 프로그램들과 동일하다</a:t>
            </a:r>
            <a:r>
              <a:rPr lang="en-US" altLang="ko-KR" sz="2200" dirty="0"/>
              <a:t>.</a:t>
            </a:r>
          </a:p>
        </p:txBody>
      </p:sp>
      <p:pic>
        <p:nvPicPr>
          <p:cNvPr id="26" name="그림 25" descr="검은색이(가) 표시된 사진&#10;&#10;자동 생성된 설명">
            <a:extLst>
              <a:ext uri="{FF2B5EF4-FFF2-40B4-BE49-F238E27FC236}">
                <a16:creationId xmlns:a16="http://schemas.microsoft.com/office/drawing/2014/main" id="{3E63D32A-7634-4753-80EF-C16F421EF4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19"/>
          <a:stretch/>
        </p:blipFill>
        <p:spPr>
          <a:xfrm>
            <a:off x="7684008" y="3172968"/>
            <a:ext cx="4507992" cy="368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0884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0">
            <a:extLst>
              <a:ext uri="{FF2B5EF4-FFF2-40B4-BE49-F238E27FC236}">
                <a16:creationId xmlns:a16="http://schemas.microsoft.com/office/drawing/2014/main" id="{155D7866-985D-4D23-BF0E-72CA30F5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07F9C224-0463-4791-823B-D465872F07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58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731" y="4716089"/>
            <a:ext cx="6288261" cy="1573149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8D751B-8064-4C47-AA6B-05E83B7F3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388" y="4907629"/>
            <a:ext cx="3212386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184476-78ED-44F3-86A7-DDF74DB04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03912" y="4907629"/>
            <a:ext cx="2228641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npm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업데이트해준다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7962" y="5175711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722114" y="5495733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7574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내용 개체 틀 9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A99626DF-D18E-4F2B-9DDF-0F4F21B102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4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386B18-7D64-43A6-B214-EEC6ED52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08E99E-7D42-4F5A-955D-3AB79050B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‘node –v’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통해 설치된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버전을 확인할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14.0.0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버전이 설치되었음을 확인할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74088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676311-14F2-4DC1-95C1-2A34F581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그림 13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11EF86FE-B6BB-4BE2-8A25-400F3CAAF5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95"/>
          <a:stretch/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390B62-149E-4DA0-B4DB-4A9924262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테스트를 위해 간단한 웹 페이지 코드를 작성한 후 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실행해본다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정상적으로 작동할 경우 콘솔에 메시지가 출력된다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endParaRPr lang="en-US" altLang="ko-KR" sz="22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pic>
        <p:nvPicPr>
          <p:cNvPr id="12" name="내용 개체 틀 11" descr="스크린샷이(가) 표시된 사진&#10;&#10;자동 생성된 설명">
            <a:extLst>
              <a:ext uri="{FF2B5EF4-FFF2-40B4-BE49-F238E27FC236}">
                <a16:creationId xmlns:a16="http://schemas.microsoft.com/office/drawing/2014/main" id="{D8969D8C-A28F-4104-B37F-BDE3236E65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95"/>
          <a:stretch/>
        </p:blipFill>
        <p:spPr>
          <a:xfrm>
            <a:off x="7684008" y="0"/>
            <a:ext cx="4507992" cy="2240280"/>
          </a:xfrm>
          <a:prstGeom prst="rect">
            <a:avLst/>
          </a:prstGeom>
        </p:spPr>
      </p:pic>
      <p:pic>
        <p:nvPicPr>
          <p:cNvPr id="16" name="그림 15" descr="스크린샷이(가) 표시된 사진&#10;&#10;자동 생성된 설명">
            <a:extLst>
              <a:ext uri="{FF2B5EF4-FFF2-40B4-BE49-F238E27FC236}">
                <a16:creationId xmlns:a16="http://schemas.microsoft.com/office/drawing/2014/main" id="{97F41D3C-C1FD-4FD2-A4DC-22DE8A71BF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95"/>
          <a:stretch/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352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5E997E0-2648-4FD0-B809-7DC75EE4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9503CF3A-4FA4-4FA3-9C95-0E2DE7B4D3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" b="34471"/>
          <a:stretch/>
        </p:blipFill>
        <p:spPr>
          <a:xfrm>
            <a:off x="7684008" y="4624267"/>
            <a:ext cx="4507992" cy="22402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AC07E4-36D0-44B8-B908-D9F0D4632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 파일에 클라이언트의 접속을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넘겨주는 설정을 추가한다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통해 설정을 확인한 후 설정 파일을 다시 불러온 다음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실행시킨다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8" name="그림 7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6E95FDBD-8B62-4C2F-B2F8-8E1AB494CE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17" r="-7" b="16254"/>
          <a:stretch/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DE92B87-01AF-4F83-86EC-64276DB470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95"/>
          <a:stretch/>
        </p:blipFill>
        <p:spPr>
          <a:xfrm>
            <a:off x="7684008" y="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488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441B3B86-EAA9-41DE-8E68-7B178BA072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7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1FCFA7-D5F6-4CB3-9555-0CC683DF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 + NodeJS </a:t>
            </a:r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D71FA3-9C22-4EA0-88A5-0D9335C8E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추가한 설정대로 잘 실행되었다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NGINX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설정한 주소이지만 보여지는 내용은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NodeJS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작성한 내용이다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37413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666D32-95DE-4CEF-B4AE-88F8B43D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5C339E-4823-4FC3-B78D-B693955A0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2800" kern="1200" dirty="0">
                <a:solidFill>
                  <a:srgbClr val="FFFFFF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 </a:t>
            </a:r>
            <a:r>
              <a:rPr lang="ko-KR" altLang="en-US" sz="2800" kern="1200" dirty="0">
                <a:solidFill>
                  <a:srgbClr val="FFFFFF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8153279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70935D-692F-4CED-A439-20F3D722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514012-1379-4808-9822-3B0F5A84D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 대용량의 데이터를 분산 처리할 수 있도록 해주는 프레임워크이다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과 더불어 사용되는 프로그램들을 일컬어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생태계라고 부른다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생태계들을 편리하게 관리할 수 있도록 해주는 프로그램으로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 Manager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Ambari(Hortonworks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Data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Platform)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등이 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과정에서 서버 설치를 제외한 과정들은 클러스터 내 모든 컴퓨터에 해주어야 하기 때문에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</a:t>
            </a:r>
            <a:r>
              <a:rPr lang="ko-KR" altLang="en-US" sz="22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머신이라면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가상 머신 복제 기능을 활용할 수도 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endParaRPr lang="ko-KR" altLang="en-US" sz="22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25704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12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84FF369-50C5-45AA-98D9-E202B49A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pic>
        <p:nvPicPr>
          <p:cNvPr id="6" name="내용 개체 틀 5" descr="그리기이(가) 표시된 사진&#10;&#10;자동 생성된 설명">
            <a:extLst>
              <a:ext uri="{FF2B5EF4-FFF2-40B4-BE49-F238E27FC236}">
                <a16:creationId xmlns:a16="http://schemas.microsoft.com/office/drawing/2014/main" id="{295837AF-0371-40D0-AEAB-6809D43F51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3" t="-11642" r="-1313" b="-11644"/>
          <a:stretch/>
        </p:blipFill>
        <p:spPr>
          <a:xfrm>
            <a:off x="20" y="10"/>
            <a:ext cx="12191980" cy="3994473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432936-4B73-4DDA-AD60-E8EBF51FB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5826" y="4495466"/>
            <a:ext cx="6061022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다양한 클라우드 컴퓨팅 플랫폼 사업자들이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이용하여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서비스를 제공하고 있어서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설치를 시도해보았다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31193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2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내용 개체 틀 17" descr="스크린샷, 검은색, 화면, 컴퓨터이(가) 표시된 사진&#10;&#10;자동 생성된 설명">
            <a:extLst>
              <a:ext uri="{FF2B5EF4-FFF2-40B4-BE49-F238E27FC236}">
                <a16:creationId xmlns:a16="http://schemas.microsoft.com/office/drawing/2014/main" id="{EA30E516-05CE-49FB-8EF8-AA1FC288DA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55440" r="8" b="-373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22" name="Rectangle: Rounded Corners 24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FF5CB6B-6E39-4C5B-8F21-FDE5F55CF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4A25FB-C992-4846-88E5-221DC80CD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내 컴퓨터들의 시간 동기화를 위해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NTPd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설치한다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후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systemctl enable ntpd’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통하여 가상 머신을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재시작 하여도 시간 동기화가 이루어질 수 있도록 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2427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5">
            <a:extLst>
              <a:ext uri="{FF2B5EF4-FFF2-40B4-BE49-F238E27FC236}">
                <a16:creationId xmlns:a16="http://schemas.microsoft.com/office/drawing/2014/main" id="{9A42C7B2-7BD6-433A-95AB-5AA4F44B5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그림 9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492DDC1E-103B-4B98-BA02-99A19532F6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83" b="2"/>
          <a:stretch/>
        </p:blipFill>
        <p:spPr>
          <a:xfrm>
            <a:off x="-6" y="10"/>
            <a:ext cx="7642746" cy="6857990"/>
          </a:xfrm>
          <a:prstGeom prst="rect">
            <a:avLst/>
          </a:prstGeom>
        </p:spPr>
      </p:pic>
      <p:sp>
        <p:nvSpPr>
          <p:cNvPr id="35" name="Rectangle 2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63" y="3986129"/>
            <a:ext cx="6288261" cy="2253231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CB92F0-88B1-4B9D-992E-D6BDD7E4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152624"/>
            <a:ext cx="2112264" cy="1920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4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4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pic>
        <p:nvPicPr>
          <p:cNvPr id="8" name="그림 7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755DB010-A079-4618-BBA4-EE1D2F2AC1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" b="2"/>
          <a:stretch/>
        </p:blipFill>
        <p:spPr>
          <a:xfrm>
            <a:off x="7809454" y="1"/>
            <a:ext cx="4382546" cy="3345645"/>
          </a:xfrm>
          <a:prstGeom prst="rect">
            <a:avLst/>
          </a:prstGeom>
        </p:spPr>
      </p:pic>
      <p:sp>
        <p:nvSpPr>
          <p:cNvPr id="36" name="Rectangle 2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535" y="47845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94346" y="5103601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84C393-0FEA-4A95-8FEE-738F127D7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64992" y="4151376"/>
            <a:ext cx="3319272" cy="1920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1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hosts </a:t>
            </a:r>
            <a:r>
              <a:rPr lang="ko-KR" altLang="en-US" sz="1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파일을 수정하여 클러스터 내 컴퓨터들이 도메인 이름으로 서로 접속할 수 있도록 해준다</a:t>
            </a:r>
            <a:r>
              <a:rPr lang="en-US" altLang="ko-KR" sz="1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hosts </a:t>
            </a:r>
            <a:r>
              <a:rPr lang="ko-KR" altLang="en-US" sz="1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파일에 등록된 내용은 </a:t>
            </a:r>
            <a:r>
              <a:rPr lang="en-US" altLang="ko-KR" sz="1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DNS</a:t>
            </a:r>
            <a:r>
              <a:rPr lang="ko-KR" altLang="en-US" sz="1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보다 우선하여 도메인 등록 여부에 영향을 받지 않는다</a:t>
            </a:r>
            <a:r>
              <a:rPr lang="en-US" altLang="ko-KR" sz="1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C9313A4-8F64-4F5C-BBB0-5BADCAD316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" b="2"/>
          <a:stretch/>
        </p:blipFill>
        <p:spPr>
          <a:xfrm>
            <a:off x="7809462" y="3512354"/>
            <a:ext cx="4382545" cy="334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730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B90EDA9-2517-46EC-B6D4-3918D047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E6061-FC5B-4996-98EE-6547E91A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49B1F2-532C-44C7-8AC7-28EA15EE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C2D09DA-8BB2-4BCC-BFA0-B2B0FA6E69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63"/>
          <a:stretch/>
        </p:blipFill>
        <p:spPr>
          <a:xfrm>
            <a:off x="7684008" y="10"/>
            <a:ext cx="4507992" cy="293457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EE7D3784-5CF9-4282-9B1C-52395785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12FBA2-B70D-4AAA-A840-35F3F535A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network 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파일을 수정하여 가상 머신의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호스트네임을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변경해준다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자기 자신의 이름이 무엇인지 파악하게 해주는 것이다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7A531B9-B71E-48DB-8096-39698F24FF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" r="7034" b="1"/>
          <a:stretch/>
        </p:blipFill>
        <p:spPr>
          <a:xfrm>
            <a:off x="7684008" y="3172968"/>
            <a:ext cx="4507992" cy="368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918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CE79FEAB-F118-4A97-BE99-68D176FD73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170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39965F-21EE-4A38-8FE0-A9CEBAEFC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FD676B-4A0B-4181-B80F-CCCD761FB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hostnamectl set-hostname’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통해 호스트네임을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한번 더 변경해준다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파일로 변경하였지만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확실히 하기 위해 한번 더 변경해주는 것이다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65562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00F42080-B655-4FF7-A25E-5DE189AD7E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170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B6193E-283D-47BF-9797-5A184585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3B1CFC-CC46-4F65-8C81-2FFBDEC37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SELinux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정책 적용 상태 변경</a:t>
            </a:r>
            <a:endParaRPr lang="en-US" altLang="ko-KR" sz="17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SELinux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Linux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보안 프로그램으로 클러스터 설치 과정에 방해가 될 수도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/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etc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/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selinux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/config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파일을 수정하여 정책 적용을 해제해준다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66168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396138D-B9B7-463F-9B80-C8AF11A43A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4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4A50CA2-C1BD-485E-9F01-1BACFA0A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658000-E707-4B1F-A44B-4EA7B7C39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방화벽을 해제해준다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방화벽으로 인해 설치 또는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클러스터의 운영이 막힐 수도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47367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F09AB400-8EDE-4EF7-B6AA-BB6EE98CD6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170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141498-AB5F-4D21-9264-1F1120F5D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78EE9A-76E4-441C-8956-0696EDDCF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현재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최신 버전은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2.7.5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인데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버전부터는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Hortonworks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고객이 아니라면 직접 빌드하여 사용하여야 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테스트해본 결과 의존 프로그램들의 문제로 인해 빌드가 정상적으로 되지 않아서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Hortonworks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저장소에서 다운로드할 수 있는 가장 최신 버전인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2.7.4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다운로드하기로 하였다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인터넷을 통하여 저장소 파일 위치를 확인한 후 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wget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다운로드하였다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52991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B1DFC62-0CAA-4E2B-B55C-F5B28FE34C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170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5A93607-A4D5-47E0-8EB1-8068153E7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</a:rPr>
              <a:t>Hadoop </a:t>
            </a:r>
            <a:r>
              <a:rPr lang="ko-KR" altLang="en-US" sz="2800">
                <a:solidFill>
                  <a:schemeClr val="bg1"/>
                </a:solidFill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C87209-8DF9-480A-8616-6EDC5B320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/>
              <a:t>‘yum repolist’ </a:t>
            </a:r>
            <a:r>
              <a:rPr lang="ko-KR" altLang="en-US" sz="1700"/>
              <a:t>명령어를 입력하여 설치된 저장소 목록을 확인한다</a:t>
            </a:r>
            <a:r>
              <a:rPr lang="en-US" altLang="ko-KR" sz="1700"/>
              <a:t>.</a:t>
            </a:r>
          </a:p>
          <a:p>
            <a:pPr latinLnBrk="0"/>
            <a:r>
              <a:rPr lang="en-US" altLang="ko-KR" sz="1700"/>
              <a:t>Apache Ambari </a:t>
            </a:r>
            <a:r>
              <a:rPr lang="ko-KR" altLang="en-US" sz="1700"/>
              <a:t>저장소가 정상적으로 설치된 것을 확인할 수 있다</a:t>
            </a:r>
            <a:r>
              <a:rPr lang="en-US" altLang="ko-KR" sz="17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54291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53252F08-967F-4F1A-9B94-C32DDC0A70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4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A17E82-36CB-4E76-9106-5C54BF51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A37267-4381-4CCF-A9BC-139C0F289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및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생태계 프로그램 대부분이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Java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사용하고 있어서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‘java –version’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통해 설치된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Java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버전을 확인한다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Linux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OpenJDK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 주로 설치되어 있으나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Oracle JDK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바꿀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OpenJDK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로도 잘 작동한다고 되어있어서 그대로 진행하였다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7362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검은색, 전화이(가) 표시된 사진&#10;&#10;자동 생성된 설명">
            <a:extLst>
              <a:ext uri="{FF2B5EF4-FFF2-40B4-BE49-F238E27FC236}">
                <a16:creationId xmlns:a16="http://schemas.microsoft.com/office/drawing/2014/main" id="{81C61CE6-FF92-4E3F-B80E-99C94DA9ED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55440" r="8" b="-373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FDAEDA-9E29-468C-8C51-3858EA418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FAFFB7-D9E8-4314-A1D5-6419435AE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에서는 여러가지 정보를 저장하기 위해 외부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DBMS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사용한다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이미 설치한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사용하기 위해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Java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접속하는 프로그램을 다운로드 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696830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FCC91B9E-319C-4CF7-8CC8-0117B42541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55440" r="8" b="-373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27E596-4172-4983-BCAE-77FB4115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934BEE-B3EA-465D-AD21-2E9DBAC6F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yum install ambari-server’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입력하여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서버를 설치한다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과정은 다른 프로그램들과 동일하다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225578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E9223D-EB2E-42FE-82D1-5459FE2E5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01B9A2-FAAC-423F-BB37-157F79372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ambari-server setup’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 설치 과정을 시작한다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서버가 사용할 계정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JDK,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 저장 데이터베이스 설정 등을 결정할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후 서버를 시작하기 전에 반드시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폴더 내의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SQL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스크립트를 실행하여 데이터베이스를 만들어주어야 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449CFA99-5407-43F4-9DBC-3AF858FCF8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" r="8033"/>
          <a:stretch/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284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앉아있는, 테이블, 전화이(가) 표시된 사진&#10;&#10;자동 생성된 설명">
            <a:extLst>
              <a:ext uri="{FF2B5EF4-FFF2-40B4-BE49-F238E27FC236}">
                <a16:creationId xmlns:a16="http://schemas.microsoft.com/office/drawing/2014/main" id="{C45C07DC-8260-4EA2-BF55-F7120894F8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55440" r="8" b="-373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512FE4-9303-461A-B448-C4A5A821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6E1A9E-9C44-4A0F-A7E1-56AAEBDFB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SQL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스크립트까지 실행시킨 후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‘sudo ambari-server start’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입력하여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서버를 시작할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endParaRPr lang="en-US" altLang="ko-KR" sz="17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101064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검은색, 앉아있는, 모니터이(가) 표시된 사진&#10;&#10;자동 생성된 설명">
            <a:extLst>
              <a:ext uri="{FF2B5EF4-FFF2-40B4-BE49-F238E27FC236}">
                <a16:creationId xmlns:a16="http://schemas.microsoft.com/office/drawing/2014/main" id="{084C4CD6-C903-4CB5-8B6C-4F45B42019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55440" r="8" b="-373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AB7A7C-8C67-406F-8615-97881359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498A23-E225-4655-86FD-E3407C3A2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클러스터에 포함될 컴퓨터에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에이전트를 설치한다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생성 과정에서 자동 설치가 되어야하는데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오류로 인해 서버 주소가 제대로 입력되지 않는 문제가 있어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수동 설치하였다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2952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B177E468-7F65-4B5C-9CAA-7E45A5D840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35" r="3" b="2766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E4ABA9-DE7E-47FD-BA67-0906BE0C4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9FF4BF-E5B5-4262-9D35-71376B1ED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에이전트 설치 후 설정 파일을 열어 서버 주소를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서버의 호스트네임으로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변경한다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endParaRPr lang="en-US" altLang="ko-KR" sz="17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051544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B6FE9549-1C2F-4052-99F2-6D92C2F3C7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7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9C0D24-3CC4-434C-A075-6F2002A35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375A79-4D18-4183-9930-6383F74EA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웹 브라우저에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서버의 도메인과 포트 번호를 입력한다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정상적으로 로그인 화면이 보인다면 서버는 잘 설치된 것이다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439166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83618633-48C4-4269-B32D-6B110397C8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7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30CEC5D-B65B-4E8E-A677-4DB559A0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33565E-FE57-438A-8947-BA7DAC7FA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초기 아이디와 비밀번호를 입력하여 로그인한 후 클러스터 생성 과정을 진행한다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이름 입력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버전 선택 등의 과정은 생략하였다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024898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컴퓨터, 모니터, 노트북이(가) 표시된 사진&#10;&#10;자동 생성된 설명">
            <a:extLst>
              <a:ext uri="{FF2B5EF4-FFF2-40B4-BE49-F238E27FC236}">
                <a16:creationId xmlns:a16="http://schemas.microsoft.com/office/drawing/2014/main" id="{FD82A6B7-310A-4005-A963-298DE1D7EB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9" b="20050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D0ACAE-C0C3-4B9A-8F07-2C5528E70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DDBF4D-A3A3-4A46-A326-D3FA5F4D6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설치할 컴퓨터들을 입력하는 화면</a:t>
            </a:r>
            <a:endParaRPr lang="en-US" altLang="ko-KR" sz="14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ko-KR" altLang="en-US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서버의 </a:t>
            </a:r>
            <a:r>
              <a:rPr lang="en-US" altLang="ko-KR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hosts </a:t>
            </a:r>
            <a:r>
              <a:rPr lang="ko-KR" altLang="en-US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파일에 각 컴퓨터들의 내부 </a:t>
            </a:r>
            <a:r>
              <a:rPr lang="en-US" altLang="ko-KR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주소와 호스트네임을</a:t>
            </a:r>
            <a:r>
              <a:rPr lang="en-US" altLang="ko-KR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연결해주었기 때문에 해당 이름을 입력해준다</a:t>
            </a:r>
            <a:r>
              <a:rPr lang="en-US" altLang="ko-KR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각 호스트에 연결된 개인 암호 키를 업로드해주어야 한다</a:t>
            </a:r>
            <a:r>
              <a:rPr lang="en-US" altLang="ko-KR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때 주의할 점은</a:t>
            </a:r>
            <a:r>
              <a:rPr lang="en-US" altLang="ko-KR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암호 키에 암호 문구가 없어야한다는</a:t>
            </a:r>
            <a:r>
              <a:rPr lang="en-US" altLang="ko-KR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점이다</a:t>
            </a:r>
            <a:r>
              <a:rPr lang="en-US" altLang="ko-KR" sz="14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9945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B178DFA5-1F92-41C6-BF44-1D22D91DAD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4" b="2416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2872E4-F07A-4245-92F4-844ADF68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A1952-EB3A-43A7-8FAA-4154F0F0D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 자동으로 각 호스트에 접속하여 에이전트를 설치한다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에이전트를 미리 설치하였기 때문에 이상 없이 진행될 것이다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26623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20BB7B38-503E-436D-B542-2403DC2614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9" b="20050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F3E6A7-4FA3-4E9C-8866-2AB25F44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906DDF-9CF4-424A-B42B-162A9874C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내에 설치할 서비스들을 선택하는 화면</a:t>
            </a:r>
            <a:endParaRPr lang="en-US" altLang="ko-KR" sz="17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HDFS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당연히 설치하여야 하며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다른 서비스들은 필요에 의해 설치를 선택할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468217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컴퓨터, 노트북, 화면이(가) 표시된 사진&#10;&#10;자동 생성된 설명">
            <a:extLst>
              <a:ext uri="{FF2B5EF4-FFF2-40B4-BE49-F238E27FC236}">
                <a16:creationId xmlns:a16="http://schemas.microsoft.com/office/drawing/2014/main" id="{04F4D6D5-8617-4057-A39B-2E21ED5691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9" b="20050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431E94-C4CA-47D6-B8BD-B36976554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F5B4F7-6999-4049-83CF-878205389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각 서비스의 마스터를 결정하는 화면</a:t>
            </a:r>
            <a:endParaRPr lang="en-US" altLang="ko-KR" sz="17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서비스마다 마스터와 슬레이브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클라이언트 역할이 존재한다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역할들을 호스트마다 잘 분배해주어야 자원을 효율적으로 사용할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882316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컴퓨터, 모니터, 화면이(가) 표시된 사진&#10;&#10;자동 생성된 설명">
            <a:extLst>
              <a:ext uri="{FF2B5EF4-FFF2-40B4-BE49-F238E27FC236}">
                <a16:creationId xmlns:a16="http://schemas.microsoft.com/office/drawing/2014/main" id="{E4B18ADB-5323-4DA5-988D-C78DD8D503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7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97D821-73A7-4DA4-B68B-EF876746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BEEA1B-F8A2-4234-8C2B-8E1DE5340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각 서비스의 클라이언트를 선택하는 화면</a:t>
            </a:r>
            <a:endParaRPr lang="en-US" altLang="ko-KR" sz="17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각 서비스에서 필요로 하는 슬레이브와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클라이언트 역할을 분배하는 화면이다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416791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7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내용 개체 틀 32" descr="스크린샷, 컴퓨터, 실내, 노트북이(가) 표시된 사진&#10;&#10;자동 생성된 설명">
            <a:extLst>
              <a:ext uri="{FF2B5EF4-FFF2-40B4-BE49-F238E27FC236}">
                <a16:creationId xmlns:a16="http://schemas.microsoft.com/office/drawing/2014/main" id="{FB7425B6-32B3-4345-A010-F7F93BEFAE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5" b="2321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37" name="Rectangle: Rounded Corners 39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9CBFDC6-F9D7-4B3D-92FD-6A392826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5BD1F3-91A9-4EAA-9D7C-31252A423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내 서비스들의 세부설정을 조정하는 화면</a:t>
            </a:r>
            <a:endParaRPr lang="en-US" altLang="ko-KR" sz="17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변경이 필요한 세부 설정들을 조정한 후 진행할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656795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내용 개체 틀 8" descr="스크린샷이(가) 표시된 사진&#10;&#10;자동 생성된 설명">
            <a:extLst>
              <a:ext uri="{FF2B5EF4-FFF2-40B4-BE49-F238E27FC236}">
                <a16:creationId xmlns:a16="http://schemas.microsoft.com/office/drawing/2014/main" id="{7395C296-4652-4A7F-8CC2-5CE9C3DECC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0" b="2766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51F07F7-A75A-4290-8A42-D2D4392F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B72564-9517-4A18-A92B-540E00CDB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배포가 진행된다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설정한 서비스들이 각 호스트에 설치된다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235175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컴퓨터, 모니터, 검은색이(가) 표시된 사진&#10;&#10;자동 생성된 설명">
            <a:extLst>
              <a:ext uri="{FF2B5EF4-FFF2-40B4-BE49-F238E27FC236}">
                <a16:creationId xmlns:a16="http://schemas.microsoft.com/office/drawing/2014/main" id="{781A98E1-B2BA-4108-A661-1EEBCBF6DB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6" b="2549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8C1920-6667-46CB-BC0E-E1E58A1A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36E543-2E4C-4546-A564-B8C66D5C5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설치가 완료되면 클러스터 현황 화면으로 넘어간다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각 서비스를 선택하여 서비스를 이용할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63164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58CDB6-51E4-4A0D-8D30-4F661FBC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B9E5BC-DCA2-4BA9-8429-DE99C02B2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2800" kern="1200">
                <a:solidFill>
                  <a:srgbClr val="FFFFFF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 Manager </a:t>
            </a:r>
            <a:r>
              <a:rPr lang="ko-KR" altLang="en-US" sz="2800" kern="1200">
                <a:solidFill>
                  <a:srgbClr val="FFFFFF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221667986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028887-3B1B-4110-8704-22287CA87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49BE031-444B-4FF0-88ED-DC92ED0B00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171" y="1303459"/>
            <a:ext cx="10949658" cy="13356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842E75-7FF1-4A9A-814D-68E3B5AF8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5825" y="4218905"/>
            <a:ext cx="6426037" cy="2089317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앞서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이용하여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클러스터를 만들었으나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여러가지 문제가 있었다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b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</a:b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직후 클러스터의 상태에 관한 수많은 경고가 출력되었으며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이용을 도와주는 프로그램들이 기존에 학습한 것과 완전히 달라서 새로 학습을 하여야 하는데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시간이 부족하였다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b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</a:b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이러한 이유로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 Manager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다시 설치하기로 하였다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 Manager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사에서 만든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생태계 관리 플랫폼으로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Apache Ambari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보다 약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3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년 먼저 출시되었다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 Manager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설치하는 준비 과정은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Apache Ambari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설치하는 준비 과정과 상당히 유사하여 생략하기로 하였다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참고 자료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: https://docs.cloudera.com/documentation/enterprise/latest/topics/</a:t>
            </a:r>
          </a:p>
        </p:txBody>
      </p:sp>
    </p:spTree>
    <p:extLst>
      <p:ext uri="{BB962C8B-B14F-4D97-AF65-F5344CB8AC3E}">
        <p14:creationId xmlns:p14="http://schemas.microsoft.com/office/powerpoint/2010/main" val="89497468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3FA81F36-335C-41E6-A6D5-38422237A1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170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FDEC01-0357-40A1-A895-E3F6F443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F61D0D-14B0-4A36-98AD-03BCA109D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또한 정책 변경으로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 Manager 6.3.3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부터 무료로 시험해볼 수 있는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Express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에디션을 삭제하고 계약한 고객만 저장소에 접근할 수 있도록 바뀌었다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따라서 여기서는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6.3.1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버전 저장소를 다운로드하였다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324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검은색이(가) 표시된 사진&#10;&#10;자동 생성된 설명">
            <a:extLst>
              <a:ext uri="{FF2B5EF4-FFF2-40B4-BE49-F238E27FC236}">
                <a16:creationId xmlns:a16="http://schemas.microsoft.com/office/drawing/2014/main" id="{3F76DB43-086C-4986-9A23-803ECB6988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55440" r="8" b="-3737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72E356-268F-4614-B385-F0366DAF5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09830A-73CD-4733-A1A5-B4F8C3D03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저장소를 설치한 후 우선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Oracle JDK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설치한다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Oracle JDK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권장하기 때문에 설치하기로 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843442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0FCD4414-B52F-45DF-80DC-874AB9C869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170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250350-D9FD-428B-A440-C9E149E5A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F005A7-1B6C-4744-93FC-8EC436671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62510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 Manager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또한 외부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DBMS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연동하여 설정을 저장하는 등의 작업이 필요하지만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비슷하여 생략하였다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설정이 끝난 후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sudo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systemctl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start 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scm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-server’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입력하면 서버가 시작된다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시작되고 있는 과정은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sudo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tail –f /var/log/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cloudera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scm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-server/cloudera-scm-server.log’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통해 확인할 수 있다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508582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4494ED1D-8252-4AE4-9915-8577C991D5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6" b="2549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CEAB3C-61B2-4DF7-BA4D-B4F445010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1467B7-D79B-4A08-BB5B-541A44D89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정상적으로 실행되면 웹 브라우저를 통해 접속할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초기 아이디와 비밀번호를 입력하여 로그인한다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82287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3177DCF-7D05-4ACA-86BD-B73006C2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393D4F8F-33FE-47CC-B799-ECE4429145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95"/>
          <a:stretch/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776F48-0BFD-4ADA-9208-966425C42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처음 로그인을 할 경우 사용 계약 동의와 에디션 선택이 나온다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60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일간 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Enterprise 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에디션을 체험해볼 수 있지만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Express </a:t>
            </a: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에디션을 선택하였다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10" name="그림 9" descr="스크린샷, 컴퓨터, 노트북, 모니터이(가) 표시된 사진&#10;&#10;자동 생성된 설명">
            <a:extLst>
              <a:ext uri="{FF2B5EF4-FFF2-40B4-BE49-F238E27FC236}">
                <a16:creationId xmlns:a16="http://schemas.microsoft.com/office/drawing/2014/main" id="{DB50AE16-120A-48F5-B3C9-8EDF53E76F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95"/>
          <a:stretch/>
        </p:blipFill>
        <p:spPr>
          <a:xfrm>
            <a:off x="7684008" y="4617721"/>
            <a:ext cx="4507992" cy="2240280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0A55F525-E701-4E79-9BEA-F863FA22E9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95"/>
          <a:stretch/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5628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2AD2F26-9601-4D77-925E-ED238DC6F8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7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EF4BB5-7F5F-48D0-A2C8-1F0EB491C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70E30-17B1-48BA-B310-60B7D881A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설치 과정은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유사하다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다만 차이점이 있다면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Ambari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Hortonworks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배포하는 버전을 사용하는 반면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 Cloudera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CDH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Parcel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이라는 배포 방식을 사용한다는 점이다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519929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지도, 스크린샷이(가) 표시된 사진&#10;&#10;자동 생성된 설명">
            <a:extLst>
              <a:ext uri="{FF2B5EF4-FFF2-40B4-BE49-F238E27FC236}">
                <a16:creationId xmlns:a16="http://schemas.microsoft.com/office/drawing/2014/main" id="{9253D6F6-1F9E-405E-BDD9-425E3FE892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" b="27600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B7C75D-A0FF-4890-AFDE-6EBD74BA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85A83D-21F8-47B3-980C-401D0A134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설치가 완료되면 클러스터 현황 화면으로 이동된다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이곳에서 설정을 바꾸거나 서비스에 접속할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452221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B6D861F1-F386-4A7D-A4BF-3BEB82DEB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7FC450-FD44-4812-B3D8-8AFE92516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1408153"/>
            <a:ext cx="10168128" cy="1315035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 만들기</a:t>
            </a: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7136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5F2278-BE57-42A3-A8FF-81750D6C5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962656"/>
            <a:ext cx="10168128" cy="2624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이로써 어플리케이션 개발에 필요한 환경 구축을 모두 하였다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그러나 생각지도 못한 문제가 있었는데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…</a:t>
            </a:r>
            <a:endParaRPr lang="ko-KR" altLang="en-US" sz="20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226898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D269C9C-1B4E-47C7-9E5C-180792B2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엄청난 비용의 문제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7AA033F-D489-45AB-8A87-084EEAB347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1" r="5838" b="-2"/>
          <a:stretch/>
        </p:blipFill>
        <p:spPr>
          <a:xfrm>
            <a:off x="429768" y="1721922"/>
            <a:ext cx="6704891" cy="4520559"/>
          </a:xfrm>
          <a:prstGeom prst="rect">
            <a:avLst/>
          </a:prstGeom>
        </p:spPr>
      </p:pic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351D4D-CBF6-4225-82F5-A423E9411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752" y="2020824"/>
            <a:ext cx="3455097" cy="39593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5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월 한 달간 개발에 필요한 자료 수집 및 처리 과정에서 발생한 비용이다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한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달만에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무려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100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 원에 가까운 금액에 도달하여 도저히 감당할 수가 없어서 결국 클러스터를 모두 삭제하였다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94802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앉아있는, 표지판이(가) 표시된 사진&#10;&#10;자동 생성된 설명">
            <a:extLst>
              <a:ext uri="{FF2B5EF4-FFF2-40B4-BE49-F238E27FC236}">
                <a16:creationId xmlns:a16="http://schemas.microsoft.com/office/drawing/2014/main" id="{353429EA-B728-4F36-A0A2-B288933FBF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031" t="-5353" r="-21031" b="12828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A6CCE63-90B4-40AA-A7A1-0B0C21CCA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Oracle VirtualBox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7202C1-E659-4F3D-AD22-4F56A5D2B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프로젝트를 진행하던 중 집에서 사용하던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PC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교체하게 되어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가상화 소프트웨어로 환경을 대체하게 되었다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이를 통해 비용 걱정 없이 더 높은 사양의 클러스터를 구성할 수 있게 되었다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929683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5AD6F2-8664-41D7-9304-8AA28EDC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</a:t>
            </a:r>
            <a:r>
              <a:rPr lang="ko-KR" altLang="en-US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환경 구성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F10923-B0BD-43D2-8780-0149C6E48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59970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ADAE47A9-950F-4275-A755-CCE7F528A7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" t="1" r="34243" b="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149B84-84BD-4213-AFC4-E0EC2EAB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18E96B-5D53-4473-80BF-D2D5D853F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다운로드하기 위하여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홈페이지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hlinkClick r:id="rId3"/>
              </a:rPr>
              <a:t>https://virtualbox.org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)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접속한다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홈페이지 첫 화면에 나오는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‘Download VirtualBox 6.1’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쓰여있는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224902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DCFBC5DB-7112-4CFF-8CBE-F530B8722A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74" b="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3BD1346-124A-45A3-9337-AF600A19B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F8074E-046C-4F8D-B7D0-8665F74B9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 platform package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 다운로드하여도 사용할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Windows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환경에서 사용할 것이기 때문에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Windows hosts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클릭하여 다운로드한다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추가적인 자원이 필요한 만약의 경우를 대비하여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Extension Pack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도 다운로드한다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261185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노트북, 앉아있는, 화면이(가) 표시된 사진&#10;&#10;자동 생성된 설명">
            <a:extLst>
              <a:ext uri="{FF2B5EF4-FFF2-40B4-BE49-F238E27FC236}">
                <a16:creationId xmlns:a16="http://schemas.microsoft.com/office/drawing/2014/main" id="{36C993C1-8245-41D9-B74B-5B3069F5BD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9159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9101A40-BA70-48E2-81AC-188627C9E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BA80D7-D862-4F18-9CB0-77F3AE8C4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가상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생성하기 위하여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홈페이지에서 이미지 파일을 다운로드하여야 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홈페이지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hlinkClick r:id="rId3"/>
              </a:rPr>
              <a:t>https://centos.org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)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접속하면 바로 보이는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‘Get CentOS Now’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843050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앉아있는, 노트북이(가) 표시된 사진&#10;&#10;자동 생성된 설명">
            <a:extLst>
              <a:ext uri="{FF2B5EF4-FFF2-40B4-BE49-F238E27FC236}">
                <a16:creationId xmlns:a16="http://schemas.microsoft.com/office/drawing/2014/main" id="{B1891A85-0AF3-415A-9A8F-F07E34C0A9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0" r="-1" b="5234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9178F6-E506-4D0A-A317-50F069A2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9F903F-5E85-45CD-87C1-808F6BA77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현재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최신 버전이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8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인 관계로 설치에 필요한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7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버전은 다른 페이지에 숨겨져있다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‘Download CentOS’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페이지 내의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‘alternative downloads’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찾아서 클릭한다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951118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AC1B4181-12F4-4D05-B15A-68877FFCD9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87" r="-2" b="6594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C90759-BCF9-4D25-9DCD-F5AD76141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7E75D7-74A5-49D9-A15C-D045BD6B3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‘alternative downloads’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클릭하면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위키 페이지로 연결된다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곳에서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7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다운로드할 수 있는 미러 사이트들로 연결되는 링크를 찾을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819000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8491BD1E-29D9-4F72-81EB-850CEB5DD2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9" r="-1" b="9704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E12DBD-058B-494C-84A5-C06DABE7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86888D-8947-4843-9A56-12879BE63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연결되는 페이지에서 미러 사이트 목록들이 보이는데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현재 접속 지역을 인식하여 가장 빠른 사이트를 상단에 보여준다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해당 사이트들 중에서 하나를 클릭해서 들어가면 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040644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4D1FA44D-16CD-4BC7-96E3-8CCF832183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5" r="-3" b="5280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C5C017-4143-4DD1-B24C-64622658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EA5EFE-D708-4615-8F24-8A70F14CF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사이트 중 하나를 선택하면 해당 사이트의 파일 목록을 보여준다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원하는 버전을 선택해서 다운로드할 수 있는데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Everything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다운로드하였다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159338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2003E040-00CB-4EEE-8266-993B9C7F24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" t="-1" r="30287" b="-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94069D-036E-4E19-966D-F7D1EBBB2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9E6EF-3A4A-43F5-BDC0-5D419287D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설치를 완료한 후 실행하면 보이는 화면이다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 가상 머신들을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관리할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98883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D39365F1-D3B5-434B-91FE-1BA3787DA6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" t="-1" r="30287" b="-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CFB80C-C797-42E8-B5F3-BD0B6096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2D19C8-8EEB-49C5-A7BB-631EA1D92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먼저 컴퓨터에서 가상 머신과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통신할 수 있도록 호스트 네트워크 어댑터를 생성해주어야 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상단 메뉴 중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호스트 네트워크 관리자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클릭한다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089553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12">
            <a:extLst>
              <a:ext uri="{FF2B5EF4-FFF2-40B4-BE49-F238E27FC236}">
                <a16:creationId xmlns:a16="http://schemas.microsoft.com/office/drawing/2014/main" id="{3CE5203E-F2D1-469A-A50E-9C665421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1B7A5756-939C-4C8C-AD45-1BDF5E7984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9" r="-269"/>
          <a:stretch/>
        </p:blipFill>
        <p:spPr>
          <a:xfrm>
            <a:off x="396000" y="10"/>
            <a:ext cx="5589654" cy="3318510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745C3045-E614-41A0-B4A8-7B7375AEF1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" r="54" b="2"/>
          <a:stretch/>
        </p:blipFill>
        <p:spPr>
          <a:xfrm>
            <a:off x="409593" y="3520439"/>
            <a:ext cx="5580000" cy="3337561"/>
          </a:xfrm>
          <a:prstGeom prst="rect">
            <a:avLst/>
          </a:prstGeom>
        </p:spPr>
      </p:pic>
      <p:sp useBgFill="1">
        <p:nvSpPr>
          <p:cNvPr id="45" name="Rectangle 14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4590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39C38B-8C26-4CC0-8B93-2DF8A54E6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215" y="978408"/>
            <a:ext cx="460705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9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9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9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9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46" name="Rectangle 16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0582" y="118561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18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2473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69A7BF-8870-417B-B0CF-27DD603A7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6263" y="2368296"/>
            <a:ext cx="4607052" cy="35021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처음 설치할 경우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호스트 네트워크 관리자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 미리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생성되어있는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경우가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없다면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만들기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클릭하여 생성하면 된다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사진처럼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설정하고 창을 닫아주면 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904157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12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1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13F49E83-50E6-4505-B659-3A4EA70F1C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-490"/>
          <a:stretch/>
        </p:blipFill>
        <p:spPr>
          <a:xfrm>
            <a:off x="908304" y="2478024"/>
            <a:ext cx="6009855" cy="3996000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11453" y="2478024"/>
            <a:ext cx="3872243" cy="3694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메인 화면에서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설정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클릭하면 그림과 같은 화면이 나타난다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곳에서 좌측의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클릭한 후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NAT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네트워크가 생성되어있는지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확인하여야 한다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미리 생성되어있는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경우도 있지만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그렇지 않은 경우 우측의 작은 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‘+’ </a:t>
            </a:r>
            <a:r>
              <a:rPr lang="ko-KR" altLang="en-US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클릭하여 생성해주면 된다</a:t>
            </a:r>
            <a:r>
              <a:rPr lang="en-US" altLang="ko-KR" sz="1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173252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E30BE513-1B93-47F1-AB14-84ECE5447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915" y="656522"/>
            <a:ext cx="3584448" cy="3057785"/>
          </a:xfrm>
          <a:prstGeom prst="rect">
            <a:avLst/>
          </a:prstGeom>
        </p:spPr>
      </p:pic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4A66EE40-E01B-44BC-87DF-A30E3F600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415" y="656522"/>
            <a:ext cx="3584448" cy="3057785"/>
          </a:xfrm>
          <a:prstGeom prst="rect">
            <a:avLst/>
          </a:prstGeom>
        </p:spPr>
      </p:pic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CC2A460C-C296-435B-9955-45BAEBE8CB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" b="3045"/>
          <a:stretch/>
        </p:blipFill>
        <p:spPr>
          <a:xfrm>
            <a:off x="554416" y="751252"/>
            <a:ext cx="3584448" cy="296305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메인 화면에서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새로 만들기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클릭하면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만들기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창이 나타난다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첫 화면에서는 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이름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저장할 위치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운영체제 등을 선택하는데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이름에 특정 운영체제 이름을 넣으면 자동으로 선택해준다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두번째 화면에서는 이 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머신이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사용할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RAM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용량을 입력하면 되는데 여기서는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16384MB(16GB)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할당하였다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 다음 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하드 디스크를 선택하여야 하는데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기존의 하드 디스크가 없는 경우 새로 생성하면 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240508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14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16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83179442-724E-4700-B8E3-E0B5BF726C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70" y="365760"/>
            <a:ext cx="3380537" cy="3639935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66426CDB-814D-448B-BE7A-EBEE750C7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160" y="365759"/>
            <a:ext cx="3379958" cy="3639312"/>
          </a:xfrm>
          <a:prstGeom prst="rect">
            <a:avLst/>
          </a:prstGeom>
        </p:spPr>
      </p:pic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743AF878-795B-4F02-A485-EEB21F045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660" y="365759"/>
            <a:ext cx="3379958" cy="3639312"/>
          </a:xfrm>
          <a:prstGeom prst="rect">
            <a:avLst/>
          </a:prstGeom>
        </p:spPr>
      </p:pic>
      <p:sp>
        <p:nvSpPr>
          <p:cNvPr id="40" name="Rectangle 18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20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하드 디스크 만들기는 매우 간단하다</a:t>
            </a:r>
            <a:endParaRPr lang="en-US" altLang="ko-KR" sz="18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파일 형식과 크기 할당 방식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그리고 저장 위치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크기를 입력하면 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036637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98DC12D6-75C0-40B3-8A54-9F9E395C33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" t="-1" r="30287" b="-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생성이 완료되면 그림과 같이 목록에 가상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나타난다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설정을 몇 가지 더 변경해주어야 해서 바로 시작하지 않았다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설정을 변경할 때에는 가상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머신을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선택하고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클릭하면 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025958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BDDC9CF5-EFBA-48B7-A191-FAF5A8C08C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7" r="8428" b="-2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우선 첫번째로 가상 머신이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사용할 프로세서 수를 늘려주었다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클러스터를 운영하기에는 기본값인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 부족하여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4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변경해주었다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값은 호스트 컴퓨터의 사양에 따라 바꿔주면 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834087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FF96D1AD-C580-4AD7-9E4D-00CB43F4AA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16" b="-2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두번째로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호스트 전용 어댑터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추가해주었다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호스트 전용 어댑터는 호스트 컴퓨터와 가상 머신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그리고 가상 머신끼리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통신할 수 있도록 해주는 것이다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여기에 나온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‘MAC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잘 기억하였다가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후 설정에 입력해주어야 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069425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DDE3054-7688-403A-8800-8FA4F1B54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60E4AB-7C5F-48D8-9764-FAF26224C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8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8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9E10769A-E2E0-4734-9FD6-665535CD14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931" b="2"/>
          <a:stretch/>
        </p:blipFill>
        <p:spPr>
          <a:xfrm>
            <a:off x="8137415" y="365759"/>
            <a:ext cx="3584448" cy="36399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27D4B80-3CE0-4D24-B73F-64C69934D8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4" r="-4" b="-4"/>
          <a:stretch/>
        </p:blipFill>
        <p:spPr>
          <a:xfrm>
            <a:off x="4345915" y="365759"/>
            <a:ext cx="3584448" cy="3639312"/>
          </a:xfrm>
          <a:prstGeom prst="rect">
            <a:avLst/>
          </a:prstGeom>
        </p:spPr>
      </p:pic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653A3476-E504-4C21-B8D7-94C12079CE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9" r="10308"/>
          <a:stretch/>
        </p:blipFill>
        <p:spPr>
          <a:xfrm>
            <a:off x="554415" y="357893"/>
            <a:ext cx="3584448" cy="363931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993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83194F-5D80-481B-A361-39036C6EB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머신의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설정을 마친 후 처음으로 시작할 경우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시동 디스크 선택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이라는 창이 뜬다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부팅할 수 있는 디스크가 없어서 뜨는 화면인데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이때 미리 다운로드한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이미지를 추가해주어야 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464644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DDE3054-7688-403A-8800-8FA4F1B54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EBB26-19FF-4402-9A2D-5DB0EC707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VirtualBox</a:t>
            </a:r>
            <a:r>
              <a:rPr lang="ko-KR" alt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를 이용한 </a:t>
            </a:r>
            <a:r>
              <a:rPr lang="en-US" altLang="ko-KR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Hadoop </a:t>
            </a:r>
            <a:r>
              <a:rPr lang="ko-KR" alt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환경 구성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AF0659A-D530-4CEB-B66A-3859B14726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7" t="1" r="22859" b="-4"/>
          <a:stretch/>
        </p:blipFill>
        <p:spPr>
          <a:xfrm>
            <a:off x="554415" y="365760"/>
            <a:ext cx="3584448" cy="36399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1A772E-5590-4494-A452-A88F546894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1" r="2540" b="-4"/>
          <a:stretch/>
        </p:blipFill>
        <p:spPr>
          <a:xfrm>
            <a:off x="4345915" y="365759"/>
            <a:ext cx="3584448" cy="36393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7D53548-4E8F-4631-8BA9-2019C3377E0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9" r="31172"/>
          <a:stretch/>
        </p:blipFill>
        <p:spPr>
          <a:xfrm>
            <a:off x="8137415" y="365759"/>
            <a:ext cx="3584448" cy="363931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993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3C010C-FF5C-4577-B1B8-616427328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en-US" altLang="ko-KR" sz="1800" dirty="0"/>
              <a:t>‘</a:t>
            </a:r>
            <a:r>
              <a:rPr lang="ko-KR" altLang="en-US" sz="1800" dirty="0"/>
              <a:t>추가</a:t>
            </a:r>
            <a:r>
              <a:rPr lang="en-US" altLang="ko-KR" sz="1800" dirty="0"/>
              <a:t>’ </a:t>
            </a:r>
            <a:r>
              <a:rPr lang="ko-KR" altLang="en-US" sz="1800" dirty="0"/>
              <a:t>버튼을 클릭하면 파일 탐색기 창이 나오고</a:t>
            </a:r>
            <a:r>
              <a:rPr lang="en-US" altLang="ko-KR" sz="1800" dirty="0"/>
              <a:t>, </a:t>
            </a:r>
            <a:r>
              <a:rPr lang="ko-KR" altLang="en-US" sz="1800" dirty="0"/>
              <a:t>이 창에서 이미지 파일을 찾아서 선택하면 이미지가 추가된다</a:t>
            </a:r>
            <a:r>
              <a:rPr lang="en-US" altLang="ko-KR" sz="1800" dirty="0"/>
              <a:t>.</a:t>
            </a:r>
          </a:p>
          <a:p>
            <a:pPr marL="0" indent="0" latinLnBrk="0">
              <a:buNone/>
            </a:pPr>
            <a:r>
              <a:rPr lang="ko-KR" altLang="en-US" sz="1800" dirty="0"/>
              <a:t>추가된 이미지를 선택한 후 </a:t>
            </a:r>
            <a:r>
              <a:rPr lang="en-US" altLang="ko-KR" sz="1800" dirty="0"/>
              <a:t>‘</a:t>
            </a:r>
            <a:r>
              <a:rPr lang="ko-KR" altLang="en-US" sz="1800" dirty="0"/>
              <a:t>시작</a:t>
            </a:r>
            <a:r>
              <a:rPr lang="en-US" altLang="ko-KR" sz="1800" dirty="0"/>
              <a:t>’</a:t>
            </a:r>
            <a:r>
              <a:rPr lang="ko-KR" altLang="en-US" sz="1800" dirty="0"/>
              <a:t>을 클릭하면 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200673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1815DF6-812F-418F-9AED-D718A8FC40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206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부팅 로고 이후 선택 화면이 나온다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설치와 테스트 중에 선택할 수 있는데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바로 설치로 진입하도록 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Linux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계열 운영체제는 라이브 미디어 기능이 있어서 테스트나 간단한 작업을 할 수 있는 환경을 제공한다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선택 후 부팅과 관련된 메시지들이 출력되면서 부팅이 진행된다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229157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F4D748D2-9E97-4D5A-BB32-6CBCB65E4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221" y="348489"/>
            <a:ext cx="4147456" cy="3483864"/>
          </a:xfrm>
          <a:prstGeom prst="rect">
            <a:avLst/>
          </a:prstGeom>
        </p:spPr>
      </p:pic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00F0FCE3-0466-4C3F-B37F-9F7E50B22A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883" y="348489"/>
            <a:ext cx="4147456" cy="348386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106" y="4329321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먼저 설치 과정에 사용할 언어를 선택한다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선택한 후 진행하면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요약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화면이 나오는데 여기서 설치에 관한 설정을 변경할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007249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5B032C74-DC55-4E90-BBA9-1CBA7B92AD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89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소프트웨어 선택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화면에서는 운영체제 설치 과정에서 사전에 설치할 소프트웨어들을 선택할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개별적으로 선택하는 것이 아닌 묶음 형태로 선택하는 것이기 때문에 본인이 필요한 것만 선택하여야 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296836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0A334E9B-1F30-42D8-8A43-A30508DC10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89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대상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메뉴에서 설치할 디스크와 파티션을 설정하여야 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보통은 자동으로 선택이 되어있다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986023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C764855C-4E86-4DF0-97CC-27C404F67D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89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kdump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기능을 사용할지 설정하는 화면이다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기능은 메모리를 차지하지하는 기능으로 이 프로젝트의 사양은 일반적인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대비 낮은 사양이기 때문에 꺼주었다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845215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1E6E9AFA-8A3D-45C5-A8B4-D88C76606E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89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latinLnBrk="0"/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관련 설정 화면이다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latinLnBrk="0"/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화면에서 앞서 설정한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NAT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네트워크와 호스트 전용 어댑터가 모두 보여야 정상이며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둘 다 미리 </a:t>
            </a:r>
            <a:r>
              <a:rPr lang="ko-KR" altLang="en-US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켜놓는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것이 좋으며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호스트 전용 어댑터에 사용되는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이더넷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번호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예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: enp0s8)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</a:t>
            </a:r>
            <a:r>
              <a:rPr lang="ko-KR" altLang="en-US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알아두는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것이 편하다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latinLnBrk="0"/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또한 이 화면에서 호스트 이름을 미리 변경해두면 좋은데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호스트 이름은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클러스터에 포함될 호스트 이름들과 맞추어야 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latinLnBrk="0"/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그림에 나온 예시처럼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hadoop01.pdmnu.com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이라면 다른 호스트들은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hadoop02.pdmnu.com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과 같이 연결되어야 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164265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1E9DEAE4-DB62-4098-B9CF-948F021EB6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89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보안 정책 설정 화면이다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현재 프로젝트에서는 만약의 경우에 대비하여 보안 정책 설정을 끄고 진행하였다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그림에 쓰여있는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바에 의하면 이 보안 정책은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Red Hat Enterprise Linux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적용되는 것으로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에는 참고용으로 포함되었다고 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87369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214B24D-7C1C-4454-B222-1730D38D36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0" r="-1" b="-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설정을 모두 마쳤다면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요약‘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화면에서 설정한 내용을 대략적으로 볼 수 있다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아래의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시작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클릭하면 설치가 시작된다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444744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6">
            <a:extLst>
              <a:ext uri="{FF2B5EF4-FFF2-40B4-BE49-F238E27FC236}">
                <a16:creationId xmlns:a16="http://schemas.microsoft.com/office/drawing/2014/main" id="{11CA6726-6071-461E-8A94-86FD36CBF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8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433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9A64E13-2239-444D-A802-9D9CBB09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pic>
        <p:nvPicPr>
          <p:cNvPr id="12" name="그림 11" descr="스크린샷이(가) 표시된 사진&#10;&#10;자동 생성된 설명">
            <a:extLst>
              <a:ext uri="{FF2B5EF4-FFF2-40B4-BE49-F238E27FC236}">
                <a16:creationId xmlns:a16="http://schemas.microsoft.com/office/drawing/2014/main" id="{974E01A8-9ED6-4D22-83AC-3E0DF512D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848" y="3441204"/>
            <a:ext cx="3200400" cy="2688336"/>
          </a:xfrm>
          <a:prstGeom prst="rect">
            <a:avLst/>
          </a:prstGeom>
        </p:spPr>
      </p:pic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C523E2A2-9835-4EF3-83B2-7461C2EC7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32" y="3441204"/>
            <a:ext cx="3200399" cy="2688336"/>
          </a:xfrm>
          <a:prstGeom prst="rect">
            <a:avLst/>
          </a:prstGeom>
        </p:spPr>
      </p:pic>
      <p:sp>
        <p:nvSpPr>
          <p:cNvPr id="16" name="Rectangle 20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32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9264FAAF-EEC6-4AC9-B2C4-38E27D1BD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849" y="633617"/>
            <a:ext cx="3200399" cy="2688336"/>
          </a:xfrm>
          <a:prstGeom prst="rect">
            <a:avLst/>
          </a:prstGeom>
        </p:spPr>
      </p:pic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FAE5EE67-7966-4D75-989B-1D57B9D081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32" y="633617"/>
            <a:ext cx="3200399" cy="2688336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DD566B-D6F4-4BA2-8111-F4818162D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0" y="2368296"/>
            <a:ext cx="3721608" cy="35021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시작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누르면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‘ROOT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암호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사용자 생성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‘ROOT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암호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시스템 최고 사용자 계정인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‘root’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비밀번호를 설정하는 것이다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‘root’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계정의 암호는 필수적으로 설정하고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절대로 잊어서는 안된다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그림의 설명과 달리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사용자 생성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 하지 않아도 진행이 가능해서 이 프로젝트에서는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사용자 생성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 하지 않았다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177075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1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221BE8-500C-47CB-AA0B-3413525B2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9781" y="853803"/>
            <a:ext cx="4942082" cy="2397497"/>
          </a:xfrm>
          <a:prstGeom prst="rect">
            <a:avLst/>
          </a:prstGeom>
        </p:spPr>
      </p:pic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51A889A7-039B-4515-830C-881EA4AC02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16" y="310620"/>
            <a:ext cx="5298652" cy="3483864"/>
          </a:xfrm>
          <a:prstGeom prst="rect">
            <a:avLst/>
          </a:prstGeom>
        </p:spPr>
      </p:pic>
      <p:sp>
        <p:nvSpPr>
          <p:cNvPr id="25" name="Rectangle 1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106" y="4329321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재부팅을 하고 나면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 Linux 2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 중 선택하는 화면이 나온다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정상 부팅일 경우 첫번째 줄의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CentOS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선택하면 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부팅이 진행된 후 로그인 화면이 나오고 여기에 아이디와 비밀번호를 입력하고</a:t>
            </a:r>
            <a:b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</a:b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로그인 하면 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다른 사용자 계정을 만들지 않았기 때문에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‘root’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계정으로 접속하였다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724772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FCDA0F73-876B-4AE1-A64D-A436E95370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638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호스트 전용 네트워크의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일정하게 고정해주기 위하여 설정을 해주어야 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먼저 어떤 장치를 설정해야 하는지 확인하기 위해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‘ifconfig’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명령어로 확인하였다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머신 설정에서 보았던 호스트 전용 어댑터의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MAC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주소와 일치하는 장치를 확인하면 된다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 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‘enp0s8’</a:t>
            </a:r>
            <a:r>
              <a:rPr lang="ko-KR" altLang="en-US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이다</a:t>
            </a:r>
            <a:r>
              <a:rPr lang="en-US" altLang="ko-KR" sz="17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384337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, 컴퓨터이(가) 표시된 사진&#10;&#10;자동 생성된 설명">
            <a:extLst>
              <a:ext uri="{FF2B5EF4-FFF2-40B4-BE49-F238E27FC236}">
                <a16:creationId xmlns:a16="http://schemas.microsoft.com/office/drawing/2014/main" id="{DB5A7F6A-1645-431B-BE5C-11A39D2ED1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89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F919FE-3E1B-44B6-9BF5-B858D6E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FF604-B639-4CE9-ABC5-F1901975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장치별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네트워크 설정이 있는 파일을 수정해주어야 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Linux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CLI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환경에서는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vim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이라는 편집기를 이용하여 수정할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‘vi /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etc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/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sysconfig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/network-scripts/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ifcfg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-&lt;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장치 번호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&gt;’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입력하여 편집기 화면을 띄운다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502760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23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25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E6985F-0B69-40FC-A8AE-E7DC27CEB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AD9D4895-D4F9-4C83-BF03-91CCC1A81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842" y="311880"/>
            <a:ext cx="3105182" cy="3483864"/>
          </a:xfrm>
          <a:prstGeom prst="rect">
            <a:avLst/>
          </a:prstGeom>
        </p:spPr>
      </p:pic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95C01828-A1C1-4468-B7E4-8F4C868FD0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79" y="311880"/>
            <a:ext cx="3913381" cy="3483864"/>
          </a:xfrm>
          <a:prstGeom prst="rect">
            <a:avLst/>
          </a:prstGeom>
        </p:spPr>
      </p:pic>
      <p:sp>
        <p:nvSpPr>
          <p:cNvPr id="55" name="Rectangle 27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38726A-C1E1-41CE-AFCE-B8E044193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106" y="4329321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편집기에서 해당 파일이 열렸다면 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</a:t>
            </a:r>
            <a:r>
              <a:rPr lang="ko-KR" altLang="en-US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눌러 삽입 모드로 진입한 후 방향키를 이용하여 글자를 입력할 곳으로 커서를 이동시킨다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Insert </a:t>
            </a:r>
            <a:r>
              <a:rPr lang="ko-KR" altLang="en-US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키을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누르면 삽입 모드와 수정 모드를 변경할 수 있다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사용할 내부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IP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주소와 함께 호스트 네트워크 관리자에서 설정해주었던 정보를 입력한다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Esc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키를 눌러 명령 모드 진입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‘: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wq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입력한 후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Enter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키를 눌러 저장한다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436232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내용 개체 틀 7" descr="텍스트, 스크린샷, 검은색이(가) 표시된 사진&#10;&#10;자동 생성된 설명">
            <a:extLst>
              <a:ext uri="{FF2B5EF4-FFF2-40B4-BE49-F238E27FC236}">
                <a16:creationId xmlns:a16="http://schemas.microsoft.com/office/drawing/2014/main" id="{9F196FC0-D11A-46F7-8ED8-BDC87A771A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3" r="2" b="5"/>
          <a:stretch/>
        </p:blipFill>
        <p:spPr>
          <a:xfrm>
            <a:off x="409576" y="1648178"/>
            <a:ext cx="5421132" cy="4481366"/>
          </a:xfrm>
          <a:prstGeom prst="rect">
            <a:avLst/>
          </a:prstGeom>
        </p:spPr>
      </p:pic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045A91-D2E6-48BD-9660-0BF112E5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E98C20-137D-4B55-A62F-9A291097C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가상 머신 화면에서 진행할 수도 있지만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입력할 내용이 많아질 경우 평소에 사용하던 ‘복사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</a:t>
            </a:r>
            <a:r>
              <a:rPr lang="ko-KR" altLang="en-US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붙여넣기’가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잘 되지 않아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어려움을 겪을 수 있다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다른 프로그램을 통해 접속하면 가능한데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이것을 하기 위하여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보안 프로토콜을 이용하여 접속하여야 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 Linux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운영체제에서는 이미 설치되어 있는 경우가 있다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사용하기 위해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서버와 다른 프로그램들을 설치하여야 하는데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이를 수행하기 위해 ‘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yum install –y 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openssh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*’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입력하면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자동으로 필요한 프로그램 설치를 수행하게 된다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10" name="그림 9" descr="스크린샷, 검은색, 모니터, 화면이(가) 표시된 사진&#10;&#10;자동 생성된 설명">
            <a:extLst>
              <a:ext uri="{FF2B5EF4-FFF2-40B4-BE49-F238E27FC236}">
                <a16:creationId xmlns:a16="http://schemas.microsoft.com/office/drawing/2014/main" id="{2734D1CA-2EFD-43BC-AE84-85C04DA7C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6" y="633619"/>
            <a:ext cx="4380952" cy="8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5753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9311E9B-EB4B-4967-A791-1640BDC89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VirtualBox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이용한 </a:t>
            </a:r>
            <a:r>
              <a:rPr lang="en-US" altLang="ko-KR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환경 구성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6DF423-BA0E-4EB0-9CB6-BB70EC22E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설치가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완료돠면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‘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systemctl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restart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sshd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SSH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서버를 재시작한 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reboot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명령어로 가상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재시작해준다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가상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재시작되면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‘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systemctl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restart network’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명령어를 입력하여 네트워크를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재시작해준다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8" name="그림 7" descr="스크린샷, 검은색, 모니터, 화면이(가) 표시된 사진&#10;&#10;자동 생성된 설명">
            <a:extLst>
              <a:ext uri="{FF2B5EF4-FFF2-40B4-BE49-F238E27FC236}">
                <a16:creationId xmlns:a16="http://schemas.microsoft.com/office/drawing/2014/main" id="{DC857774-81A8-4677-91B6-498BD5CDB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6" y="1382616"/>
            <a:ext cx="6141779" cy="1497995"/>
          </a:xfrm>
          <a:prstGeom prst="rect">
            <a:avLst/>
          </a:prstGeom>
        </p:spPr>
      </p:pic>
      <p:pic>
        <p:nvPicPr>
          <p:cNvPr id="10" name="그림 9" descr="스크린샷, 모니터, 검은색, 텔레비전이(가) 표시된 사진&#10;&#10;자동 생성된 설명">
            <a:extLst>
              <a:ext uri="{FF2B5EF4-FFF2-40B4-BE49-F238E27FC236}">
                <a16:creationId xmlns:a16="http://schemas.microsoft.com/office/drawing/2014/main" id="{C4316730-0B32-445A-9742-D0DFE39F5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6" y="3977390"/>
            <a:ext cx="6141778" cy="115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8497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0E43DB-FA1E-4851-8BE7-F5CD12B4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구성</a:t>
            </a:r>
          </a:p>
        </p:txBody>
      </p:sp>
      <p:sp>
        <p:nvSpPr>
          <p:cNvPr id="18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D89AAD-47B7-43F0-A194-A8EB4A523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115550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D3040BF-6601-45B7-BDCD-166C5F667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구성</a:t>
            </a:r>
          </a:p>
        </p:txBody>
      </p:sp>
      <p:pic>
        <p:nvPicPr>
          <p:cNvPr id="6" name="내용 개체 틀 5" descr="표지판, 그리기, 음식이(가) 표시된 사진&#10;&#10;자동 생성된 설명">
            <a:extLst>
              <a:ext uri="{FF2B5EF4-FFF2-40B4-BE49-F238E27FC236}">
                <a16:creationId xmlns:a16="http://schemas.microsoft.com/office/drawing/2014/main" id="{C4836F98-F7E5-4339-B8F3-BF85F4B479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44" t="-8409" r="-6444" b="-8388"/>
          <a:stretch/>
        </p:blipFill>
        <p:spPr>
          <a:xfrm>
            <a:off x="20" y="10"/>
            <a:ext cx="12191980" cy="39944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DA9462-3FD1-4E1E-BC4E-2253C3E69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5826" y="4495466"/>
            <a:ext cx="6061022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이번 프로젝트에서는 머신 러닝 개발을 위해 언어는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Python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사용하였는데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분석 등 작업을 하려면 많은 패키지들을 설치하여야 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latinLnBrk="0"/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Anaconda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회사에서 많은 사람들이 사용하는 패키지를 미리 포함한 배포판을 배포하고 있어서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해당 배포판을 설치하였다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781351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3BB07A-127C-4931-BFB6-F95081A26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구성</a:t>
            </a:r>
          </a:p>
        </p:txBody>
      </p:sp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D90FC7F9-8729-4F74-A493-E3D61C1EE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664" y="311880"/>
            <a:ext cx="3682714" cy="3483864"/>
          </a:xfrm>
          <a:prstGeom prst="rect">
            <a:avLst/>
          </a:prstGeom>
        </p:spPr>
      </p:pic>
      <p:pic>
        <p:nvPicPr>
          <p:cNvPr id="8" name="내용 개체 틀 7" descr="스크린샷이(가) 표시된 사진&#10;&#10;자동 생성된 설명">
            <a:extLst>
              <a:ext uri="{FF2B5EF4-FFF2-40B4-BE49-F238E27FC236}">
                <a16:creationId xmlns:a16="http://schemas.microsoft.com/office/drawing/2014/main" id="{6371A916-C940-479E-97D3-94CA2C02C2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311880"/>
            <a:ext cx="4368482" cy="3483864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2FA1C9-63F2-463C-A256-028864900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106" y="4329321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먼저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Anaconda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홈페이지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hlinkClick r:id="rId4"/>
              </a:rPr>
              <a:t>https://www.anaconda.com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)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접속한다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메인 화면에 보이는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‘Get Started’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누르면 여러 메뉴를 선택할 수 있는 화면이 나온다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‘Install Anaconda Individual Edition’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클릭한다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679734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1787E3A-61F2-48AB-8046-F3BB96EE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구성</a:t>
            </a: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F490763D-E63B-435D-8190-0D87F1779F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42" y="361910"/>
            <a:ext cx="4368482" cy="3483864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A0516112-0713-46AA-8F8E-B8A0969A0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887" y="863417"/>
            <a:ext cx="5522976" cy="247153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B930D6-CAAB-4E98-81BE-CAE024278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106" y="4329321"/>
            <a:ext cx="6106742" cy="1645920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Anaconda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개인 에디션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(Individual Edition)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제품 소개 페이지로 이동되면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‘Download’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버튼을 클릭하면 페이지가 자동으로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‘Anaconda Installers’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영역까지 스크롤된다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이동된 페이지에서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Windows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영역의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Python 3.7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영역에서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64-Bit Graphical Installer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클릭하여 다운로드를 시작한다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048347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FF6AFD-5AE2-4374-B5F1-6FD2C248E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구성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2ECD80D-692D-4EE6-B931-7084045AD7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060715" y="361910"/>
            <a:ext cx="4480536" cy="34838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A5758AA-7E47-4930-981D-2708F47AC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720106" y="357251"/>
            <a:ext cx="4480536" cy="348386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B30BAD-4764-411E-981C-D2085BF14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106" y="4329321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다운로드한 설치 프로그램을 실행하여 설치를 진행한다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290269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965C9D5-8037-4A05-9864-53F570FC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구성</a:t>
            </a: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B1FAADCF-8634-4B61-9EBF-3417F9F881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15" y="792175"/>
            <a:ext cx="3584448" cy="2787105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8DDF7405-E5DB-47E8-85B0-815C530D9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915" y="791862"/>
            <a:ext cx="3584448" cy="2787105"/>
          </a:xfrm>
          <a:prstGeom prst="rect">
            <a:avLst/>
          </a:prstGeom>
        </p:spPr>
      </p:pic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40ACB3E8-A0AE-467E-9424-4B5ADDA1C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415" y="791862"/>
            <a:ext cx="3584448" cy="278710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2647F7-1088-4DFB-9E05-7806E2DF2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Installation Type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 어떤 것을 선택해도 무관하지만 여기서는 ‘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All Users’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선택하고 설치 경로는 기본 경로로 하였다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Advanced Options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두 가지를 체크하여야 하는데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하나는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Anaconda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시스템 환경 변수에 등록할지 여부와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Anaconda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시스템의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Python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버전으로 등록할지 여부이다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 프로그램에서는 환경 변수에 등록하는 것은 권장하지 않는다고 </a:t>
            </a:r>
            <a:r>
              <a:rPr lang="ko-KR" altLang="en-US" sz="13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써있지만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등록하였다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 다음 설치가 진행되며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설치가 완료되면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Python 3.7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과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Anaconda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기능들을 사용할 수 있게 된다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963111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60">
            <a:extLst>
              <a:ext uri="{FF2B5EF4-FFF2-40B4-BE49-F238E27FC236}">
                <a16:creationId xmlns:a16="http://schemas.microsoft.com/office/drawing/2014/main" id="{9F27744B-47AB-4459-8C2F-1D5EE63A3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CDF50629-B9AC-47BD-B433-9C87269258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61" b="2"/>
          <a:stretch/>
        </p:blipFill>
        <p:spPr>
          <a:xfrm>
            <a:off x="1" y="10"/>
            <a:ext cx="6865165" cy="6857990"/>
          </a:xfrm>
          <a:custGeom>
            <a:avLst/>
            <a:gdLst/>
            <a:ahLst/>
            <a:cxnLst/>
            <a:rect l="l" t="t" r="r" b="b"/>
            <a:pathLst>
              <a:path w="6865165" h="6858000">
                <a:moveTo>
                  <a:pt x="0" y="0"/>
                </a:moveTo>
                <a:lnTo>
                  <a:pt x="6865165" y="0"/>
                </a:lnTo>
                <a:lnTo>
                  <a:pt x="6859621" y="22952"/>
                </a:lnTo>
                <a:cubicBezTo>
                  <a:pt x="6623056" y="1069835"/>
                  <a:pt x="6492240" y="2220824"/>
                  <a:pt x="6492240" y="3429001"/>
                </a:cubicBezTo>
                <a:cubicBezTo>
                  <a:pt x="6492240" y="4637179"/>
                  <a:pt x="6623056" y="5788167"/>
                  <a:pt x="6859621" y="6835050"/>
                </a:cubicBezTo>
                <a:lnTo>
                  <a:pt x="68651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 useBgFill="1">
        <p:nvSpPr>
          <p:cNvPr id="74" name="Freeform: Shape 62">
            <a:extLst>
              <a:ext uri="{FF2B5EF4-FFF2-40B4-BE49-F238E27FC236}">
                <a16:creationId xmlns:a16="http://schemas.microsoft.com/office/drawing/2014/main" id="{7D266DCC-5218-4AE0-B964-6FC2EA3BD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240" y="0"/>
            <a:ext cx="5699760" cy="6858000"/>
          </a:xfrm>
          <a:custGeom>
            <a:avLst/>
            <a:gdLst>
              <a:gd name="connsiteX0" fmla="*/ 365648 w 5588548"/>
              <a:gd name="connsiteY0" fmla="*/ 0 h 6858000"/>
              <a:gd name="connsiteX1" fmla="*/ 5588548 w 5588548"/>
              <a:gd name="connsiteY1" fmla="*/ 0 h 6858000"/>
              <a:gd name="connsiteX2" fmla="*/ 5588548 w 5588548"/>
              <a:gd name="connsiteY2" fmla="*/ 6858000 h 6858000"/>
              <a:gd name="connsiteX3" fmla="*/ 365648 w 5588548"/>
              <a:gd name="connsiteY3" fmla="*/ 6858000 h 6858000"/>
              <a:gd name="connsiteX4" fmla="*/ 360213 w 5588548"/>
              <a:gd name="connsiteY4" fmla="*/ 6835050 h 6858000"/>
              <a:gd name="connsiteX5" fmla="*/ 0 w 5588548"/>
              <a:gd name="connsiteY5" fmla="*/ 3429001 h 6858000"/>
              <a:gd name="connsiteX6" fmla="*/ 360213 w 5588548"/>
              <a:gd name="connsiteY6" fmla="*/ 229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88548" h="6858000">
                <a:moveTo>
                  <a:pt x="365648" y="0"/>
                </a:moveTo>
                <a:lnTo>
                  <a:pt x="5588548" y="0"/>
                </a:lnTo>
                <a:lnTo>
                  <a:pt x="55885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5" name="Freeform: Shape 64">
            <a:extLst>
              <a:ext uri="{FF2B5EF4-FFF2-40B4-BE49-F238E27FC236}">
                <a16:creationId xmlns:a16="http://schemas.microsoft.com/office/drawing/2014/main" id="{973DE4F1-1583-4AE3-9696-9659D27C5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384" y="0"/>
            <a:ext cx="5690616" cy="6858000"/>
          </a:xfrm>
          <a:custGeom>
            <a:avLst/>
            <a:gdLst>
              <a:gd name="connsiteX0" fmla="*/ 372925 w 5690616"/>
              <a:gd name="connsiteY0" fmla="*/ 0 h 6858000"/>
              <a:gd name="connsiteX1" fmla="*/ 5690616 w 5690616"/>
              <a:gd name="connsiteY1" fmla="*/ 0 h 6858000"/>
              <a:gd name="connsiteX2" fmla="*/ 5690616 w 5690616"/>
              <a:gd name="connsiteY2" fmla="*/ 6858000 h 6858000"/>
              <a:gd name="connsiteX3" fmla="*/ 372925 w 5690616"/>
              <a:gd name="connsiteY3" fmla="*/ 6858000 h 6858000"/>
              <a:gd name="connsiteX4" fmla="*/ 367381 w 5690616"/>
              <a:gd name="connsiteY4" fmla="*/ 6835050 h 6858000"/>
              <a:gd name="connsiteX5" fmla="*/ 0 w 5690616"/>
              <a:gd name="connsiteY5" fmla="*/ 3429001 h 6858000"/>
              <a:gd name="connsiteX6" fmla="*/ 367381 w 5690616"/>
              <a:gd name="connsiteY6" fmla="*/ 2295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0616" h="6858000">
                <a:moveTo>
                  <a:pt x="372925" y="0"/>
                </a:moveTo>
                <a:lnTo>
                  <a:pt x="5690616" y="0"/>
                </a:lnTo>
                <a:lnTo>
                  <a:pt x="5690616" y="6858000"/>
                </a:lnTo>
                <a:lnTo>
                  <a:pt x="372925" y="6858000"/>
                </a:lnTo>
                <a:lnTo>
                  <a:pt x="367381" y="6835050"/>
                </a:lnTo>
                <a:cubicBezTo>
                  <a:pt x="130816" y="5788167"/>
                  <a:pt x="0" y="4637179"/>
                  <a:pt x="0" y="3429001"/>
                </a:cubicBezTo>
                <a:cubicBezTo>
                  <a:pt x="0" y="2220824"/>
                  <a:pt x="130816" y="1069835"/>
                  <a:pt x="367381" y="22952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AE9153-076F-4A8F-8E4E-53FC4837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64" y="914400"/>
            <a:ext cx="4485861" cy="11065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구성</a:t>
            </a:r>
          </a:p>
        </p:txBody>
      </p:sp>
      <p:sp>
        <p:nvSpPr>
          <p:cNvPr id="76" name="Rectangle 66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2239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Rectangle 68">
            <a:extLst>
              <a:ext uri="{FF2B5EF4-FFF2-40B4-BE49-F238E27FC236}">
                <a16:creationId xmlns:a16="http://schemas.microsoft.com/office/drawing/2014/main" id="{FD3C8959-A2A1-469E-8619-82F077E3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4495" y="218239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8970F4-9D17-4372-90B4-8973E655E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55563" y="2440100"/>
            <a:ext cx="4485861" cy="38348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atinLnBrk="0"/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설치가 완료된 후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Windows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검색창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또는 시작 메뉴에서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‘Anaconda </a:t>
            </a:r>
            <a:r>
              <a:rPr lang="en-US" altLang="ko-KR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Powershell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Prompt’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또는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‘Anaconda Prompt’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찾아서 오른쪽 클릭한 후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관리자 권한으로 실행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선택한다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latinLnBrk="0"/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Anaconda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Windows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높은 보안 권한을 요구하는 폴더에 접근하는 일이 있기 때문에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관리자 권한으로 실행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해주어야 문제 없이 설치가 진행된다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36524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8EF31F-0D44-4859-91B8-368BEFAB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구성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DE54E0-A651-412A-BBDD-E545C5878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나타난 프롬프트 창에 제일 먼저 ‘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conda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update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conda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또는 ‘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conda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update –all’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입력하여 업데이트를 진행해준다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전자는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conda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패키지 매니저만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후자는 설치된 모든 것을 업데이트한다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프로젝트에서는 모든 패키지를 최신 버전으로 진행하기 위해 ‘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conda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update --all’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입력하였다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16" name="내용 개체 틀 15">
            <a:extLst>
              <a:ext uri="{FF2B5EF4-FFF2-40B4-BE49-F238E27FC236}">
                <a16:creationId xmlns:a16="http://schemas.microsoft.com/office/drawing/2014/main" id="{5B33AAD8-7284-4487-AFEB-40BA8D784C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21" y="3005119"/>
            <a:ext cx="6487222" cy="847762"/>
          </a:xfrm>
        </p:spPr>
      </p:pic>
    </p:spTree>
    <p:extLst>
      <p:ext uri="{BB962C8B-B14F-4D97-AF65-F5344CB8AC3E}">
        <p14:creationId xmlns:p14="http://schemas.microsoft.com/office/powerpoint/2010/main" val="64292467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55F90E-13FC-4236-BEAB-B51BF5DE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6600" kern="1200" dirty="0" err="1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6600" kern="1200" dirty="0">
              <a:solidFill>
                <a:schemeClr val="tx1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440F4F-0136-488A-B3AA-08BAE4905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277378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158E1F-015F-4BDC-BCB7-E22537869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32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ko-KR" altLang="en-US" sz="32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F8EC4813-E9B5-4C9A-9BAB-6866ED4FB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954" y="361910"/>
            <a:ext cx="3388057" cy="3483864"/>
          </a:xfrm>
          <a:prstGeom prst="rect">
            <a:avLst/>
          </a:prstGeom>
        </p:spPr>
      </p:pic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F648A822-6C46-48A9-B1B3-B8A3AF6365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437" y="357251"/>
            <a:ext cx="5475875" cy="348386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EC4E5A-FB73-460F-9DC3-5F32AF984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0106" y="4329321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알고리즘을 만들기 위해 영화 정보와 이용자 평점이 상당히 많이 필요하다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다행히 </a:t>
            </a:r>
            <a:r>
              <a:rPr lang="en-US" altLang="ko-KR" sz="13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GroupLens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프로젝트와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IMDb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사이트에서 이러한 데이터들을 미리 만들어주었고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각각의 홈페이지에서 다운로드할 수 있다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3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GroupLens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– </a:t>
            </a:r>
            <a:r>
              <a:rPr lang="en-US" altLang="ko-KR" sz="13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MovieLens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: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hlinkClick r:id="rId4"/>
              </a:rPr>
              <a:t>https://grouplens.org/datasets/movielens/</a:t>
            </a:r>
            <a:endParaRPr lang="en-US" altLang="ko-KR" sz="13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marL="0" indent="0" latinLnBrk="0">
              <a:buNone/>
            </a:pP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IMDb </a:t>
            </a:r>
            <a:r>
              <a:rPr lang="ko-KR" altLang="en-US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다운로드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: </a:t>
            </a:r>
            <a:r>
              <a:rPr lang="en-US" altLang="ko-KR" sz="1300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hlinkClick r:id="rId5"/>
              </a:rPr>
              <a:t>https://datasets.imdbws.com/</a:t>
            </a:r>
            <a:endParaRPr lang="en-US" altLang="ko-KR" sz="13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281493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2DDE3054-7688-403A-8800-8FA4F1B54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4F0A0C-DC47-4E82-95BD-9505E621E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2800" kern="1200" dirty="0" err="1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2800" kern="1200" dirty="0">
              <a:solidFill>
                <a:schemeClr val="tx1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pic>
        <p:nvPicPr>
          <p:cNvPr id="14" name="그림 13" descr="스크린샷, 모니터, 화면, 전화이(가) 표시된 사진&#10;&#10;자동 생성된 설명">
            <a:extLst>
              <a:ext uri="{FF2B5EF4-FFF2-40B4-BE49-F238E27FC236}">
                <a16:creationId xmlns:a16="http://schemas.microsoft.com/office/drawing/2014/main" id="{3EF9AE94-31C5-4BD4-9834-D478554FD6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38" r="3" b="14772"/>
          <a:stretch/>
        </p:blipFill>
        <p:spPr>
          <a:xfrm>
            <a:off x="554415" y="365760"/>
            <a:ext cx="3584448" cy="3639935"/>
          </a:xfrm>
          <a:prstGeom prst="rect">
            <a:avLst/>
          </a:prstGeom>
        </p:spPr>
      </p:pic>
      <p:pic>
        <p:nvPicPr>
          <p:cNvPr id="10" name="내용 개체 틀 9" descr="스크린샷, 모니터, 화면, 컴퓨터이(가) 표시된 사진&#10;&#10;자동 생성된 설명">
            <a:extLst>
              <a:ext uri="{FF2B5EF4-FFF2-40B4-BE49-F238E27FC236}">
                <a16:creationId xmlns:a16="http://schemas.microsoft.com/office/drawing/2014/main" id="{265E5CFE-0EB9-4BCF-92B2-AB497300B7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92" r="2" b="16598"/>
          <a:stretch/>
        </p:blipFill>
        <p:spPr>
          <a:xfrm>
            <a:off x="4345915" y="365759"/>
            <a:ext cx="3584448" cy="3639312"/>
          </a:xfrm>
          <a:prstGeom prst="rect">
            <a:avLst/>
          </a:prstGeom>
        </p:spPr>
      </p:pic>
      <p:pic>
        <p:nvPicPr>
          <p:cNvPr id="18" name="그림 17" descr="스크린샷, 모니터, 화면, 앉아있는이(가) 표시된 사진&#10;&#10;자동 생성된 설명">
            <a:extLst>
              <a:ext uri="{FF2B5EF4-FFF2-40B4-BE49-F238E27FC236}">
                <a16:creationId xmlns:a16="http://schemas.microsoft.com/office/drawing/2014/main" id="{05C78909-B261-449D-A11F-3E45B6C288B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5" r="3" b="10745"/>
          <a:stretch/>
        </p:blipFill>
        <p:spPr>
          <a:xfrm>
            <a:off x="8137415" y="365759"/>
            <a:ext cx="3584448" cy="3639312"/>
          </a:xfrm>
          <a:prstGeom prst="rect">
            <a:avLst/>
          </a:prstGeom>
        </p:spPr>
      </p:pic>
      <p:sp>
        <p:nvSpPr>
          <p:cNvPr id="33" name="Rectangle 26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993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6D6CC8-1FA4-406D-9A02-0ACB059C3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다운로드한 데이터를 원활하게 관리하고 조회하기 위하여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적재하는 프로그램을 작성하였다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RDBMS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397813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839536E9-3675-46B0-85B1-AC2DEFEFC6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7" r="-2" b="18074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23B1825-D7CB-4CBA-B790-BC9D442F5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2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26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08061-6EEB-43F2-A550-5758EC2A3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MovieLens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IMDb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데이터는 모두 영문으로 되어있어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실제 어플리케이션에 적용하기에는 약간의 어려움이 있다고 생각되었다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그래서 네이버 영화에서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크롤링을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하여 정보를 연결시킨 후 한글 서비스를 하려고 시도하였다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482759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9EC175-4F2F-4C4E-B463-2D926E784F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" r="14301"/>
          <a:stretch/>
        </p:blipFill>
        <p:spPr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0647921-E337-4C3F-BF6F-A6D21EF258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17233"/>
          <a:stretch/>
        </p:blipFill>
        <p:spPr>
          <a:xfrm>
            <a:off x="3119360" y="18"/>
            <a:ext cx="4966290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90" name="Freeform: Shape 89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2" name="Freeform: Shape 91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D5BB0C-6A1B-4DF8-B12B-51327FAA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1038"/>
            <a:ext cx="2804504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2800" kern="1200" dirty="0" err="1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2800" kern="1200" dirty="0">
              <a:solidFill>
                <a:schemeClr val="tx1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A38CFE9-C30A-4551-ACCB-D5808FBC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E3AB07-364B-4E46-B2A1-AD6863AA0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258171"/>
            <a:ext cx="2804504" cy="391879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Python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Requests, </a:t>
            </a:r>
            <a:r>
              <a:rPr lang="en-US" altLang="ko-KR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BeautifulSoup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등의 라이브러리를 활용하여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크롤러를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작성하였다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IMDb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달리 네이버는 </a:t>
            </a:r>
            <a:r>
              <a:rPr lang="ko-KR" altLang="en-US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크롤링에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관대한 것인지 정보 수집 과정에서 어려움이 없었다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324785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C7A9028-E230-4B6A-87AC-D1F95C07C6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6" b="12120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22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14814B-5F0F-43AD-A9B7-4F26E0E9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2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26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ED7A34-B745-482A-89F6-1F14C6C36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크롤링이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정상적으로 잘 처리되어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MySQL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적재까지 잘 되었다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그러나 문제는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IMDb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상의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표기과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네이버 영화상의 영문 표기가 일치하지 않아서 연결을 자동화할 수 없다는 문제가 있었다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125597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D01927A-B6FA-4721-9D72-E55378F271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072" b="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37" name="Rectangle 29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5E05EAC-02E8-470D-8590-198049F9C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전처리</a:t>
            </a:r>
            <a:endParaRPr lang="en-US" altLang="ko-KR" sz="26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3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C14477-32F3-44BC-9950-795049EFC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MovieLens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데이터에는 각 영화마다 데이터가 최대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10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개까지 입력이 되어있다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이것을 이용하여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MovieLens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데이터에는 어떤 장르가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입력되어있는지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확인하는 프로그램을 작성하였다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우선 첫번째로 영화 데이터가 있는 테이블에서 장르 컬럼만 가져온다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966669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46D78E2-E244-489F-B523-23D7C7198A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15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7868C7-7FAE-46A9-8E95-3033A6210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2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26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196DEB-5DB7-40FC-A41D-927723439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가져온 데이터를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Python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pandas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라이브러리의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Series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객체로 변환한다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 후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split()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함수를 이용하여 각 영화의 장르 컬럼의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‘|’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문자를 기준으로 분할해준다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078619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58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8" name="Rectangle 60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F859F2-53E6-4AD2-A0CB-535E1D6B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2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28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2685DA2-42A0-469C-862F-AABB950BC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0042667" y="365446"/>
            <a:ext cx="1679196" cy="36399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0027729-6FA3-4E77-B69F-3D6994DD1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627523" y="749517"/>
            <a:ext cx="4162016" cy="2871791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8EC04BC-C87D-4605-A8A3-D7FDAC8F17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54416" y="749517"/>
            <a:ext cx="4819980" cy="2879937"/>
          </a:xfrm>
          <a:prstGeom prst="rect">
            <a:avLst/>
          </a:prstGeom>
        </p:spPr>
      </p:pic>
      <p:sp>
        <p:nvSpPr>
          <p:cNvPr id="79" name="Rectangle 62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Rectangle 64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F70F9D-8488-4A06-B3CC-12A4FE10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 다음 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unique() 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함수를 이용하여 </a:t>
            </a:r>
            <a:r>
              <a:rPr lang="ko-KR" altLang="en-US" sz="15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유일값만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출력되게 한 후 결과물을 다시 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Series 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객체에 저장하였다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프로그램에서 사용한 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 Connector/Python 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라이브러리는 여러 값을 한번에 처리하려면 </a:t>
            </a:r>
            <a:r>
              <a:rPr lang="ko-KR" altLang="en-US" sz="15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튜플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객체들의 리스트 객체가 필요하기 때문에 변환해주었다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변환한 후 바로 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적재하였다</a:t>
            </a:r>
            <a:r>
              <a:rPr lang="en-US" altLang="ko-KR" sz="15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012746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2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D3836B-52DC-439D-B1F8-A32ED887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전처리</a:t>
            </a:r>
            <a:endParaRPr lang="en-US" altLang="ko-KR" sz="32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036EC96-E826-4870-A55C-9E2E55534B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773430"/>
            <a:ext cx="10363200" cy="2655570"/>
          </a:xfrm>
          <a:prstGeom prst="rect">
            <a:avLst/>
          </a:prstGeom>
        </p:spPr>
      </p:pic>
      <p:sp>
        <p:nvSpPr>
          <p:cNvPr id="21" name="Rectangle 14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AF34BC-0E0A-4502-91EA-2C0590B5B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5826" y="4495466"/>
            <a:ext cx="6061022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적재가 완료된 항목은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생태계의 프로그램인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Sqoop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이용하여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적재하였다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Sqoop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 이와 같이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있는 데이터를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생태계로 들여오거나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RDB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내보낼 때 사용할 수 있다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823555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2B99F1-B2DC-437E-A8A1-A57F2F29F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ED2BC1-C4F4-4DE9-B884-D406A7DD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1092857"/>
            <a:ext cx="3669704" cy="4389120"/>
          </a:xfrm>
        </p:spPr>
        <p:txBody>
          <a:bodyPr>
            <a:normAutofit/>
          </a:bodyPr>
          <a:lstStyle/>
          <a:p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전처리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93537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1239A8-C8C0-4C3C-B789-B542C6C42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679" y="1092857"/>
            <a:ext cx="5670087" cy="43891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러닝에서는 데이터를 </a:t>
            </a:r>
            <a:r>
              <a:rPr lang="ko-KR" altLang="en-US" sz="20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숫자화하여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처리하여야 하기 때문에 장르 같은 정보들도 숫자로 변환해주어야 한다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장르 같은 분류들을 숫자로 변환하는 방법은 여러가지가 있지만 여기서는 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원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핫 인코딩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방식으로 변환하기로 하였다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endParaRPr lang="ko-KR" altLang="en-US" sz="20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0094255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27E6E076-36AE-4F30-A206-C706348140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41" b="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74ACBB-5E37-4B5D-B0F7-4EE2E14D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전처리</a:t>
            </a:r>
            <a:endParaRPr lang="en-US" altLang="ko-KR" sz="26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70E551-AB94-410D-A44C-5A7B7C640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저장해놓은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데이터를 불러오기 위하여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PyHive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라는 라이브러리를 이용하였다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SQL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과 많은 부분이 호환되기 때문에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pandas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read_sql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()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함수를 이용하여 데이터를 불러왔다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672486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07AABE97-2CA3-4F27-B0E1-D81494AB74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" b="11890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E3BBFB-5C11-4390-8155-B19DB8A2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2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26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6D78-CA4E-4A06-A9C2-4C26BDEDB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불러온 데이터는 컬럼 이름이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테이블명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컬럼명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되어있기 때문에 컬럼명을 변환하기 위해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딕셔너리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자료형으로 바꿀 컬럼명을 저장한 후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rename()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함수를 이용하여 변경해주었다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영화 정보 중 장르가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‘(no genres listed)’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써있는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경우가 있어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부분을 임의의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문자열로 변경하였다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371327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8F4624FF-E74A-428E-BB1B-C693E2781D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" r="2" b="42778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E3BBFB-5C11-4390-8155-B19DB8A2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전처리</a:t>
            </a:r>
            <a:endParaRPr lang="en-US" altLang="ko-KR" sz="26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6D78-CA4E-4A06-A9C2-4C26BDEDB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기존에 입력된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장르값은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장르 테이블을 만들 때처럼 문자열 기준 분할을 해준 후 영화 정보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DataFrame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다시 연결해주었다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이후 필요 없는 기존의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‘genres’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컬럼을 삭제해주었다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190922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C788F8F6-D510-4960-8E71-26EA9C4D92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89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E3BBFB-5C11-4390-8155-B19DB8A2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전처리</a:t>
            </a:r>
            <a:endParaRPr lang="en-US" altLang="ko-KR" sz="26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6D78-CA4E-4A06-A9C2-4C26BDEDB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가져온 장르 테이블을 이용하여 장르 이름을 컬럼 이름으로 가진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DataFrame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객체를 만들었다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객체를 장르가 분할된 영화 정보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DataFrame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과 연결한 후 연산이 가능할 수 있도록 빈 칸에는 모두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입력되게 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555973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6CDDB8A-3465-4887-AC38-7536D5CEFD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" b="44438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E3BBFB-5C11-4390-8155-B19DB8A2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2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26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6D78-CA4E-4A06-A9C2-4C26BDEDB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 latinLnBrk="0">
              <a:buNone/>
            </a:pP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연결된 </a:t>
            </a:r>
            <a:r>
              <a:rPr lang="en-US" altLang="ko-KR" sz="1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DataFrame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각 행마다 순환하며 가진 장르 문자열을 확인한 후 일치하는 컬럼 이름을 찾아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더하는 프로그램을 만들어 처리하였고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프로그램으로 처리가 완료되면 기존의 장르 컬럼을 삭제하였다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이로써 원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핫 인코딩은 완료된 것이고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컬럼 이름의 대문자와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–(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대시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)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문자를 각각 소문자와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_(</a:t>
            </a:r>
            <a:r>
              <a:rPr lang="ko-KR" altLang="en-US" sz="1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언더스코어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)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문자로 변환하는 작업을 한 후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적재하였다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적재한 후 다시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Sqoop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이용하여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</a:t>
            </a:r>
            <a:r>
              <a:rPr lang="ko-KR" altLang="en-US" sz="1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적재하으나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프로젝트를 진행할 때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Sqoop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특수 문자를 처리하지 못하는 오류가 있어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Hive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쿼리문을 별도로 작성하여 다시 처리하였다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770123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10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Freeform: Shape 12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E3BBFB-5C11-4390-8155-B19DB8A2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40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40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6D78-CA4E-4A06-A9C2-4C26BDEDB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각 사용자가 입력한 평점으로 사용자의 장르 선호도 데이터를 만들어야 하는데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영화 장르 원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핫 인코딩 테이블을 이용하기로 하였다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프로젝트에서는 사용자의 평점을 그대로 사용하는 것이 아니라 긍정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중립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부정으로 나누었기 때문에 추가적인 처리가 필요하다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부분은 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‘scikit-learn’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이라는 라이브러리의 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preprocessing 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모듈 중 </a:t>
            </a:r>
            <a:r>
              <a:rPr lang="en-US" altLang="ko-KR" sz="20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MinMaxScaler</a:t>
            </a:r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통하여 처리할 수 있었다</a:t>
            </a:r>
            <a:r>
              <a:rPr lang="en-US" altLang="ko-KR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650479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E3BBFB-5C11-4390-8155-B19DB8A2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</a:t>
            </a:r>
            <a:r>
              <a:rPr lang="ko-KR" altLang="en-US" sz="32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전처리</a:t>
            </a:r>
            <a:endParaRPr lang="en-US" altLang="ko-KR" sz="32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9D91139D-2665-4809-8735-3C9CCF693F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" b="2337"/>
          <a:stretch/>
        </p:blipFill>
        <p:spPr>
          <a:xfrm>
            <a:off x="20" y="10"/>
            <a:ext cx="12191980" cy="39944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6D78-CA4E-4A06-A9C2-4C26BDEDB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5826" y="4495466"/>
            <a:ext cx="6061022" cy="1536192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다른 데이터들과 마찬가지로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저장해둔 데이터를 불러와서 컬럼명을 변경해준다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MinMaxScaler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초기화해준 후 </a:t>
            </a:r>
            <a:r>
              <a:rPr lang="en-US" altLang="ko-KR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fit_transform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()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함수에 </a:t>
            </a:r>
            <a:r>
              <a:rPr lang="ko-KR" altLang="en-US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평점값만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있는 컬럼을 입력하고 실행하면 최대값은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1,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최소값은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하는 </a:t>
            </a:r>
            <a:r>
              <a:rPr lang="ko-KR" altLang="en-US" sz="14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범위값이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나온다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값을 기존의 평점 데이터에 붙이면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차적인 변환이 완료된 것이다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데이터도 마찬가지로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저장한 후 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Sqoop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이용하여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Hive</a:t>
            </a:r>
            <a:r>
              <a:rPr lang="ko-KR" altLang="en-US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적재하였다</a:t>
            </a:r>
            <a:r>
              <a:rPr lang="en-US" altLang="ko-KR" sz="1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823982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4FD32377-DBBC-4BD4-A788-AB03BF9D83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48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E3BBFB-5C11-4390-8155-B19DB8A2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전처리</a:t>
            </a:r>
            <a:endParaRPr lang="en-US" altLang="ko-KR" sz="26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6D78-CA4E-4A06-A9C2-4C26BDEDB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unique()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함수를 이용하여 앞서 처리한 범위 데이터의 구성을 살펴본 결과 총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10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가지로 구성된 것을 확인할 수 있었다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데이터를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4:2:4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구성으로 긍정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중립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부정으로 나누기로 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이를 자동으로 처리해주는 프로그램을 작성한 후 처리된 결과를 저장하였다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559564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10FA6A8A-C982-48AC-8FF7-06343A1118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70" b="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E3BBFB-5C11-4390-8155-B19DB8A2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 수집과 전처리</a:t>
            </a:r>
            <a:endParaRPr lang="en-US" altLang="ko-KR" sz="260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6D78-CA4E-4A06-A9C2-4C26BDEDB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긍정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중립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부정이 각각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1, 0, -1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변환된 테이블을 이용하여 각 이용자의 장르 선호도를 연산하는 프로그램을 작성하였다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변환된 테이블을 한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행씩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순환하면서 영화의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ID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번호로 장르를 확인한 후 각 장르에 합산하는 방식이다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이용자의 평점 개수가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2800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 개에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달하다보니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처리하는데에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70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시간이 소요되었다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121963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A1F065A-C25F-4451-8D12-6F71EBDD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DF0F4E-249D-4CB8-AA1E-35D336A68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endParaRPr lang="en-US" altLang="ko-KR" sz="2800" kern="1200">
              <a:solidFill>
                <a:srgbClr val="FFFFFF"/>
              </a:solidFill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1438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F960536C-6B83-4FD2-A976-B8C061C661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65" b="-4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32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51B86B-6CC1-4562-831A-191257FE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6CCA9A-2717-4AC0-9C8C-AE60D74BE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우선 머신 러닝에 필요한 라이브러리들을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임포트한다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머신 러닝의 핵심인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TensorFlow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Keras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뿐만 아니라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numpy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pandas, scikit-learn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그리고 시각화를 위한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matplotlib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등을 사용하였다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또한 여기에 기록되지는 않았지만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nVidia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사 그래픽 카드에 내장된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CUDA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사용하기 위한 라이브러리도 사용하였다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3990893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E6184E8-BF0F-43BF-BB60-5C6578FBA0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4249"/>
          <a:stretch/>
        </p:blipFill>
        <p:spPr>
          <a:xfrm>
            <a:off x="1" y="492639"/>
            <a:ext cx="12191999" cy="2818094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F0F40F-B995-4346-94AB-E0D9F7EF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F13E26-F26E-4BC1-9C9A-B05AF5D61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matplotlib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에서는 기본 폰트가 한글을 처리하지 못하는 문제가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따라서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OS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따라 폰트를 변경해주는 코드를 삽입하였다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923933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테이블이(가) 표시된 사진&#10;&#10;자동 생성된 설명">
            <a:extLst>
              <a:ext uri="{FF2B5EF4-FFF2-40B4-BE49-F238E27FC236}">
                <a16:creationId xmlns:a16="http://schemas.microsoft.com/office/drawing/2014/main" id="{926E00EA-C49C-407B-AC4E-445C50531C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4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A04A80-B3A9-4930-B0D4-FA4C4EF89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5D0885-FBA7-4103-957A-05A5CFD56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미리 구축해둔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Hadoop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클러스터의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서버에서 전처리를 마친 데이터를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가져와야한다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PyHive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라이브러리를 이용하여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서버에 연결하는 객체를 생성하였다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397146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B5DC3E94-F9C7-42BE-B318-A48FBA4744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" b="36060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082D70-2C14-4065-80EF-C4E06C41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5D0682-4630-4892-A2AA-D17A923FF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SQL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과 유사한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HQL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이용하여 데이터를 조회할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그렇기 때문에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pandas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read_sql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()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이용하여 데이터를 불러올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미리 사용자별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영화별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선호도를 긍정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중립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부정으로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변환해놓은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데이터를 가져왔다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에서는 컬럼 이름이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테이블명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컬럼명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저장이 되어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이를 변경해주는 코드도 같이 삽입하였다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453528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C6F89D8-3808-4DF8-B87C-0C18A418C3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4977"/>
          <a:stretch/>
        </p:blipFill>
        <p:spPr>
          <a:xfrm>
            <a:off x="2210667" y="-1548"/>
            <a:ext cx="7770666" cy="44640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D3462C-1061-457A-B2F0-861CC9444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130688-1360-4B77-B73D-14212026E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저장된 이용자별 장르별 평점 데이터를 불러왔다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데이터 또한 컬럼명이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테이블명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컬럼명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 저장이 되어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이를 변경해주는 코드도 같이 삽입하였다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708901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6B5174CA-A219-4399-A775-665C0DD73B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1" b="37975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A2731D-A55A-4541-B919-A5516028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BCB094-3DDF-492D-A5B8-36ADCFEAC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변환된 평점 데이터와 장르별 평점 데이터를 연결해주는 작업을 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작업이 필요한 이유는 모델을 훈련할 때에는 부정 평가는 생략하고 이용자가 선호하는 영화가 어떤 영화인지 모두 붙여주어야 올바른 모델을 만들 수 있도록 유도할 수 있기 때문이다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642851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컴퓨터, 키보드, 테이블, 노트북이(가) 표시된 사진&#10;&#10;자동 생성된 설명">
            <a:extLst>
              <a:ext uri="{FF2B5EF4-FFF2-40B4-BE49-F238E27FC236}">
                <a16:creationId xmlns:a16="http://schemas.microsoft.com/office/drawing/2014/main" id="{A1851FD3-7DB4-47A1-8AA5-8D0717521C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3" b="1931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88DFCD-D3AB-4BC7-AB7B-6039324CD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E2B087-09E5-4CA3-AB54-CED01547E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앞서 변환된 평점 데이터와 장르별 평점 데이터가 연결된 데이터에서 부정 평가 데이터를 삭제하였다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부정 평가를 삭제하였음에도 데이터가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2,275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만 건이나 되어 훈련하기에 괜찮은 데이터 양으로 볼 수 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20784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10530F8A-68D7-493F-9F83-D2F5D17333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" b="36060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6EEF75-4143-4EE8-B889-2DE4AC01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6D7620-64D6-45BD-B15A-DF6C16A69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프로젝트의 목표는 어떤 장르를 선호하는지 파악하여 영화를 추천하는 것이기 때문에 장르를 답으로 사용할 수 있게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해야한다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다중 라벨 분류 기법을 사용하기 위해 영화 정보 데이트를 불러왔다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 당장 필요하지 않은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영화 제목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데이터는 삭제하였다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605301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14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D21326FD-FB38-408E-B82D-E8EE95A92F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61" b="1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39" name="Rectangle: Rounded Corners 16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9D70CB7-EA57-418E-BD80-B6E07F06F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 dirty="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C44215-FF5E-4754-A932-16897ABCF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Pandas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내장된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split()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이용하여 ‘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|’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문자로 연결된 장르를 분리하였다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다중 라벨 분류에서는 답에 리스트 혹은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ndarray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객체를 사용할 수 있기 때문에 위와 같은 형태로 작업하였다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741137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E4BB1965-3FBC-44D6-8F57-6DA6EB3615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2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52C428-51FF-4077-AA29-064A2BDC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A26578-E00D-44C8-A9E5-8C6A4E52C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처음 불러왔던 영화 데이터에 변환된 영화 장르를 연결하였다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제대로 연결되었는지 확인해본 후 다음 작업을 진행하였다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8271145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E6249855-A88B-42A2-BE7E-21DBC04080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" b="51548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1B2267-4F38-45A5-A8B5-DC645766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0F26C9-57C4-4431-9DEB-70A48389B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텍스트 분석이 아닌 이상 데이터를 숫자로 표현해야 하기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때문에 앞서 변환한 장르도 숫자로 변경하여야 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미리 저장해둔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장르 테이블을 불러왔다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853968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CB1465C3-BB85-4A40-A3DD-3BEE41353E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" b="11790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0257D4-5D6B-4A40-85DC-952078318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58769E-7B1F-4969-A5E0-B9B8B4910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변환을 하려면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딕셔너리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객체를 이용하는 것이 조금 더 편리하다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Pandas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to_dict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()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함수를 이용하여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딕셔너리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객체로 변환하였다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88222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659017C-DB25-467B-B3A8-E582E7640D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" b="2963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D21433-FC37-42A0-B5FD-5943616F5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6CDFFB-E0A4-4D76-85E1-4C434E3B1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앞서 변환한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딕셔너리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객체는 리스트에 담긴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딕셔너리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형태로 컬럼명이 키로 담겨있다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따라서 장르명이 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아이디가 값인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딕셔너리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객체로 변환해주었다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또한 이미 변환 과정을 한번 처리하긴 했으나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‘(no genres listed)’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들어가있는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경우의 처리를 위해 이것과 관련된 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값도 넣어주었다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9938584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E2D8BD17-88C0-40E7-8E4D-2EF3447084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0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ACED6D-5516-4FF2-9476-0AECCCA42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47B38-F06D-4BB5-B6E6-53A8C7570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해당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딕셔너리를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이용하여 영화 정보 데이터프레임을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한줄씩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순환하면서 장르를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숫자값으로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변경해주는 코드를 작성하였다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과정을 통해 각 영화의 장르가 숫자로 변경되었다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1762770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컴퓨터, 테이블, 노트북, 키보드이(가) 표시된 사진&#10;&#10;자동 생성된 설명">
            <a:extLst>
              <a:ext uri="{FF2B5EF4-FFF2-40B4-BE49-F238E27FC236}">
                <a16:creationId xmlns:a16="http://schemas.microsoft.com/office/drawing/2014/main" id="{DECD61C4-C5E4-4188-9F67-BBAC72111C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" b="18660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E9ED38-8F0B-4F12-858A-CED4E64C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93A236-1003-4E07-A052-C76CDA8CF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변환된 영화 정보를 기존에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작성해놓은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평점 데이터에 연결해주었다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데이터프레임의 컬럼 수가 너무 많아져서 그림에는 생략되었지만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이용자의 영화 평가마다 해당 영화의 장르 데이터가 연결되었다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633749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실내, 컴퓨터, 노트북, 키보드이(가) 표시된 사진&#10;&#10;자동 생성된 설명">
            <a:extLst>
              <a:ext uri="{FF2B5EF4-FFF2-40B4-BE49-F238E27FC236}">
                <a16:creationId xmlns:a16="http://schemas.microsoft.com/office/drawing/2014/main" id="{8C62E9AF-E628-4F61-970E-5004E2F71D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" b="18660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04B415-07F4-4568-8844-25E17F22F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2F9A59-1627-494B-AF7B-4A83EDE24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모델에 넣을 데이터를 만들어준다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입력할 값에는 이용자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ID,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ID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가 생략된 장르별 평점이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들어가야하므로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기존 데이터에서 장르 부분만 잘라내어 만들어준다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3885821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AFB2B268-D220-4ABE-A39F-5D7B444E2B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61" b="1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443BAD-77C6-467F-BA44-AA50A8BD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DB55DD-9118-4C3A-BE7B-D3683D13B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답에는 변환된 영화 장르를 입력해주어야 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기존 데이터에 연결된 장르 데이터만 잘라내어 만들어준다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262359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98B0B14-C28B-4B7B-B76A-2EC1FCFA25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88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08E975-E490-47E8-B725-1962F407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3EA86E-8F5C-4595-BCB3-E4314255D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모델을 만들기에 앞서 한 줄마다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ID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값으로 입력된 영화 장르를 원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-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핫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인코딩된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형태로 변환해주어야 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여기서는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scikit-learn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preprocessing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포함된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MultiLabelBinarizer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이용하였다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94392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E0D7E6F-BD5A-42AC-9561-B47C6B391B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10086"/>
            <a:ext cx="12191999" cy="109938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A605B0-0F36-48EB-A2BB-671084AAD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0BB536-C412-4DE4-8D1B-C212863A0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데이터를 훈련용 데이터와 테스트용 데이터로 나누어야 한다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scikit-learn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train_test_split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이용하여 일정 비율로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나누어주었다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465181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F4D16A0-579A-48D0-99F7-2D5F926292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" r="4" b="6510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7FDA3-D561-4B1D-A203-8924B1F8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3B3F73-743B-4DF0-8959-E87759FAA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3"/>
            <a:ext cx="11058144" cy="18170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SGD, Adam, </a:t>
            </a:r>
            <a:r>
              <a:rPr lang="en-US" altLang="ko-KR" sz="16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Nadam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총 세 가지 최적화 알고리즘을 사용하여 모델을 구성하였으며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계층 구조는 동일하게 구성하였다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손실함수에는 이진 교차 엔트로피를 사용하였다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SGD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최적화 알고리즘에만 변수를 약간 다르게 입력하여 진행하였다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참고 자료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: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  <a:hlinkClick r:id="rId3"/>
              </a:rPr>
              <a:t>https://stackoverflow.com/questions/44164749/how-does-keras-handle-multilabel-classification</a:t>
            </a:r>
            <a:endParaRPr lang="en-US" altLang="ko-KR" sz="16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  <a:p>
            <a:pPr marL="0" indent="0" latinLnBrk="0">
              <a:buNone/>
            </a:pP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SGD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최적화 알고리즘 모델의 진행 결과 훈련 정확도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0.8683,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검증 정확도 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0.8685 </a:t>
            </a:r>
            <a:r>
              <a:rPr lang="ko-KR" altLang="en-US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수준의 준수한 모델이 도출되었다</a:t>
            </a:r>
            <a:r>
              <a:rPr lang="en-US" altLang="ko-KR" sz="16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0891974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EF198744-20E9-43F5-A6E6-1799CECF21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" r="4" b="6510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E7C54E-1DBD-4CA0-B1A8-378002697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0E4AC8-2CE1-46DB-87C5-088EAE893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SGD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를 개선시킨 알고리즘인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Adam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으로도 모델을 만들어보았다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Adam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경우 훈련 정확도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0.8685,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검증 정확도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0.8686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수준의 결과가 나왔다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7056685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1A801164-666A-4640-955F-57F8985E3A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" r="4" b="6510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2D8970-51F6-47DC-95CF-DA3B292E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A56A2E-BC95-48FD-B80D-1B604D119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Adam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</a:t>
            </a: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네스테로프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모멘텀을 도입한 </a:t>
            </a: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Nadam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알고리즘도 이용해보았다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en-US" altLang="ko-KR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Nadam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 아쉽게도 훈련 정확도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0.8684,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검증 정확도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0.8685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수준의 정확도로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Adam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비해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0.0001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떨어지는 것으로 나타났다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956437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063BFA87-F375-4300-9EEB-F4323061CA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64" b="6479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17F4807-9B3C-46FB-A07B-90441109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solidFill>
                  <a:schemeClr val="bg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EC4EFF-7D6B-492A-907E-267A5F672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17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모델별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정확도와 손실율을 나타낸 그래프이다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반복 훈련을 진행할 수록 모델이 개선되는 것을 볼 수 있으나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, 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일정 수준에 도달하면 더 개선되지 않는다는 점을 알 수 있었다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3538599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4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C0C390-1643-4020-B5A7-F01B5AA3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 개발</a:t>
            </a: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C8D8C28C-1969-41B6-87A2-02471F48B6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51" b="-10"/>
          <a:stretch/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23" name="Rectangle 18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D16A3A-1E93-4C34-B9D5-969A8F2AD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각 모델별로 예측한 선호 장르 결과값이다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값을 이용하여 영화 장르와의 유사도를 파악한 후 유사도가 높은 순서로 영화를 추천하면 이용자가 선호하는 장르의 영화를 추천할 수 있다</a:t>
            </a:r>
            <a:r>
              <a:rPr lang="en-US" altLang="ko-KR" sz="22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6A516546-EE4D-461A-AC86-7E4A020BF7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14" b="-4"/>
          <a:stretch/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405C010C-6318-4829-AA54-E8CA3D15E9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1" b="8"/>
          <a:stretch/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62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7140</Words>
  <Application>Microsoft Office PowerPoint</Application>
  <PresentationFormat>와이드스크린</PresentationFormat>
  <Paragraphs>694</Paragraphs>
  <Slides>208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208</vt:i4>
      </vt:variant>
    </vt:vector>
  </HeadingPairs>
  <TitlesOfParts>
    <vt:vector size="213" baseType="lpstr">
      <vt:lpstr>Calibri</vt:lpstr>
      <vt:lpstr>Arial</vt:lpstr>
      <vt:lpstr>맑은 고딕</vt:lpstr>
      <vt:lpstr>경기천년제목 Medium</vt:lpstr>
      <vt:lpstr>Office 테마</vt:lpstr>
      <vt:lpstr>Voo-ong</vt:lpstr>
      <vt:lpstr>프로젝트 요약</vt:lpstr>
      <vt:lpstr>목차</vt:lpstr>
      <vt:lpstr>Voo-ong은?</vt:lpstr>
      <vt:lpstr>기존 추천 시스템의 문제점</vt:lpstr>
      <vt:lpstr>Voo-ong의     목표</vt:lpstr>
      <vt:lpstr>Voo-ong의     해결 방안</vt:lpstr>
      <vt:lpstr>Voo-ong은?</vt:lpstr>
      <vt:lpstr>Team 3quad 구성 및 역할</vt:lpstr>
      <vt:lpstr>환경 및 구축과정 소개</vt:lpstr>
      <vt:lpstr>Microsoft Azure를 선택한 이유</vt:lpstr>
      <vt:lpstr>클라우드 컴퓨팅 플랫폼 만들기</vt:lpstr>
      <vt:lpstr>모든 서비스</vt:lpstr>
      <vt:lpstr>가상 네트워크 만들기</vt:lpstr>
      <vt:lpstr>가상 네트워크 만들기</vt:lpstr>
      <vt:lpstr>가상 네트워크 만들기</vt:lpstr>
      <vt:lpstr>가상 네트워크 만들기</vt:lpstr>
      <vt:lpstr>가상 네트워크 만들기</vt:lpstr>
      <vt:lpstr>가상 네트워크 만들기</vt:lpstr>
      <vt:lpstr>가상 네트워크 만들기</vt:lpstr>
      <vt:lpstr>가상 네트워크 만들기</vt:lpstr>
      <vt:lpstr>가상 네트워크 만들기</vt:lpstr>
      <vt:lpstr>네트워크 보안 그룹 만들기</vt:lpstr>
      <vt:lpstr>네트워크 보안 그룹 만들기</vt:lpstr>
      <vt:lpstr>네트워크 보안 그룹 만들기</vt:lpstr>
      <vt:lpstr>네트워크 보안 그룹 만들기</vt:lpstr>
      <vt:lpstr>네트워크 보안 그룹 만들기</vt:lpstr>
      <vt:lpstr>네트워크 인터페이스 만들기</vt:lpstr>
      <vt:lpstr>네트워크 인터페이스 만들기</vt:lpstr>
      <vt:lpstr>네트워크 인터페이스 만들기</vt:lpstr>
      <vt:lpstr>가상 머신 만들기</vt:lpstr>
      <vt:lpstr>가상 머신 만들기</vt:lpstr>
      <vt:lpstr>가상 머신 만들기</vt:lpstr>
      <vt:lpstr>가상 머신 만들기</vt:lpstr>
      <vt:lpstr>가상 머신 만들기</vt:lpstr>
      <vt:lpstr>가상 머신 만들기</vt:lpstr>
      <vt:lpstr>가상 머신 만들기</vt:lpstr>
      <vt:lpstr>외부 IP 주소 연결</vt:lpstr>
      <vt:lpstr>외부 IP 주소 연결</vt:lpstr>
      <vt:lpstr>외부 IP 주소 연결</vt:lpstr>
      <vt:lpstr>외부 IP 주소 연결</vt:lpstr>
      <vt:lpstr>외부 IP 주소 연결</vt:lpstr>
      <vt:lpstr>외부 IP 주소 연결</vt:lpstr>
      <vt:lpstr>SSH 연결하기</vt:lpstr>
      <vt:lpstr>SSH 연결하기</vt:lpstr>
      <vt:lpstr>SSH 연결하기</vt:lpstr>
      <vt:lpstr>SSH 연결하기</vt:lpstr>
      <vt:lpstr>SSH 연결하기</vt:lpstr>
      <vt:lpstr>SSH 연결하기</vt:lpstr>
      <vt:lpstr>SSH 연결하기</vt:lpstr>
      <vt:lpstr>SSH 연결하기</vt:lpstr>
      <vt:lpstr>RDBMS 설치</vt:lpstr>
      <vt:lpstr>RDBMS 설치</vt:lpstr>
      <vt:lpstr>RDBMS 설치</vt:lpstr>
      <vt:lpstr>RDBMS 설치</vt:lpstr>
      <vt:lpstr>RDBMS 설치</vt:lpstr>
      <vt:lpstr>RDBMS 설치</vt:lpstr>
      <vt:lpstr>RDBMS 설치</vt:lpstr>
      <vt:lpstr>RDBMS 설치</vt:lpstr>
      <vt:lpstr>RDBMS 설치</vt:lpstr>
      <vt:lpstr>RDBMS 설치</vt:lpstr>
      <vt:lpstr>RDBMS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NGINX + NodeJS 설치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Hadoop 클러스터 만들기</vt:lpstr>
      <vt:lpstr>엄청난 비용의 문제</vt:lpstr>
      <vt:lpstr>Oracle VirtualBox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VirtualBox를 이용한 Hadoop 환경 구성</vt:lpstr>
      <vt:lpstr>개발 환경 구성</vt:lpstr>
      <vt:lpstr>개발 환경 구성</vt:lpstr>
      <vt:lpstr>개발 환경 구성</vt:lpstr>
      <vt:lpstr>개발 환경 구성</vt:lpstr>
      <vt:lpstr>개발 환경 구성</vt:lpstr>
      <vt:lpstr>개발 환경 구성</vt:lpstr>
      <vt:lpstr>개발 환경 구성</vt:lpstr>
      <vt:lpstr>개발 환경 구성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데이터 수집과 전처리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  <vt:lpstr>머신 러닝 개발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Voo-ong</dc:title>
  <dc:creator>동혁 임</dc:creator>
  <cp:lastModifiedBy>동혁 임</cp:lastModifiedBy>
  <cp:revision>1</cp:revision>
  <dcterms:created xsi:type="dcterms:W3CDTF">2020-07-02T10:23:08Z</dcterms:created>
  <dcterms:modified xsi:type="dcterms:W3CDTF">2020-07-02T10:23:13Z</dcterms:modified>
</cp:coreProperties>
</file>